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6"/>
  </p:sldMasterIdLst>
  <p:notesMasterIdLst>
    <p:notesMasterId r:id="rId28"/>
  </p:notesMasterIdLst>
  <p:handoutMasterIdLst>
    <p:handoutMasterId r:id="rId29"/>
  </p:handoutMasterIdLst>
  <p:sldIdLst>
    <p:sldId id="2246" r:id="rId7"/>
    <p:sldId id="2292" r:id="rId8"/>
    <p:sldId id="2147482656" r:id="rId9"/>
    <p:sldId id="2147482657" r:id="rId10"/>
    <p:sldId id="2147482658" r:id="rId11"/>
    <p:sldId id="2302" r:id="rId12"/>
    <p:sldId id="2289" r:id="rId13"/>
    <p:sldId id="2274" r:id="rId14"/>
    <p:sldId id="2275" r:id="rId15"/>
    <p:sldId id="2276" r:id="rId16"/>
    <p:sldId id="2271" r:id="rId17"/>
    <p:sldId id="2277" r:id="rId18"/>
    <p:sldId id="2281" r:id="rId19"/>
    <p:sldId id="2282" r:id="rId20"/>
    <p:sldId id="2272" r:id="rId21"/>
    <p:sldId id="2249" r:id="rId22"/>
    <p:sldId id="2247" r:id="rId23"/>
    <p:sldId id="2253" r:id="rId24"/>
    <p:sldId id="2254" r:id="rId25"/>
    <p:sldId id="2266" r:id="rId26"/>
    <p:sldId id="2244" r:id="rId27"/>
  </p:sldIdLst>
  <p:sldSz cx="12195175" cy="6858000"/>
  <p:notesSz cx="6858000" cy="9144000"/>
  <p:embeddedFontLst>
    <p:embeddedFont>
      <p:font typeface="72 Brand" panose="020B0504030603020204" pitchFamily="34" charset="0"/>
      <p:regular r:id="rId30"/>
      <p:bold r:id="rId31"/>
      <p:italic r:id="rId32"/>
      <p:boldItalic r:id="rId33"/>
    </p:embeddedFont>
    <p:embeddedFont>
      <p:font typeface="72 Brand Medium" panose="020B0504030603020204" pitchFamily="34" charset="0"/>
      <p:regular r:id="rId34"/>
      <p:italic r:id="rId35"/>
    </p:embeddedFont>
  </p:embeddedFontLst>
  <p:custDataLst>
    <p:tags r:id="rId36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AAE3"/>
    <a:srgbClr val="45BC0D"/>
    <a:srgbClr val="EF5B25"/>
    <a:srgbClr val="FFCC01"/>
    <a:srgbClr val="942491"/>
    <a:srgbClr val="A0D109"/>
    <a:srgbClr val="652E93"/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55299D-E52F-2D49-B88C-AE8C6648CC67}" v="1095" dt="2026-10-14T05:58:09.251"/>
    <p1510:client id="{B2F5DD42-D1B4-714C-B401-ADC82C7920F2}" v="1838" dt="2026-10-14T05:58:06.619"/>
    <p1510:client id="{E58B4BFE-2E21-4712-8D39-4BB92E997B88}" v="450" dt="2026-10-14T05:57:24.037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40"/>
  </p:normalViewPr>
  <p:slideViewPr>
    <p:cSldViewPr snapToGrid="0">
      <p:cViewPr varScale="1">
        <p:scale>
          <a:sx n="116" d="100"/>
          <a:sy n="116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heme" Target="theme/theme1.xml"/><Relationship Id="rId21" Type="http://schemas.openxmlformats.org/officeDocument/2006/relationships/slide" Target="slides/slide15.xml"/><Relationship Id="rId34" Type="http://schemas.openxmlformats.org/officeDocument/2006/relationships/font" Target="fonts/font5.fntdata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handoutMaster" Target="handoutMasters/handoutMaster1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36" Type="http://schemas.openxmlformats.org/officeDocument/2006/relationships/tags" Target="tags/tag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font" Target="fonts/font2.fntdata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font" Target="fonts/font4.fntdata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hyperlink" Target="https://brand.sap.com/naming-center#/dashboard" TargetMode="External"/><Relationship Id="rId3" Type="http://schemas.openxmlformats.org/officeDocument/2006/relationships/image" Target="../media/image21.svg"/><Relationship Id="rId7" Type="http://schemas.openxmlformats.org/officeDocument/2006/relationships/hyperlink" Target="https://brand.sap.com/" TargetMode="External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brand.sap.com/media-library/index.html#/" TargetMode="External"/><Relationship Id="rId5" Type="http://schemas.openxmlformats.org/officeDocument/2006/relationships/image" Target="../media/image23.svg"/><Relationship Id="rId4" Type="http://schemas.openxmlformats.org/officeDocument/2006/relationships/image" Target="../media/image22.svg"/><Relationship Id="rId9" Type="http://schemas.openxmlformats.org/officeDocument/2006/relationships/hyperlink" Target="https://brand.sap.com/writing-assistant" TargetMode="Externa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7" name="Picture 6" descr="File:Logo Ziyo.png">
            <a:extLst>
              <a:ext uri="{FF2B5EF4-FFF2-40B4-BE49-F238E27FC236}">
                <a16:creationId xmlns:a16="http://schemas.microsoft.com/office/drawing/2014/main" id="{CE9549EC-21EF-4617-054C-217CA2AE96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152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DEC5A70-C3A2-0FCE-F37B-7C271FF2BD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124550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AB4E5251-3D94-6055-D4B0-6DE455DC1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6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EF4D20E5-51CD-DC7A-2D14-8B212F831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2355" y="1156532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algn="l"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71164333" name="LogoWhite-Dynamic" descr="{&quot;templafy&quot;:{&quot;id&quot;:&quot;6d5d147f-96be-424e-b54a-e907ed10c5df&quot;}}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4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  <p15:guide id="2" orient="horz" pos="2682" userDrawn="1">
          <p15:clr>
            <a:srgbClr val="FBAE40"/>
          </p15:clr>
        </p15:guide>
        <p15:guide id="3" orient="horz" pos="29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100393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0588" y="1931313"/>
            <a:ext cx="5685160" cy="28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1187112" cy="99719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34326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35FCADB-3290-5229-4F77-9E7F57F626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03025907-CA5E-8CD1-BC6F-5035EC2E7C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BEB265CF-5D90-043D-C3F4-7E2035335E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7844247-794B-5DEC-FEAC-EDCD0A79D6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362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239" y="2305050"/>
            <a:ext cx="4745037" cy="6858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algn="l" defTabSz="1088558" rtl="0" eaLnBrk="1" latinLnBrk="0" hangingPunct="1">
              <a:spcBef>
                <a:spcPct val="0"/>
              </a:spcBef>
              <a:buNone/>
              <a:defRPr lang="de-DE" sz="4400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0141" y="2409572"/>
            <a:ext cx="6090209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480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84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6189" y="1767938"/>
            <a:ext cx="6739622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>
              <a:defRPr/>
            </a:pPr>
            <a:r>
              <a:rPr lang="en-US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238" y="3090446"/>
            <a:ext cx="11187112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2160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B37602D4-ACC5-6844-7789-7608758A67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11B74BDD-F1BB-DA52-7B7B-44A8047277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43B4164-E29F-E17A-66C8-0CB15B26D9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E1879CB-1B0A-D7E1-1CF6-27719BAD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0B9048-8A00-85F4-4DEF-F947906CA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pic>
        <p:nvPicPr>
          <p:cNvPr id="8" name="Picture 7" descr="File:Logo Ziyo.png">
            <a:extLst>
              <a:ext uri="{FF2B5EF4-FFF2-40B4-BE49-F238E27FC236}">
                <a16:creationId xmlns:a16="http://schemas.microsoft.com/office/drawing/2014/main" id="{7642844F-C0F1-7CA1-4984-733231E3D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4300E746-E6EC-3652-D8FE-6728C9CAC7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43B15E59-3684-3B86-8A18-65A43122CA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0344435-5DB3-93B2-C92A-1A238155E2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5F4D1D8-1D63-6E45-88AA-05747E77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File:Logo Ziyo.png">
            <a:extLst>
              <a:ext uri="{FF2B5EF4-FFF2-40B4-BE49-F238E27FC236}">
                <a16:creationId xmlns:a16="http://schemas.microsoft.com/office/drawing/2014/main" id="{C06A0C68-27E1-0FB6-DB26-EC131FEB52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8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782818DA-1EAB-546E-1C96-67D44B5BF9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E41147B6-DFE2-B8B9-CF67-D4C8D5AB1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886F03EA-EA61-F8A5-315C-4451D524D9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1AAEDF85-3098-616A-6246-B6B52032B9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C0CF09E-210C-F4DC-80B3-766EA629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F5DF63F1-87CA-4D56-853F-B28439FFDA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204CAEC-262C-4A8D-33CE-51F5ABBD29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0519B094-7FAE-B7EA-A073-FAE749DF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16B35866-3938-B115-64B8-0F0D8FC9A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34D383DC-257D-3B26-F94E-F942A30F0B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5CF180CE-133C-46B4-E194-07B4844EA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825" y="1543050"/>
            <a:ext cx="8061100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3256398"/>
            <a:ext cx="9282112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“Add Quote”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825" y="5832475"/>
            <a:ext cx="8328025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/>
              <a:t>Speaker,</a:t>
            </a:r>
          </a:p>
          <a:p>
            <a:pPr lvl="0"/>
            <a:r>
              <a:rPr lang="en-GB"/>
              <a:t>Company, Role</a:t>
            </a:r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364293" y="4024430"/>
            <a:ext cx="5466588" cy="9984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ctr">
              <a:lnSpc>
                <a:spcPct val="90000"/>
              </a:lnSpc>
              <a:defRPr lang="de-DE" sz="55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6650" y="6494825"/>
            <a:ext cx="898525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A02F3090-399D-7BA0-BF93-1572FC1A2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7654" y="3929024"/>
            <a:ext cx="1866754" cy="844099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D16479FC-8799-B55A-F466-58CE17E2B9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240" y="4024430"/>
            <a:ext cx="1319627" cy="6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6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4" pos="326" userDrawn="1">
          <p15:clr>
            <a:srgbClr val="A4A3A4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7173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14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14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2402037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6177" y="1881656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576" y="1881656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2380971"/>
            <a:ext cx="260749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Request a name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Search for approved names in real time</a:t>
            </a:r>
            <a:endParaRPr lang="en-US" sz="16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4073" y="1881656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70347" y="1881656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Copy and paste text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874" y="1802913"/>
            <a:ext cx="406400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0327" y="1802913"/>
            <a:ext cx="406400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96" y="1802913"/>
            <a:ext cx="406400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2970" y="1802913"/>
            <a:ext cx="406400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5422515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3180C-291D-F405-90B9-18910307A62C}"/>
              </a:ext>
            </a:extLst>
          </p:cNvPr>
          <p:cNvSpPr/>
          <p:nvPr userDrawn="1"/>
        </p:nvSpPr>
        <p:spPr bwMode="gray">
          <a:xfrm>
            <a:off x="3362325" y="4611087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6"/>
              </a:rPr>
              <a:t>Media Library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EA906-0573-FC48-FBB0-4BC3ACE96483}"/>
              </a:ext>
            </a:extLst>
          </p:cNvPr>
          <p:cNvSpPr/>
          <p:nvPr userDrawn="1"/>
        </p:nvSpPr>
        <p:spPr bwMode="gray">
          <a:xfrm>
            <a:off x="503238" y="4600214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7"/>
              </a:rPr>
              <a:t>Brand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586B-C108-1309-C995-0AA9A96F0840}"/>
              </a:ext>
            </a:extLst>
          </p:cNvPr>
          <p:cNvSpPr/>
          <p:nvPr userDrawn="1"/>
        </p:nvSpPr>
        <p:spPr bwMode="gray">
          <a:xfrm>
            <a:off x="6223765" y="4591589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8"/>
              </a:rPr>
              <a:t>Naming Center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1815-E9CD-805A-4AB9-E4EFC9E839C8}"/>
              </a:ext>
            </a:extLst>
          </p:cNvPr>
          <p:cNvSpPr/>
          <p:nvPr userDrawn="1"/>
        </p:nvSpPr>
        <p:spPr bwMode="gray">
          <a:xfrm>
            <a:off x="9079677" y="4586781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9"/>
              </a:rPr>
              <a:t>Writing </a:t>
            </a:r>
            <a:r>
              <a:rPr lang="en-US" sz="1400" err="1">
                <a:latin typeface="72 Brand" panose="020B0504030603020204" pitchFamily="34" charset="0"/>
                <a:hlinkClick r:id="rId9"/>
              </a:rPr>
              <a:t>Assitant</a:t>
            </a:r>
            <a:endParaRPr lang="en-US" sz="14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400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516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632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Blue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7422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9588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50689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400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516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632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7422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9588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50689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400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516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632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Teal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7422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9588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50689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400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516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632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Green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7422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9588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50689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400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516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632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Mango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7422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9588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50689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400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516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632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Red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7422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9588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50689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400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516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632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Raspberry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7422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9588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50689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400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516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632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Pink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7422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9588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50689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400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516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632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7422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9588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50689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</a:t>
            </a:r>
            <a:r>
              <a:rPr lang="en-GB" sz="2400" err="1">
                <a:latin typeface="72 Brand Medium" panose="020B0604030603020204" pitchFamily="34" charset="0"/>
              </a:rPr>
              <a:t>color</a:t>
            </a:r>
            <a:r>
              <a:rPr lang="en-GB" sz="2400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1922348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43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88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3.xml"/><Relationship Id="rId63" Type="http://schemas.openxmlformats.org/officeDocument/2006/relationships/tags" Target="../tags/tag34.xml"/><Relationship Id="rId84" Type="http://schemas.openxmlformats.org/officeDocument/2006/relationships/tags" Target="../tags/tag55.xml"/><Relationship Id="rId138" Type="http://schemas.openxmlformats.org/officeDocument/2006/relationships/tags" Target="../tags/tag109.xml"/><Relationship Id="rId107" Type="http://schemas.openxmlformats.org/officeDocument/2006/relationships/tags" Target="../tags/tag78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3.xml"/><Relationship Id="rId53" Type="http://schemas.openxmlformats.org/officeDocument/2006/relationships/tags" Target="../tags/tag24.xml"/><Relationship Id="rId74" Type="http://schemas.openxmlformats.org/officeDocument/2006/relationships/tags" Target="../tags/tag45.xml"/><Relationship Id="rId128" Type="http://schemas.openxmlformats.org/officeDocument/2006/relationships/tags" Target="../tags/tag99.xml"/><Relationship Id="rId149" Type="http://schemas.openxmlformats.org/officeDocument/2006/relationships/tags" Target="../tags/tag120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66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tags" Target="../tags/tag14.xml"/><Relationship Id="rId48" Type="http://schemas.openxmlformats.org/officeDocument/2006/relationships/tags" Target="../tags/tag19.xml"/><Relationship Id="rId64" Type="http://schemas.openxmlformats.org/officeDocument/2006/relationships/tags" Target="../tags/tag35.xml"/><Relationship Id="rId69" Type="http://schemas.openxmlformats.org/officeDocument/2006/relationships/tags" Target="../tags/tag40.xml"/><Relationship Id="rId113" Type="http://schemas.openxmlformats.org/officeDocument/2006/relationships/tags" Target="../tags/tag84.xml"/><Relationship Id="rId118" Type="http://schemas.openxmlformats.org/officeDocument/2006/relationships/tags" Target="../tags/tag89.xml"/><Relationship Id="rId134" Type="http://schemas.openxmlformats.org/officeDocument/2006/relationships/tags" Target="../tags/tag105.xml"/><Relationship Id="rId139" Type="http://schemas.openxmlformats.org/officeDocument/2006/relationships/tags" Target="../tags/tag110.xml"/><Relationship Id="rId80" Type="http://schemas.openxmlformats.org/officeDocument/2006/relationships/tags" Target="../tags/tag51.xml"/><Relationship Id="rId85" Type="http://schemas.openxmlformats.org/officeDocument/2006/relationships/tags" Target="../tags/tag56.xml"/><Relationship Id="rId150" Type="http://schemas.openxmlformats.org/officeDocument/2006/relationships/tags" Target="../tags/tag121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tags" Target="../tags/tag4.xml"/><Relationship Id="rId38" Type="http://schemas.openxmlformats.org/officeDocument/2006/relationships/tags" Target="../tags/tag9.xml"/><Relationship Id="rId59" Type="http://schemas.openxmlformats.org/officeDocument/2006/relationships/tags" Target="../tags/tag30.xml"/><Relationship Id="rId103" Type="http://schemas.openxmlformats.org/officeDocument/2006/relationships/tags" Target="../tags/tag74.xml"/><Relationship Id="rId108" Type="http://schemas.openxmlformats.org/officeDocument/2006/relationships/tags" Target="../tags/tag79.xml"/><Relationship Id="rId124" Type="http://schemas.openxmlformats.org/officeDocument/2006/relationships/tags" Target="../tags/tag95.xml"/><Relationship Id="rId129" Type="http://schemas.openxmlformats.org/officeDocument/2006/relationships/tags" Target="../tags/tag100.xml"/><Relationship Id="rId54" Type="http://schemas.openxmlformats.org/officeDocument/2006/relationships/tags" Target="../tags/tag25.xml"/><Relationship Id="rId70" Type="http://schemas.openxmlformats.org/officeDocument/2006/relationships/tags" Target="../tags/tag41.xml"/><Relationship Id="rId75" Type="http://schemas.openxmlformats.org/officeDocument/2006/relationships/tags" Target="../tags/tag46.xml"/><Relationship Id="rId91" Type="http://schemas.openxmlformats.org/officeDocument/2006/relationships/tags" Target="../tags/tag62.xml"/><Relationship Id="rId96" Type="http://schemas.openxmlformats.org/officeDocument/2006/relationships/tags" Target="../tags/tag67.xml"/><Relationship Id="rId140" Type="http://schemas.openxmlformats.org/officeDocument/2006/relationships/tags" Target="../tags/tag111.xml"/><Relationship Id="rId145" Type="http://schemas.openxmlformats.org/officeDocument/2006/relationships/tags" Target="../tags/tag1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tags" Target="../tags/tag20.xml"/><Relationship Id="rId114" Type="http://schemas.openxmlformats.org/officeDocument/2006/relationships/tags" Target="../tags/tag85.xml"/><Relationship Id="rId119" Type="http://schemas.openxmlformats.org/officeDocument/2006/relationships/tags" Target="../tags/tag90.xml"/><Relationship Id="rId44" Type="http://schemas.openxmlformats.org/officeDocument/2006/relationships/tags" Target="../tags/tag15.xml"/><Relationship Id="rId60" Type="http://schemas.openxmlformats.org/officeDocument/2006/relationships/tags" Target="../tags/tag31.xml"/><Relationship Id="rId65" Type="http://schemas.openxmlformats.org/officeDocument/2006/relationships/tags" Target="../tags/tag36.xml"/><Relationship Id="rId81" Type="http://schemas.openxmlformats.org/officeDocument/2006/relationships/tags" Target="../tags/tag52.xml"/><Relationship Id="rId86" Type="http://schemas.openxmlformats.org/officeDocument/2006/relationships/tags" Target="../tags/tag57.xml"/><Relationship Id="rId130" Type="http://schemas.openxmlformats.org/officeDocument/2006/relationships/tags" Target="../tags/tag101.xml"/><Relationship Id="rId135" Type="http://schemas.openxmlformats.org/officeDocument/2006/relationships/tags" Target="../tags/tag106.xml"/><Relationship Id="rId151" Type="http://schemas.openxmlformats.org/officeDocument/2006/relationships/tags" Target="../tags/tag122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0.xml"/><Relationship Id="rId109" Type="http://schemas.openxmlformats.org/officeDocument/2006/relationships/tags" Target="../tags/tag80.xml"/><Relationship Id="rId34" Type="http://schemas.openxmlformats.org/officeDocument/2006/relationships/tags" Target="../tags/tag5.xml"/><Relationship Id="rId50" Type="http://schemas.openxmlformats.org/officeDocument/2006/relationships/tags" Target="../tags/tag21.xml"/><Relationship Id="rId55" Type="http://schemas.openxmlformats.org/officeDocument/2006/relationships/tags" Target="../tags/tag26.xml"/><Relationship Id="rId76" Type="http://schemas.openxmlformats.org/officeDocument/2006/relationships/tags" Target="../tags/tag47.xml"/><Relationship Id="rId97" Type="http://schemas.openxmlformats.org/officeDocument/2006/relationships/tags" Target="../tags/tag68.xml"/><Relationship Id="rId104" Type="http://schemas.openxmlformats.org/officeDocument/2006/relationships/tags" Target="../tags/tag75.xml"/><Relationship Id="rId120" Type="http://schemas.openxmlformats.org/officeDocument/2006/relationships/tags" Target="../tags/tag91.xml"/><Relationship Id="rId125" Type="http://schemas.openxmlformats.org/officeDocument/2006/relationships/tags" Target="../tags/tag96.xml"/><Relationship Id="rId141" Type="http://schemas.openxmlformats.org/officeDocument/2006/relationships/tags" Target="../tags/tag112.xml"/><Relationship Id="rId146" Type="http://schemas.openxmlformats.org/officeDocument/2006/relationships/tags" Target="../tags/tag117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2.xml"/><Relationship Id="rId92" Type="http://schemas.openxmlformats.org/officeDocument/2006/relationships/tags" Target="../tags/tag63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tags" Target="../tags/tag11.xml"/><Relationship Id="rId45" Type="http://schemas.openxmlformats.org/officeDocument/2006/relationships/tags" Target="../tags/tag16.xml"/><Relationship Id="rId66" Type="http://schemas.openxmlformats.org/officeDocument/2006/relationships/tags" Target="../tags/tag37.xml"/><Relationship Id="rId87" Type="http://schemas.openxmlformats.org/officeDocument/2006/relationships/tags" Target="../tags/tag58.xml"/><Relationship Id="rId110" Type="http://schemas.openxmlformats.org/officeDocument/2006/relationships/tags" Target="../tags/tag81.xml"/><Relationship Id="rId115" Type="http://schemas.openxmlformats.org/officeDocument/2006/relationships/tags" Target="../tags/tag86.xml"/><Relationship Id="rId131" Type="http://schemas.openxmlformats.org/officeDocument/2006/relationships/tags" Target="../tags/tag102.xml"/><Relationship Id="rId136" Type="http://schemas.openxmlformats.org/officeDocument/2006/relationships/tags" Target="../tags/tag107.xml"/><Relationship Id="rId61" Type="http://schemas.openxmlformats.org/officeDocument/2006/relationships/tags" Target="../tags/tag32.xml"/><Relationship Id="rId82" Type="http://schemas.openxmlformats.org/officeDocument/2006/relationships/tags" Target="../tags/tag53.xml"/><Relationship Id="rId152" Type="http://schemas.openxmlformats.org/officeDocument/2006/relationships/tags" Target="../tags/tag123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theme" Target="../theme/theme1.xml"/><Relationship Id="rId35" Type="http://schemas.openxmlformats.org/officeDocument/2006/relationships/tags" Target="../tags/tag6.xml"/><Relationship Id="rId56" Type="http://schemas.openxmlformats.org/officeDocument/2006/relationships/tags" Target="../tags/tag27.xml"/><Relationship Id="rId77" Type="http://schemas.openxmlformats.org/officeDocument/2006/relationships/tags" Target="../tags/tag48.xml"/><Relationship Id="rId100" Type="http://schemas.openxmlformats.org/officeDocument/2006/relationships/tags" Target="../tags/tag71.xml"/><Relationship Id="rId105" Type="http://schemas.openxmlformats.org/officeDocument/2006/relationships/tags" Target="../tags/tag76.xml"/><Relationship Id="rId126" Type="http://schemas.openxmlformats.org/officeDocument/2006/relationships/tags" Target="../tags/tag97.xml"/><Relationship Id="rId147" Type="http://schemas.openxmlformats.org/officeDocument/2006/relationships/tags" Target="../tags/tag11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2.xml"/><Relationship Id="rId72" Type="http://schemas.openxmlformats.org/officeDocument/2006/relationships/tags" Target="../tags/tag43.xml"/><Relationship Id="rId93" Type="http://schemas.openxmlformats.org/officeDocument/2006/relationships/tags" Target="../tags/tag64.xml"/><Relationship Id="rId98" Type="http://schemas.openxmlformats.org/officeDocument/2006/relationships/tags" Target="../tags/tag69.xml"/><Relationship Id="rId121" Type="http://schemas.openxmlformats.org/officeDocument/2006/relationships/tags" Target="../tags/tag92.xml"/><Relationship Id="rId142" Type="http://schemas.openxmlformats.org/officeDocument/2006/relationships/tags" Target="../tags/tag113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17.xml"/><Relationship Id="rId67" Type="http://schemas.openxmlformats.org/officeDocument/2006/relationships/tags" Target="../tags/tag38.xml"/><Relationship Id="rId116" Type="http://schemas.openxmlformats.org/officeDocument/2006/relationships/tags" Target="../tags/tag87.xml"/><Relationship Id="rId137" Type="http://schemas.openxmlformats.org/officeDocument/2006/relationships/tags" Target="../tags/tag108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2.xml"/><Relationship Id="rId62" Type="http://schemas.openxmlformats.org/officeDocument/2006/relationships/tags" Target="../tags/tag33.xml"/><Relationship Id="rId83" Type="http://schemas.openxmlformats.org/officeDocument/2006/relationships/tags" Target="../tags/tag54.xml"/><Relationship Id="rId88" Type="http://schemas.openxmlformats.org/officeDocument/2006/relationships/tags" Target="../tags/tag59.xml"/><Relationship Id="rId111" Type="http://schemas.openxmlformats.org/officeDocument/2006/relationships/tags" Target="../tags/tag82.xml"/><Relationship Id="rId132" Type="http://schemas.openxmlformats.org/officeDocument/2006/relationships/tags" Target="../tags/tag103.xml"/><Relationship Id="rId153" Type="http://schemas.openxmlformats.org/officeDocument/2006/relationships/tags" Target="../tags/tag124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7.xml"/><Relationship Id="rId57" Type="http://schemas.openxmlformats.org/officeDocument/2006/relationships/tags" Target="../tags/tag28.xml"/><Relationship Id="rId106" Type="http://schemas.openxmlformats.org/officeDocument/2006/relationships/tags" Target="../tags/tag77.xml"/><Relationship Id="rId127" Type="http://schemas.openxmlformats.org/officeDocument/2006/relationships/tags" Target="../tags/tag98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2.xml"/><Relationship Id="rId52" Type="http://schemas.openxmlformats.org/officeDocument/2006/relationships/tags" Target="../tags/tag23.xml"/><Relationship Id="rId73" Type="http://schemas.openxmlformats.org/officeDocument/2006/relationships/tags" Target="../tags/tag44.xml"/><Relationship Id="rId78" Type="http://schemas.openxmlformats.org/officeDocument/2006/relationships/tags" Target="../tags/tag49.xml"/><Relationship Id="rId94" Type="http://schemas.openxmlformats.org/officeDocument/2006/relationships/tags" Target="../tags/tag65.xml"/><Relationship Id="rId99" Type="http://schemas.openxmlformats.org/officeDocument/2006/relationships/tags" Target="../tags/tag70.xml"/><Relationship Id="rId101" Type="http://schemas.openxmlformats.org/officeDocument/2006/relationships/tags" Target="../tags/tag72.xml"/><Relationship Id="rId122" Type="http://schemas.openxmlformats.org/officeDocument/2006/relationships/tags" Target="../tags/tag93.xml"/><Relationship Id="rId143" Type="http://schemas.openxmlformats.org/officeDocument/2006/relationships/tags" Target="../tags/tag114.xml"/><Relationship Id="rId148" Type="http://schemas.openxmlformats.org/officeDocument/2006/relationships/tags" Target="../tags/tag1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tags" Target="../tags/tag18.xml"/><Relationship Id="rId68" Type="http://schemas.openxmlformats.org/officeDocument/2006/relationships/tags" Target="../tags/tag39.xml"/><Relationship Id="rId89" Type="http://schemas.openxmlformats.org/officeDocument/2006/relationships/tags" Target="../tags/tag60.xml"/><Relationship Id="rId112" Type="http://schemas.openxmlformats.org/officeDocument/2006/relationships/tags" Target="../tags/tag83.xml"/><Relationship Id="rId133" Type="http://schemas.openxmlformats.org/officeDocument/2006/relationships/tags" Target="../tags/tag104.xml"/><Relationship Id="rId16" Type="http://schemas.openxmlformats.org/officeDocument/2006/relationships/slideLayout" Target="../slideLayouts/slideLayout16.xml"/><Relationship Id="rId37" Type="http://schemas.openxmlformats.org/officeDocument/2006/relationships/tags" Target="../tags/tag8.xml"/><Relationship Id="rId58" Type="http://schemas.openxmlformats.org/officeDocument/2006/relationships/tags" Target="../tags/tag29.xml"/><Relationship Id="rId79" Type="http://schemas.openxmlformats.org/officeDocument/2006/relationships/tags" Target="../tags/tag50.xml"/><Relationship Id="rId102" Type="http://schemas.openxmlformats.org/officeDocument/2006/relationships/tags" Target="../tags/tag73.xml"/><Relationship Id="rId123" Type="http://schemas.openxmlformats.org/officeDocument/2006/relationships/tags" Target="../tags/tag94.xml"/><Relationship Id="rId144" Type="http://schemas.openxmlformats.org/officeDocument/2006/relationships/tags" Target="../tags/tag115.xml"/><Relationship Id="rId90" Type="http://schemas.openxmlformats.org/officeDocument/2006/relationships/tags" Target="../tags/tag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663657"/>
            <a:ext cx="11186476" cy="46895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Start typing to add text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  <a:p>
            <a:pPr lvl="5"/>
            <a:r>
              <a:rPr lang="en-US"/>
              <a:t>Level 6</a:t>
            </a:r>
          </a:p>
          <a:p>
            <a:pPr lvl="6"/>
            <a:r>
              <a:rPr lang="en-US"/>
              <a:t>Level 7</a:t>
            </a:r>
          </a:p>
          <a:p>
            <a:pPr lvl="7"/>
            <a:r>
              <a:rPr lang="en-US"/>
              <a:t>Level 8</a:t>
            </a:r>
          </a:p>
          <a:p>
            <a:pPr lvl="8"/>
            <a:r>
              <a:rPr lang="en-US"/>
              <a:t>Level 9</a:t>
            </a:r>
          </a:p>
          <a:p>
            <a:pPr lvl="0"/>
            <a:endParaRPr lang="en-US" noProof="0"/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804D4-CFCB-3760-6825-6437954DC9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03238" y="6560280"/>
            <a:ext cx="2144713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E" sz="600">
                <a:solidFill>
                  <a:srgbClr val="000000">
                    <a:alpha val="50000"/>
                  </a:srgbClr>
                </a:solidFill>
                <a:latin typeface="72 Brand" panose="020B0504030603020204" pitchFamily="34" charset="0"/>
              </a:rPr>
              <a:t>SAP Social Sabbatical x Ziyo Forum 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30" r:id="rId2"/>
    <p:sldLayoutId id="2147483780" r:id="rId3"/>
    <p:sldLayoutId id="2147483805" r:id="rId4"/>
    <p:sldLayoutId id="2147483818" r:id="rId5"/>
    <p:sldLayoutId id="2147483788" r:id="rId6"/>
    <p:sldLayoutId id="2147483823" r:id="rId7"/>
    <p:sldLayoutId id="2147483741" r:id="rId8"/>
    <p:sldLayoutId id="2147483836" r:id="rId9"/>
    <p:sldLayoutId id="2147483765" r:id="rId10"/>
    <p:sldLayoutId id="2147483837" r:id="rId11"/>
    <p:sldLayoutId id="2147483811" r:id="rId12"/>
    <p:sldLayoutId id="2147483767" r:id="rId13"/>
    <p:sldLayoutId id="2147483815" r:id="rId14"/>
    <p:sldLayoutId id="2147483812" r:id="rId15"/>
    <p:sldLayoutId id="2147483774" r:id="rId16"/>
    <p:sldLayoutId id="2147483745" r:id="rId17"/>
    <p:sldLayoutId id="2147483760" r:id="rId18"/>
    <p:sldLayoutId id="2147483768" r:id="rId19"/>
    <p:sldLayoutId id="2147483769" r:id="rId20"/>
    <p:sldLayoutId id="2147483770" r:id="rId21"/>
    <p:sldLayoutId id="2147483771" r:id="rId22"/>
    <p:sldLayoutId id="2147483825" r:id="rId23"/>
    <p:sldLayoutId id="2147483826" r:id="rId24"/>
    <p:sldLayoutId id="2147483810" r:id="rId25"/>
    <p:sldLayoutId id="2147483824" r:id="rId26"/>
    <p:sldLayoutId id="2147483829" r:id="rId27"/>
    <p:sldLayoutId id="2147483828" r:id="rId28"/>
    <p:sldLayoutId id="2147483838" r:id="rId29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png"/><Relationship Id="rId5" Type="http://schemas.openxmlformats.org/officeDocument/2006/relationships/image" Target="../media/image40.png"/><Relationship Id="rId4" Type="http://schemas.openxmlformats.org/officeDocument/2006/relationships/image" Target="../media/image3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D6F9E-D895-1B26-5381-CF399438A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2706316"/>
            <a:ext cx="5594349" cy="1072469"/>
          </a:xfrm>
        </p:spPr>
        <p:txBody>
          <a:bodyPr/>
          <a:lstStyle/>
          <a:p>
            <a:r>
              <a:rPr lang="en-US" noProof="0" dirty="0">
                <a:solidFill>
                  <a:srgbClr val="45BC0D"/>
                </a:solidFill>
              </a:rPr>
              <a:t>Ziyo App</a:t>
            </a:r>
            <a:br>
              <a:rPr lang="en-US" noProof="0" dirty="0"/>
            </a:br>
            <a:r>
              <a:rPr lang="en-US" noProof="0" dirty="0"/>
              <a:t>Content, Growth and Partner Strategy</a:t>
            </a:r>
            <a:br>
              <a:rPr lang="en-US" noProof="0" dirty="0"/>
            </a:br>
            <a:endParaRPr lang="en-US" i="1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82709053-641B-D3F0-2A34-A108C686B936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Stefanie, Anja, Pankaj – SAP SE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13D3BB19-0B0D-7EE4-1536-39A566DA9E4E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October 14, 2026</a:t>
            </a: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006E915F-4128-188A-E310-C74689C78DD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10502" t="2767" r="3549" b="2767"/>
          <a:stretch>
            <a:fillRect/>
          </a:stretch>
        </p:blipFill>
        <p:spPr>
          <a:xfrm>
            <a:off x="6097587" y="-1"/>
            <a:ext cx="6097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45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8A08E-03D8-25CF-563A-B717E644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CA9AE-EC01-9A72-16C8-EE038C86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  <a:t>Welcome! </a:t>
            </a:r>
            <a:br>
              <a:rPr lang="en-US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</a:br>
            <a:r>
              <a:rPr lang="en-US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Xush</a:t>
            </a:r>
            <a:r>
              <a:rPr lang="en-US" b="1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 </a:t>
            </a:r>
            <a:r>
              <a:rPr lang="en-US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kelibsiz</a:t>
            </a:r>
            <a:r>
              <a:rPr lang="en-US" b="1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!</a:t>
            </a:r>
            <a:endParaRPr lang="en-US" i="1" noProof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004DFC8A-15A1-6445-4593-44113030569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76" r="76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90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52A"/>
                </a:solidFill>
                <a:latin typeface="Arial"/>
              </a:rPr>
              <a:t>Content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3112" cy="36576"/>
          </a:xfrm>
          <a:prstGeom prst="rect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877824"/>
            <a:ext cx="3547872" cy="54406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877824"/>
            <a:ext cx="3547872" cy="365760"/>
          </a:xfrm>
          <a:prstGeom prst="roundRect">
            <a:avLst>
              <a:gd name="adj" fmla="val 5000"/>
            </a:avLst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914400"/>
            <a:ext cx="33192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EVENTS</a:t>
            </a:r>
          </a:p>
        </p:txBody>
      </p:sp>
      <p:sp>
        <p:nvSpPr>
          <p:cNvPr id="8" name="Right Triangle 7"/>
          <p:cNvSpPr/>
          <p:nvPr/>
        </p:nvSpPr>
        <p:spPr>
          <a:xfrm rot="5400000">
            <a:off x="704088" y="1389888"/>
            <a:ext cx="201168" cy="128016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353312"/>
            <a:ext cx="3300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Regular Events</a:t>
            </a:r>
          </a:p>
        </p:txBody>
      </p:sp>
      <p:sp>
        <p:nvSpPr>
          <p:cNvPr id="10" name="Right Triangle 9"/>
          <p:cNvSpPr/>
          <p:nvPr/>
        </p:nvSpPr>
        <p:spPr>
          <a:xfrm rot="5400000">
            <a:off x="704088" y="1755648"/>
            <a:ext cx="201168" cy="128016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719072"/>
            <a:ext cx="3300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One-Off Events</a:t>
            </a:r>
          </a:p>
        </p:txBody>
      </p:sp>
      <p:sp>
        <p:nvSpPr>
          <p:cNvPr id="12" name="Right Triangle 11"/>
          <p:cNvSpPr/>
          <p:nvPr/>
        </p:nvSpPr>
        <p:spPr>
          <a:xfrm rot="5400000">
            <a:off x="704088" y="2121408"/>
            <a:ext cx="201168" cy="128016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084831"/>
            <a:ext cx="3300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"Ziyo Cup" Fun Events</a:t>
            </a:r>
          </a:p>
        </p:txBody>
      </p:sp>
      <p:sp>
        <p:nvSpPr>
          <p:cNvPr id="14" name="Right Triangle 13"/>
          <p:cNvSpPr/>
          <p:nvPr/>
        </p:nvSpPr>
        <p:spPr>
          <a:xfrm rot="5400000">
            <a:off x="704088" y="2487168"/>
            <a:ext cx="201168" cy="128016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450591"/>
            <a:ext cx="3300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Podcast</a:t>
            </a:r>
          </a:p>
        </p:txBody>
      </p:sp>
      <p:sp>
        <p:nvSpPr>
          <p:cNvPr id="16" name="Right Triangle 15"/>
          <p:cNvSpPr/>
          <p:nvPr/>
        </p:nvSpPr>
        <p:spPr>
          <a:xfrm rot="5400000">
            <a:off x="704088" y="2852927"/>
            <a:ext cx="201168" cy="128016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2816351"/>
            <a:ext cx="3300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Video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8536" y="877824"/>
            <a:ext cx="3547872" cy="54406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88536" y="877824"/>
            <a:ext cx="3547872" cy="365760"/>
          </a:xfrm>
          <a:prstGeom prst="roundRect">
            <a:avLst>
              <a:gd name="adj" fmla="val 5000"/>
            </a:avLst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53127" y="914400"/>
            <a:ext cx="33192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CURATED CONTENT</a:t>
            </a:r>
          </a:p>
        </p:txBody>
      </p:sp>
      <p:sp>
        <p:nvSpPr>
          <p:cNvPr id="21" name="Right Triangle 20"/>
          <p:cNvSpPr/>
          <p:nvPr/>
        </p:nvSpPr>
        <p:spPr>
          <a:xfrm rot="5400000">
            <a:off x="4489703" y="1389888"/>
            <a:ext cx="201168" cy="128016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45736" y="1353312"/>
            <a:ext cx="3300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News (e.g. Arlod Media)</a:t>
            </a:r>
          </a:p>
        </p:txBody>
      </p:sp>
      <p:sp>
        <p:nvSpPr>
          <p:cNvPr id="23" name="Right Triangle 22"/>
          <p:cNvSpPr/>
          <p:nvPr/>
        </p:nvSpPr>
        <p:spPr>
          <a:xfrm rot="5400000">
            <a:off x="4489703" y="1755648"/>
            <a:ext cx="201168" cy="128016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45736" y="1719072"/>
            <a:ext cx="3300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Scholarships &amp; Grants</a:t>
            </a:r>
          </a:p>
        </p:txBody>
      </p:sp>
      <p:sp>
        <p:nvSpPr>
          <p:cNvPr id="25" name="Right Triangle 24"/>
          <p:cNvSpPr/>
          <p:nvPr/>
        </p:nvSpPr>
        <p:spPr>
          <a:xfrm rot="5400000">
            <a:off x="4489703" y="2121408"/>
            <a:ext cx="201168" cy="128016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45736" y="2084831"/>
            <a:ext cx="3300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Internship Listings</a:t>
            </a:r>
          </a:p>
        </p:txBody>
      </p:sp>
      <p:sp>
        <p:nvSpPr>
          <p:cNvPr id="27" name="Right Triangle 26"/>
          <p:cNvSpPr/>
          <p:nvPr/>
        </p:nvSpPr>
        <p:spPr>
          <a:xfrm rot="5400000">
            <a:off x="4489703" y="2487168"/>
            <a:ext cx="201168" cy="128016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45736" y="2450591"/>
            <a:ext cx="3300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Research Opportunities</a:t>
            </a:r>
          </a:p>
        </p:txBody>
      </p:sp>
      <p:sp>
        <p:nvSpPr>
          <p:cNvPr id="29" name="Right Triangle 28"/>
          <p:cNvSpPr/>
          <p:nvPr/>
        </p:nvSpPr>
        <p:spPr>
          <a:xfrm rot="5400000">
            <a:off x="4489703" y="2852927"/>
            <a:ext cx="201168" cy="128016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45736" y="2816351"/>
            <a:ext cx="33009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Anything Else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4152" y="877824"/>
            <a:ext cx="3547872" cy="544068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074152" y="877824"/>
            <a:ext cx="3547872" cy="365760"/>
          </a:xfrm>
          <a:prstGeom prst="roundRect">
            <a:avLst>
              <a:gd name="adj" fmla="val 5000"/>
            </a:avLst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38744" y="914400"/>
            <a:ext cx="33192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PARTNERSHIPS</a:t>
            </a:r>
          </a:p>
        </p:txBody>
      </p:sp>
      <p:sp>
        <p:nvSpPr>
          <p:cNvPr id="34" name="Right Triangle 33"/>
          <p:cNvSpPr/>
          <p:nvPr/>
        </p:nvSpPr>
        <p:spPr>
          <a:xfrm rot="5400000">
            <a:off x="8275320" y="1389888"/>
            <a:ext cx="201168" cy="128016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31352" y="1353312"/>
            <a:ext cx="33009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Active vs. Non-Active Partners</a:t>
            </a:r>
          </a:p>
        </p:txBody>
      </p:sp>
      <p:sp>
        <p:nvSpPr>
          <p:cNvPr id="36" name="Right Triangle 35"/>
          <p:cNvSpPr/>
          <p:nvPr/>
        </p:nvSpPr>
        <p:spPr>
          <a:xfrm rot="5400000">
            <a:off x="8275320" y="1755648"/>
            <a:ext cx="201168" cy="128016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31352" y="1719072"/>
            <a:ext cx="33009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Ambassadors</a:t>
            </a:r>
          </a:p>
        </p:txBody>
      </p:sp>
      <p:sp>
        <p:nvSpPr>
          <p:cNvPr id="38" name="Right Triangle 37"/>
          <p:cNvSpPr/>
          <p:nvPr/>
        </p:nvSpPr>
        <p:spPr>
          <a:xfrm rot="5400000">
            <a:off x="8275320" y="2121408"/>
            <a:ext cx="201168" cy="128016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31352" y="2084831"/>
            <a:ext cx="33009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52A"/>
                </a:solidFill>
                <a:latin typeface="Arial"/>
              </a:rPr>
              <a:t>Cross-Funding from Partners?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373368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B6670"/>
                </a:solidFill>
                <a:latin typeface="Arial"/>
              </a:rPr>
              <a:t>Content Sourcing: identify Uzbek-specific needs (e.g. Cybersecurity, STEM, Language)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37960"/>
            <a:ext cx="113659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Ziyo App · Product Vision Workshop · October 2026  ·  Content Strategy</a:t>
            </a:r>
          </a:p>
        </p:txBody>
      </p:sp>
    </p:spTree>
    <p:extLst>
      <p:ext uri="{BB962C8B-B14F-4D97-AF65-F5344CB8AC3E}">
        <p14:creationId xmlns:p14="http://schemas.microsoft.com/office/powerpoint/2010/main" val="2699244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52A"/>
                </a:solidFill>
                <a:latin typeface="Arial"/>
              </a:rPr>
              <a:t>Info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3112" cy="36576"/>
          </a:xfrm>
          <a:prstGeom prst="rect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73152" cy="402336"/>
          </a:xfrm>
          <a:prstGeom prst="roundRect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52A"/>
                </a:solidFill>
                <a:latin typeface="Arial"/>
              </a:rPr>
              <a:t>Usage / View Statistics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664208"/>
            <a:ext cx="73152" cy="402336"/>
          </a:xfrm>
          <a:prstGeom prst="roundRect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52A"/>
                </a:solidFill>
                <a:latin typeface="Arial"/>
              </a:rPr>
              <a:t>List of Events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2322576"/>
            <a:ext cx="73152" cy="402336"/>
          </a:xfrm>
          <a:prstGeom prst="roundRect">
            <a:avLst/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322576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52A"/>
                </a:solidFill>
                <a:latin typeface="Arial"/>
              </a:rPr>
              <a:t>List of Media Assets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79776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2980944"/>
            <a:ext cx="73152" cy="402336"/>
          </a:xfrm>
          <a:prstGeom prst="roundRect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980944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52A"/>
                </a:solidFill>
                <a:latin typeface="Arial"/>
              </a:rPr>
              <a:t>Ambassadors Info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38144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2920" y="3639311"/>
            <a:ext cx="73152" cy="402336"/>
          </a:xfrm>
          <a:prstGeom prst="roundRect">
            <a:avLst/>
          </a:prstGeom>
          <a:solidFill>
            <a:srgbClr val="FFCC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639311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52A"/>
                </a:solidFill>
                <a:latin typeface="Arial"/>
              </a:rPr>
              <a:t>Funding of Events &amp; Media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96511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113659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Ziyo App · Product Vision Workshop · October 2026  ·  Info Needed</a:t>
            </a:r>
          </a:p>
        </p:txBody>
      </p:sp>
    </p:spTree>
    <p:extLst>
      <p:ext uri="{BB962C8B-B14F-4D97-AF65-F5344CB8AC3E}">
        <p14:creationId xmlns:p14="http://schemas.microsoft.com/office/powerpoint/2010/main" val="1681017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52A"/>
                </a:solidFill>
                <a:latin typeface="Arial"/>
              </a:rPr>
              <a:t>Ideas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3112" cy="36576"/>
          </a:xfrm>
          <a:prstGeom prst="rect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 rot="5400000">
            <a:off x="502920" y="1088136"/>
            <a:ext cx="256032" cy="164592"/>
          </a:xfrm>
          <a:prstGeom prst="rtTriangle">
            <a:avLst/>
          </a:prstGeom>
          <a:solidFill>
            <a:srgbClr val="28A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005840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2252A"/>
                </a:solidFill>
                <a:latin typeface="Arial"/>
              </a:rPr>
              <a:t>Tiering for Partners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Triangle 7"/>
          <p:cNvSpPr/>
          <p:nvPr/>
        </p:nvSpPr>
        <p:spPr>
          <a:xfrm rot="5400000">
            <a:off x="502920" y="1746504"/>
            <a:ext cx="256032" cy="164592"/>
          </a:xfrm>
          <a:prstGeom prst="rtTriangle">
            <a:avLst/>
          </a:prstGeom>
          <a:solidFill>
            <a:srgbClr val="45B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664208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2252A"/>
                </a:solidFill>
                <a:latin typeface="Arial"/>
              </a:rPr>
              <a:t>"Easy Way to Capture Content" (LD concept)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Triangle 10"/>
          <p:cNvSpPr/>
          <p:nvPr/>
        </p:nvSpPr>
        <p:spPr>
          <a:xfrm rot="5400000">
            <a:off x="502920" y="2404872"/>
            <a:ext cx="256032" cy="164592"/>
          </a:xfrm>
          <a:prstGeom prst="rtTriangle">
            <a:avLst/>
          </a:prstGeom>
          <a:solidFill>
            <a:srgbClr val="EF5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322576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2252A"/>
                </a:solidFill>
                <a:latin typeface="Arial"/>
              </a:rPr>
              <a:t>Visibility for Ambassadors + Feature Partner Orgs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79776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Triangle 13"/>
          <p:cNvSpPr/>
          <p:nvPr/>
        </p:nvSpPr>
        <p:spPr>
          <a:xfrm rot="5400000">
            <a:off x="502920" y="3063239"/>
            <a:ext cx="256032" cy="164592"/>
          </a:xfrm>
          <a:prstGeom prst="rtTriangle">
            <a:avLst/>
          </a:prstGeom>
          <a:solidFill>
            <a:srgbClr val="942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2980944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2252A"/>
                </a:solidFill>
                <a:latin typeface="Arial"/>
              </a:rPr>
              <a:t>Join Forces on Ziyo App / Rewards → Complete Student Portfolio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38144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Triangle 16"/>
          <p:cNvSpPr/>
          <p:nvPr/>
        </p:nvSpPr>
        <p:spPr>
          <a:xfrm rot="5400000">
            <a:off x="502920" y="3721607"/>
            <a:ext cx="256032" cy="164592"/>
          </a:xfrm>
          <a:prstGeom prst="rtTriangle">
            <a:avLst/>
          </a:prstGeom>
          <a:solidFill>
            <a:srgbClr val="FFCC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639311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2252A"/>
                </a:solidFill>
                <a:latin typeface="Arial"/>
              </a:rPr>
              <a:t>Alumni Support &amp; Success Stories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96511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Triangle 19"/>
          <p:cNvSpPr/>
          <p:nvPr/>
        </p:nvSpPr>
        <p:spPr>
          <a:xfrm rot="5400000">
            <a:off x="502920" y="4379975"/>
            <a:ext cx="256032" cy="164592"/>
          </a:xfrm>
          <a:prstGeom prst="rtTriangle">
            <a:avLst/>
          </a:prstGeom>
          <a:solidFill>
            <a:srgbClr val="652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4297679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2252A"/>
                </a:solidFill>
                <a:latin typeface="Arial"/>
              </a:rPr>
              <a:t>Mentoring / Coaching / Peer-to-Peer Coaching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754879"/>
            <a:ext cx="11183112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113659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Ziyo App · Product Vision Workshop · October 2026  ·  Ideas</a:t>
            </a:r>
          </a:p>
        </p:txBody>
      </p:sp>
    </p:spTree>
    <p:extLst>
      <p:ext uri="{BB962C8B-B14F-4D97-AF65-F5344CB8AC3E}">
        <p14:creationId xmlns:p14="http://schemas.microsoft.com/office/powerpoint/2010/main" val="363173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7C9C7-C9EB-616C-21C0-EF4C30397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D2A4-9229-A0AB-C9B8-38630D767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noProof="0">
                <a:solidFill>
                  <a:srgbClr val="000000"/>
                </a:solidFill>
                <a:latin typeface="Arial" panose="020B0604020202020204" pitchFamily="34" charset="0"/>
                <a:ea typeface="72 Brand" pitchFamily="34" charset="-122"/>
              </a:rPr>
              <a:t>Common Ground </a:t>
            </a:r>
            <a:r>
              <a:rPr lang="en-US" b="1" i="1" noProof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Umumiy</a:t>
            </a:r>
            <a:r>
              <a:rPr lang="en-US" b="1" i="1" noProof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72 Brand" pitchFamily="34" charset="-122"/>
              </a:rPr>
              <a:t> fikr</a:t>
            </a:r>
            <a:endParaRPr lang="en-US" i="1" noProof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D3C3D3F-6A72-A1FB-0F54-99987933C29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30557" b="7549"/>
          <a:stretch>
            <a:fillRect/>
          </a:stretch>
        </p:blipFill>
        <p:spPr>
          <a:xfrm>
            <a:off x="5969000" y="0"/>
            <a:ext cx="6226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05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6178-026F-8B4A-6400-98F241445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EDFEE63-6E77-70C9-7EEC-B0F0C76A8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469" y="1404448"/>
            <a:ext cx="4065587" cy="998420"/>
          </a:xfrm>
        </p:spPr>
        <p:txBody>
          <a:bodyPr/>
          <a:lstStyle/>
          <a:p>
            <a:r>
              <a:rPr lang="en-US" noProof="0"/>
              <a:t>Thank you!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E107292-05EE-1D42-5E75-7C1C2383E05B}"/>
              </a:ext>
            </a:extLst>
          </p:cNvPr>
          <p:cNvSpPr txBox="1">
            <a:spLocks/>
          </p:cNvSpPr>
          <p:nvPr/>
        </p:nvSpPr>
        <p:spPr bwMode="black">
          <a:xfrm>
            <a:off x="3811588" y="4022725"/>
            <a:ext cx="4065587" cy="9984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ctr" defTabSz="108855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5500" b="0" i="0" kern="1200" baseline="0" dirty="0">
                <a:solidFill>
                  <a:schemeClr val="tx1"/>
                </a:solidFill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sz="4000" noProof="0"/>
              <a:t>Thank you!</a:t>
            </a:r>
            <a:br>
              <a:rPr lang="en-US" sz="4000" noProof="0"/>
            </a:br>
            <a:r>
              <a:rPr lang="en-US" sz="4000" noProof="0" err="1"/>
              <a:t>Спасибо</a:t>
            </a:r>
            <a:br>
              <a:rPr lang="en-US" sz="4000" noProof="0"/>
            </a:br>
            <a:r>
              <a:rPr lang="en-US" sz="4000" noProof="0"/>
              <a:t>Rahmat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88E9C540-CAA1-3973-F406-22CDD083D55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25021" b="25021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93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F84DB-0E76-D005-E19A-57269F518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4C000-DBDF-BA77-A483-AC80194C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6A05745A-9D58-3932-2A2D-D0C6EF923291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EFA0F9CE-29E2-5283-EC4B-4BEB7BCC142C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C560E6F-4301-604D-2187-1EEE2E723F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E326CA57-84ED-EC32-5E80-C586D9246C67}"/>
              </a:ext>
            </a:extLst>
          </p:cNvPr>
          <p:cNvSpPr/>
          <p:nvPr/>
        </p:nvSpPr>
        <p:spPr>
          <a:xfrm>
            <a:off x="8593826" y="-117227"/>
            <a:ext cx="3601349" cy="7641480"/>
          </a:xfrm>
          <a:custGeom>
            <a:avLst/>
            <a:gdLst/>
            <a:ahLst/>
            <a:cxnLst/>
            <a:rect l="l" t="t" r="r" b="b"/>
            <a:pathLst>
              <a:path w="3601349" h="7641480">
                <a:moveTo>
                  <a:pt x="0" y="0"/>
                </a:moveTo>
                <a:lnTo>
                  <a:pt x="3601349" y="0"/>
                </a:lnTo>
                <a:lnTo>
                  <a:pt x="3601349" y="7641480"/>
                </a:lnTo>
                <a:lnTo>
                  <a:pt x="0" y="7641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65707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01615-4F89-CFA6-80E5-A28473DC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11CA0-81EB-1CE0-07FA-99860E75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219432DD-581C-8573-25D8-EEC1E7AA3008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81DF9213-9AA2-BD08-B755-A8C9ABEAC145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0FB48CB7-0985-0445-6B1B-953F8353F5EC}"/>
              </a:ext>
            </a:extLst>
          </p:cNvPr>
          <p:cNvSpPr/>
          <p:nvPr/>
        </p:nvSpPr>
        <p:spPr>
          <a:xfrm>
            <a:off x="-47953" y="1557606"/>
            <a:ext cx="4410732" cy="6187135"/>
          </a:xfrm>
          <a:custGeom>
            <a:avLst/>
            <a:gdLst/>
            <a:ahLst/>
            <a:cxnLst/>
            <a:rect l="l" t="t" r="r" b="b"/>
            <a:pathLst>
              <a:path w="4410732" h="6187135">
                <a:moveTo>
                  <a:pt x="0" y="0"/>
                </a:moveTo>
                <a:lnTo>
                  <a:pt x="4410732" y="0"/>
                </a:lnTo>
                <a:lnTo>
                  <a:pt x="4410732" y="6187135"/>
                </a:lnTo>
                <a:lnTo>
                  <a:pt x="0" y="6187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noProof="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445D3247-25AE-57E1-2515-C6B5E06B376D}"/>
              </a:ext>
            </a:extLst>
          </p:cNvPr>
          <p:cNvSpPr/>
          <p:nvPr/>
        </p:nvSpPr>
        <p:spPr>
          <a:xfrm rot="2180523">
            <a:off x="7214798" y="270472"/>
            <a:ext cx="7547753" cy="4819860"/>
          </a:xfrm>
          <a:custGeom>
            <a:avLst/>
            <a:gdLst/>
            <a:ahLst/>
            <a:cxnLst/>
            <a:rect l="l" t="t" r="r" b="b"/>
            <a:pathLst>
              <a:path w="7547753" h="4819860">
                <a:moveTo>
                  <a:pt x="0" y="0"/>
                </a:moveTo>
                <a:lnTo>
                  <a:pt x="7547753" y="0"/>
                </a:lnTo>
                <a:lnTo>
                  <a:pt x="7547753" y="4819860"/>
                </a:lnTo>
                <a:lnTo>
                  <a:pt x="0" y="481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0264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20D65-AFA5-70AD-6B64-433DB4AE3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F0328-5480-A4D4-4C22-1BCD07B9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0B22596B-2B9D-B9FF-85D8-B170422426E8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57BB30F7-1B78-446A-2466-1F8B83978A31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D739C0C9-BCC4-6464-4828-1DA47C6DF834}"/>
              </a:ext>
            </a:extLst>
          </p:cNvPr>
          <p:cNvSpPr/>
          <p:nvPr/>
        </p:nvSpPr>
        <p:spPr>
          <a:xfrm>
            <a:off x="-47953" y="1557606"/>
            <a:ext cx="4410732" cy="6187135"/>
          </a:xfrm>
          <a:custGeom>
            <a:avLst/>
            <a:gdLst/>
            <a:ahLst/>
            <a:cxnLst/>
            <a:rect l="l" t="t" r="r" b="b"/>
            <a:pathLst>
              <a:path w="4410732" h="6187135">
                <a:moveTo>
                  <a:pt x="0" y="0"/>
                </a:moveTo>
                <a:lnTo>
                  <a:pt x="4410732" y="0"/>
                </a:lnTo>
                <a:lnTo>
                  <a:pt x="4410732" y="6187135"/>
                </a:lnTo>
                <a:lnTo>
                  <a:pt x="0" y="6187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noProof="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4A68A92B-42C1-BB08-21C4-00E3ECDAC0A8}"/>
              </a:ext>
            </a:extLst>
          </p:cNvPr>
          <p:cNvSpPr/>
          <p:nvPr/>
        </p:nvSpPr>
        <p:spPr>
          <a:xfrm rot="2180523">
            <a:off x="8421298" y="270472"/>
            <a:ext cx="7547753" cy="4819860"/>
          </a:xfrm>
          <a:custGeom>
            <a:avLst/>
            <a:gdLst/>
            <a:ahLst/>
            <a:cxnLst/>
            <a:rect l="l" t="t" r="r" b="b"/>
            <a:pathLst>
              <a:path w="7547753" h="4819860">
                <a:moveTo>
                  <a:pt x="0" y="0"/>
                </a:moveTo>
                <a:lnTo>
                  <a:pt x="7547753" y="0"/>
                </a:lnTo>
                <a:lnTo>
                  <a:pt x="7547753" y="4819860"/>
                </a:lnTo>
                <a:lnTo>
                  <a:pt x="0" y="481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69828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CE88F-8505-C59C-790E-BAFA8896F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3FF0-9B1F-6AFE-D3DE-46D3974BC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2CC64C37-DAF8-DAED-DD51-8D6B2CAC8F0C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A2E2BF43-9DE2-17AE-A231-23CBA6CB7397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19FF9A95-5739-DA05-04FF-51E2913BA9F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22016" r="22016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272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6B2BF-0376-9D52-96FB-B0D89C1AD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9C86B-CCA1-8C87-BF16-08FDF8BFE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9FB00B2A-89F5-423D-3ACD-8C774508D5F2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0EFA0468-492A-BFBA-8741-3D76C39D9037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1345DDB3-E787-77CA-977D-30B2485F8BD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19015" b="19015"/>
          <a:stretch>
            <a:fillRect/>
          </a:stretch>
        </p:blipFill>
        <p:spPr bwMode="black"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115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CE88F-8505-C59C-790E-BAFA8896F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3FF0-9B1F-6AFE-D3DE-46D3974BC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2CC64C37-DAF8-DAED-DD51-8D6B2CAC8F0C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A2E2BF43-9DE2-17AE-A231-23CBA6CB7397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C54E4CFF-9460-85F6-ACEC-52B961C1783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8031" t="13077" r="51629" b="7915"/>
          <a:stretch>
            <a:fillRect/>
          </a:stretch>
        </p:blipFill>
        <p:spPr>
          <a:xfrm>
            <a:off x="5969000" y="0"/>
            <a:ext cx="6226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428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C9875-66FE-84B6-9B09-4281AB8BE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4458-9AE6-5D51-9E61-3D4437906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F86A0218-B529-A495-DB53-35C880558C63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ACC144CB-BDF7-4BC7-E0D5-A46EA0C031AA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DD61BD00-D82F-71AC-997A-87ECF4594D1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18995" b="18995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33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8EA49-B278-FE71-6FC3-B59D150F6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AEEC-C433-F722-980E-B77F2208D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CD9CF550-B3E1-45B2-893C-ABB8BC7AC605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99EC120F-468D-D763-FC10-0BC27EC31DF8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ABA1450-ECFB-8F8B-7B04-84B4C1DB318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19738" r="19738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10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30929-35A1-492E-C1A4-407B1EE86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6E6C8-1868-42B6-835D-EE9E685E3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4428CC83-D37D-7E45-1845-72DE4847EE59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EF764539-323A-9500-365F-054FED704F15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A3B34E9-394B-1665-5C8F-D0A5EDF3E33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4606" r="4606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24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1930A8-9A7F-025F-C16E-DCB63B2F1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>
                <a:solidFill>
                  <a:schemeClr val="tx1"/>
                </a:solidFill>
              </a:rPr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43552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68C8-E5E4-63EA-2092-1C90DD066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>
                <a:solidFill>
                  <a:schemeClr val="tx1"/>
                </a:solidFill>
              </a:rPr>
              <a:t>Headline</a:t>
            </a:r>
            <a:br>
              <a:rPr lang="en-US" noProof="0">
                <a:solidFill>
                  <a:schemeClr val="tx1"/>
                </a:solidFill>
              </a:rPr>
            </a:br>
            <a:r>
              <a:rPr lang="en-US" noProof="0">
                <a:solidFill>
                  <a:schemeClr val="tx1"/>
                </a:solidFill>
                <a:latin typeface="72 Brand" panose="020B0504030603020204" pitchFamily="34" charset="0"/>
              </a:rPr>
              <a:t>Sub-Headline</a:t>
            </a:r>
          </a:p>
        </p:txBody>
      </p:sp>
    </p:spTree>
    <p:extLst>
      <p:ext uri="{BB962C8B-B14F-4D97-AF65-F5344CB8AC3E}">
        <p14:creationId xmlns:p14="http://schemas.microsoft.com/office/powerpoint/2010/main" val="1122216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F73F3-4D89-1822-966E-3152E04E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14F2A-841B-3DC6-F300-A33139AC6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>
                <a:solidFill>
                  <a:schemeClr val="tx1"/>
                </a:solidFill>
              </a:rPr>
              <a:t>Headline</a:t>
            </a:r>
            <a:br>
              <a:rPr lang="en-US" noProof="0">
                <a:solidFill>
                  <a:schemeClr val="tx1"/>
                </a:solidFill>
              </a:rPr>
            </a:br>
            <a:r>
              <a:rPr lang="en-US" noProof="0">
                <a:solidFill>
                  <a:schemeClr val="tx1"/>
                </a:solidFill>
                <a:latin typeface="72 Brand" panose="020B0504030603020204" pitchFamily="34" charset="0"/>
              </a:rPr>
              <a:t>Sub-Headline</a:t>
            </a:r>
          </a:p>
        </p:txBody>
      </p:sp>
      <p:sp>
        <p:nvSpPr>
          <p:cNvPr id="4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0D68F8C1-1F21-B891-298D-E706A6B83870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5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240C7266-57F7-776C-D5E3-EE028EC88C3D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</p:spTree>
    <p:extLst>
      <p:ext uri="{BB962C8B-B14F-4D97-AF65-F5344CB8AC3E}">
        <p14:creationId xmlns:p14="http://schemas.microsoft.com/office/powerpoint/2010/main" val="2530844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8DA2A1-D57A-A424-4D69-874AF4442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D22E8-60E1-E22F-3C9D-A10B2C127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058592"/>
            <a:ext cx="11186476" cy="369332"/>
          </a:xfrm>
        </p:spPr>
        <p:txBody>
          <a:bodyPr/>
          <a:lstStyle/>
          <a:p>
            <a:r>
              <a:rPr lang="en-US" noProof="0"/>
              <a:t>Agenda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6D26FA-40C7-E893-4D16-5A15FC946E44}"/>
              </a:ext>
            </a:extLst>
          </p:cNvPr>
          <p:cNvGrpSpPr/>
          <p:nvPr/>
        </p:nvGrpSpPr>
        <p:grpSpPr>
          <a:xfrm>
            <a:off x="504000" y="1717170"/>
            <a:ext cx="7373174" cy="557844"/>
            <a:chOff x="504000" y="2004040"/>
            <a:chExt cx="7373174" cy="55784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EA9BDE4-AAE3-3278-90CD-8DB4860B912A}"/>
                </a:ext>
              </a:extLst>
            </p:cNvPr>
            <p:cNvSpPr txBox="1"/>
            <p:nvPr/>
          </p:nvSpPr>
          <p:spPr>
            <a:xfrm>
              <a:off x="504000" y="2004040"/>
              <a:ext cx="83333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3600" b="1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01</a:t>
              </a:r>
              <a:endParaRPr lang="en-US" sz="32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8DE4FD3-54AE-20BD-2EE1-82DF5E4F9B0D}"/>
                </a:ext>
              </a:extLst>
            </p:cNvPr>
            <p:cNvSpPr txBox="1"/>
            <p:nvPr/>
          </p:nvSpPr>
          <p:spPr>
            <a:xfrm>
              <a:off x="1439999" y="2061747"/>
              <a:ext cx="6437175" cy="50013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600" kern="0" noProof="0">
                  <a:latin typeface="72 Brand Medium" panose="020B0604030603020204" pitchFamily="34" charset="0"/>
                  <a:ea typeface="72 Brand" pitchFamily="34" charset="-128"/>
                  <a:cs typeface="72 Brand" pitchFamily="34" charset="-128"/>
                </a:rPr>
                <a:t>Agenda Sample Text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100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Short description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615DAAC-E556-AAF5-9535-0570371B371E}"/>
              </a:ext>
            </a:extLst>
          </p:cNvPr>
          <p:cNvGrpSpPr/>
          <p:nvPr/>
        </p:nvGrpSpPr>
        <p:grpSpPr>
          <a:xfrm>
            <a:off x="504000" y="2493613"/>
            <a:ext cx="7373174" cy="557844"/>
            <a:chOff x="504000" y="3013286"/>
            <a:chExt cx="7373174" cy="55784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011D4DB-3762-F0AF-6C9D-41A8240C5063}"/>
                </a:ext>
              </a:extLst>
            </p:cNvPr>
            <p:cNvSpPr txBox="1"/>
            <p:nvPr/>
          </p:nvSpPr>
          <p:spPr>
            <a:xfrm>
              <a:off x="504000" y="3013286"/>
              <a:ext cx="83333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3600" b="1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02</a:t>
              </a:r>
              <a:endParaRPr lang="en-US" sz="32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ED145F3-B3A9-1693-5575-4D8B6D202FB0}"/>
                </a:ext>
              </a:extLst>
            </p:cNvPr>
            <p:cNvSpPr txBox="1"/>
            <p:nvPr/>
          </p:nvSpPr>
          <p:spPr>
            <a:xfrm>
              <a:off x="1439999" y="3070993"/>
              <a:ext cx="6437175" cy="50013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600" kern="0" noProof="0">
                  <a:latin typeface="72 Brand Medium" panose="020B0604030603020204" pitchFamily="34" charset="0"/>
                  <a:ea typeface="72 Brand" pitchFamily="34" charset="-128"/>
                  <a:cs typeface="72 Brand" pitchFamily="34" charset="-128"/>
                </a:rPr>
                <a:t>Agenda Sample Text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100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Add a short description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45BBE4B-FA2A-B12D-3BEF-F10940F62ABA}"/>
              </a:ext>
            </a:extLst>
          </p:cNvPr>
          <p:cNvGrpSpPr/>
          <p:nvPr/>
        </p:nvGrpSpPr>
        <p:grpSpPr>
          <a:xfrm>
            <a:off x="504000" y="3270056"/>
            <a:ext cx="7373174" cy="557844"/>
            <a:chOff x="504000" y="4022532"/>
            <a:chExt cx="7373174" cy="5578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2C8A3EB-3E04-C783-2002-9707C7A82DF1}"/>
                </a:ext>
              </a:extLst>
            </p:cNvPr>
            <p:cNvSpPr txBox="1"/>
            <p:nvPr/>
          </p:nvSpPr>
          <p:spPr>
            <a:xfrm>
              <a:off x="504000" y="4022532"/>
              <a:ext cx="83333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3600" b="1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03</a:t>
              </a:r>
              <a:endParaRPr lang="en-US" sz="32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982D8D-AC1D-2EEA-E254-E2CCB40FE451}"/>
                </a:ext>
              </a:extLst>
            </p:cNvPr>
            <p:cNvSpPr txBox="1"/>
            <p:nvPr/>
          </p:nvSpPr>
          <p:spPr>
            <a:xfrm>
              <a:off x="1439999" y="4080239"/>
              <a:ext cx="6437175" cy="50013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600" kern="0" noProof="0">
                  <a:latin typeface="72 Brand Medium" panose="020B0604030603020204" pitchFamily="34" charset="0"/>
                  <a:ea typeface="72 Brand" pitchFamily="34" charset="-128"/>
                  <a:cs typeface="72 Brand" pitchFamily="34" charset="-128"/>
                </a:rPr>
                <a:t>Agenda Sample Text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100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Add a short description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5B0FBD-5C4E-4DF8-0D89-873EAE884951}"/>
              </a:ext>
            </a:extLst>
          </p:cNvPr>
          <p:cNvGrpSpPr/>
          <p:nvPr/>
        </p:nvGrpSpPr>
        <p:grpSpPr>
          <a:xfrm>
            <a:off x="504000" y="4046499"/>
            <a:ext cx="7373174" cy="557844"/>
            <a:chOff x="504000" y="5031778"/>
            <a:chExt cx="7373174" cy="55784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FAD4F6-9914-2F9C-ACA2-B909EF96FA09}"/>
                </a:ext>
              </a:extLst>
            </p:cNvPr>
            <p:cNvSpPr txBox="1"/>
            <p:nvPr/>
          </p:nvSpPr>
          <p:spPr>
            <a:xfrm>
              <a:off x="504000" y="5031778"/>
              <a:ext cx="83333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3600" b="1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04</a:t>
              </a:r>
              <a:endParaRPr lang="en-US" sz="32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5F1386-63D0-95FA-51D1-D589E4406D15}"/>
                </a:ext>
              </a:extLst>
            </p:cNvPr>
            <p:cNvSpPr txBox="1"/>
            <p:nvPr/>
          </p:nvSpPr>
          <p:spPr>
            <a:xfrm>
              <a:off x="1439999" y="5089485"/>
              <a:ext cx="6437175" cy="50013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600" kern="0" noProof="0">
                  <a:latin typeface="72 Brand Medium" panose="020B0604030603020204" pitchFamily="34" charset="0"/>
                  <a:ea typeface="72 Brand" pitchFamily="34" charset="-128"/>
                  <a:cs typeface="72 Brand" pitchFamily="34" charset="-128"/>
                </a:rPr>
                <a:t>Agenda Sample Text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100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Add a short description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56E5CE-5B3A-6038-0FB0-294626D63AA1}"/>
              </a:ext>
            </a:extLst>
          </p:cNvPr>
          <p:cNvGrpSpPr/>
          <p:nvPr/>
        </p:nvGrpSpPr>
        <p:grpSpPr>
          <a:xfrm>
            <a:off x="504000" y="4822942"/>
            <a:ext cx="7373174" cy="557844"/>
            <a:chOff x="504000" y="5031778"/>
            <a:chExt cx="7373174" cy="55784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6455E4E-7EDC-B791-2F3F-AA322B312ABE}"/>
                </a:ext>
              </a:extLst>
            </p:cNvPr>
            <p:cNvSpPr txBox="1"/>
            <p:nvPr/>
          </p:nvSpPr>
          <p:spPr>
            <a:xfrm>
              <a:off x="504000" y="5031778"/>
              <a:ext cx="83333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3600" b="1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05</a:t>
              </a:r>
              <a:endParaRPr lang="en-US" sz="32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82A4B3B-B448-ADE2-8959-C80A4999EF49}"/>
                </a:ext>
              </a:extLst>
            </p:cNvPr>
            <p:cNvSpPr txBox="1"/>
            <p:nvPr/>
          </p:nvSpPr>
          <p:spPr>
            <a:xfrm>
              <a:off x="1439999" y="5089485"/>
              <a:ext cx="6437175" cy="50013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600" kern="0" noProof="0">
                  <a:latin typeface="72 Brand Medium" panose="020B0604030603020204" pitchFamily="34" charset="0"/>
                  <a:ea typeface="72 Brand" pitchFamily="34" charset="-128"/>
                  <a:cs typeface="72 Brand" pitchFamily="34" charset="-128"/>
                </a:rPr>
                <a:t>Agenda Sample Text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100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Add a short description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D1BDFBA-EF04-AE6B-4379-2A91DBA75199}"/>
              </a:ext>
            </a:extLst>
          </p:cNvPr>
          <p:cNvGrpSpPr/>
          <p:nvPr/>
        </p:nvGrpSpPr>
        <p:grpSpPr>
          <a:xfrm>
            <a:off x="504000" y="5599384"/>
            <a:ext cx="7373174" cy="557844"/>
            <a:chOff x="504000" y="5031778"/>
            <a:chExt cx="7373174" cy="55784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CE7F01C-2537-5068-9E8E-E495802C3BC3}"/>
                </a:ext>
              </a:extLst>
            </p:cNvPr>
            <p:cNvSpPr txBox="1"/>
            <p:nvPr/>
          </p:nvSpPr>
          <p:spPr>
            <a:xfrm>
              <a:off x="504000" y="5031778"/>
              <a:ext cx="83333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3600" b="1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05</a:t>
              </a:r>
              <a:endParaRPr lang="en-US" sz="3200" b="1" kern="0" noProof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3B76028-8F29-E69E-F478-956F8EA46741}"/>
                </a:ext>
              </a:extLst>
            </p:cNvPr>
            <p:cNvSpPr txBox="1"/>
            <p:nvPr/>
          </p:nvSpPr>
          <p:spPr>
            <a:xfrm>
              <a:off x="1439999" y="5089485"/>
              <a:ext cx="6437175" cy="50013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600" kern="0" noProof="0">
                  <a:latin typeface="72 Brand Medium" panose="020B0604030603020204" pitchFamily="34" charset="0"/>
                  <a:ea typeface="72 Brand" pitchFamily="34" charset="-128"/>
                  <a:cs typeface="72 Brand" pitchFamily="34" charset="-128"/>
                </a:rPr>
                <a:t>Agenda Sample Text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US" sz="1100" kern="0" noProof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Add a short description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3741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DFD0-0A57-8938-3D77-4F3F0EA35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058592"/>
            <a:ext cx="11186476" cy="369332"/>
          </a:xfrm>
        </p:spPr>
        <p:txBody>
          <a:bodyPr/>
          <a:lstStyle/>
          <a:p>
            <a:r>
              <a:rPr lang="en-US" noProof="0"/>
              <a:t>Logos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A46DA9-E9EF-CA80-B9AE-6284D61757A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4517126"/>
            <a:ext cx="2740737" cy="13570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4F8854-31E6-F77E-F87B-593179FEF7E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3032563"/>
            <a:ext cx="2740737" cy="13570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26B7BC-DDFC-355C-F52B-6D24D56137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1548000"/>
            <a:ext cx="2740737" cy="1357064"/>
          </a:xfrm>
          <a:prstGeom prst="rect">
            <a:avLst/>
          </a:prstGeom>
        </p:spPr>
      </p:pic>
      <p:pic>
        <p:nvPicPr>
          <p:cNvPr id="13" name="Picture 12" descr="ziyoforum">
            <a:extLst>
              <a:ext uri="{FF2B5EF4-FFF2-40B4-BE49-F238E27FC236}">
                <a16:creationId xmlns:a16="http://schemas.microsoft.com/office/drawing/2014/main" id="{4D2470C5-FE1A-7C88-ED3E-A321D1C522F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4309" y="3032563"/>
            <a:ext cx="4749725" cy="1357064"/>
          </a:xfrm>
          <a:prstGeom prst="rect">
            <a:avLst/>
          </a:prstGeom>
        </p:spPr>
      </p:pic>
      <p:pic>
        <p:nvPicPr>
          <p:cNvPr id="14" name="Picture 13" descr="File:Logo Ziyo.png">
            <a:extLst>
              <a:ext uri="{FF2B5EF4-FFF2-40B4-BE49-F238E27FC236}">
                <a16:creationId xmlns:a16="http://schemas.microsoft.com/office/drawing/2014/main" id="{CDD9E469-E153-9527-2F63-79C291DF5A6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4309" y="4792092"/>
            <a:ext cx="3001199" cy="1357064"/>
          </a:xfrm>
          <a:prstGeom prst="rect">
            <a:avLst/>
          </a:prstGeom>
        </p:spPr>
      </p:pic>
      <p:pic>
        <p:nvPicPr>
          <p:cNvPr id="17" name="Picture 16" descr="ziyoforum">
            <a:extLst>
              <a:ext uri="{FF2B5EF4-FFF2-40B4-BE49-F238E27FC236}">
                <a16:creationId xmlns:a16="http://schemas.microsoft.com/office/drawing/2014/main" id="{0F980533-06C6-5B09-8C53-D0B59DBCB0F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04310" y="1338855"/>
            <a:ext cx="1516382" cy="135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680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 Corp.pptx" id="{587A00B1-B031-4433-B0F7-B777BBFCD3C9}" vid="{939EAAA2-FFD9-487D-9C18-F9CDCFEEE91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,{"helpTexts":{},"spacing":{},"type":"instructions","name":"Following_information_will_appear_on_the_Thank_You_slide","label":"Following information will appear on the Thank You slide: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{"name":"SAPLogo","value":"pxB0tb4qiCEYCgGk2fAV86fXsKRk9ZMKiRC3VaLJ5C8="},{"name":"SpeakerName","value":"YnPwfaWtJd9yqRikMcavEg=="},{"name":"Date","value":"u7dVzEP5xrCymksMpLsL/Q=="},{"name":"Position","value":"hYE270aCl4QYJbxjf8yhcg=="},{"name":"Address","value":"J74SXewwIr7FPA+NOqR3Bw=="},{"name":"City","value":"0MNcblTGsky7bw1+X2Efyg=="},{"name":"Email","value":"v35+JSpO6F5yjM5PrFdVwQ=="}]}]]></TemplafyFormConfiguratio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382BC52CB2D4794C5FE8ABF2F1E6D" ma:contentTypeVersion="7" ma:contentTypeDescription="Create a new document." ma:contentTypeScope="" ma:versionID="348c84fe305dc118b090b2fbf42a30b0">
  <xsd:schema xmlns:xsd="http://www.w3.org/2001/XMLSchema" xmlns:xs="http://www.w3.org/2001/XMLSchema" xmlns:p="http://schemas.microsoft.com/office/2006/metadata/properties" xmlns:ns2="c76864f1-b314-4248-9b56-a31ecd826e67" targetNamespace="http://schemas.microsoft.com/office/2006/metadata/properties" ma:root="true" ma:fieldsID="b98b9a66e785a54d941ab51fa03976ea" ns2:_="">
    <xsd:import namespace="c76864f1-b314-4248-9b56-a31ecd826e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6864f1-b314-4248-9b56-a31ecd826e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TemplafyTemplateConfiguration><![CDATA[{"elementsMetadata":[{"type":"shape","id":"ac503453-961c-454e-a265-acc820b54c40","elementConfiguration":{"inheritDimensions":"{{InheritDimensions.InheritNone}}","width":"","height":"1 cm","image":"{{Form.SAPLogo.SubbrandWhite}}","visibility":"","type":"image","disableUpdates":false}},{"type":"shape","id":"1cf9044e-8f82-4d5c-ab78-a92a55d758fe","elementConfiguration":{"inheritDimensions":"{{InheritDimensions.InheritNone}}","width":"","height":"1 cm","image":"{{Form.SAPLogo.SubbrandWhite}}","visibility":"","type":"image","disableUpdates":false}},{"type":"shape","id":"8031e150-e28c-48f5-bc23-d95cac3a2902","elementConfiguration":{"inheritDimensions":"{{InheritDimensions.InheritNone}}","width":"","height":"1 cm","image":"{{Form.SAPLogo.SubbrandBlue}}","visibility":"","type":"image","disableUpdates":false}},{"type":"shape","id":"357ff70f-1de5-4d51-aad2-51c0cf9b5611","elementConfiguration":{"inheritDimensions":"{{InheritDimensions.InheritNone}}","width":"","height":"1 cm","image":"{{Form.SAPLogo.SubbrandBlue}}","visibility":"","type":"image","disableUpdates":false}},{"type":"shape","id":"3072eac8-f615-4573-af48-f8bf691d6b9e","elementConfiguration":{"inheritDimensions":"{{InheritDimensions.InheritNone}}","width":"","height":"1 cm","image":"{{Form.SAPLogo.SubbrandBlack}}","visibility":"","type":"image","disableUpdates":false}},{"type":"shape","id":"f6b63be9-146f-4355-b4ef-6e3d37222459","elementConfiguration":{"inheritDimensions":"{{InheritDimensions.InheritNone}}","width":"","height":"1 cm","image":"{{Form.SAPLogo.SubbrandWhite}}","visibility":"","type":"image","disableUpdates":false}},{"type":"shape","id":"12118f0b-7745-4ea5-85c3-1b3b6bda4036","elementConfiguration":{"inheritDimensions":"{{InheritDimensions.InheritNone}}","width":"","height":"1 cm","image":"{{Form.SAPLogo.SubbrandBlue}}","visibility":"","type":"image","disableUpdates":false}},{"type":"shape","id":"6d5d147f-96be-424e-b54a-e907ed10c5df","elementConfiguration":{"inheritDimensions":"{{InheritDimensions.InheritNone}}","width":"","height":"1 cm","image":"{{Form.SAPLogo.SubbrandWhite}}","visibility":"","type":"image","disableUpdates":false}},{"type":"shape","id":"b40c0a34-001f-4cc8-810a-ebf1d48ddb8c","elementConfiguration":{"inheritDimensions":"{{InheritDimensions.InheritNone}}","width":"","height":"1 cm","image":"{{Form.SAPLogo.SubbrandWhite}}","visibility":"","type":"image","disableUpdates":false}},{"type":"shape","id":"206ae7fd-1375-41f0-b48b-3fc15a29814a","elementConfiguration":{"inheritDimensions":"{{InheritDimensions.InheritNone}}","width":"","height":"1 cm","image":"{{Form.SAPLogo.SubbrandBlack}}","visibility":"","type":"image","disableUpdates":false}},{"type":"shape","id":"031deffc-9edd-4fe1-83f3-0f1f73dcf271","elementConfiguration":{"inheritDimensions":"{{InheritDimensions.InheritNone}}","width":"","height":"1 cm","image":"{{Form.SAPLogo.SubbrandWhite}}","visibility":"","type":"image","disableUpdates":false}},{"type":"shape","id":"89d1f4dd-6a63-4473-8ce3-1481fdb46ccc","elementConfiguration":{"inheritDimensions":"{{InheritDimensions.InheritNone}}","width":"","height":"1 cm","image":"{{Form.SAPLogo.SubbrandBlue}}","visibility":"","type":"image","disableUpdates":false}},{"type":"shape","id":"f2f0d456-09a2-4d34-bcfc-b21343af3ff7","elementConfiguration":{"inheritDimensions":"{{InheritDimensions.InheritNone}}","width":"","height":"1 cm","image":"{{Form.SAPLogo.SubbrandBlack}}","visibility":"","type":"image","disableUpdates":false}},{"type":"shape","id":"7f2d7a43-4808-4134-a166-f24dfb88d30b","elementConfiguration":{"inheritDimensions":"{{InheritDimensions.InheritNone}}","width":"","height":"1 cm","image":"{{Form.SAPLogo.SubbrandBlue}}","visibility":"","type":"image","disableUpdates":false}},{"type":"shape","id":"13eca31f-2a44-4c6a-9a55-c2072cea1787","elementConfiguration":{"binding":"{{StringJoin(\", \", Form.SpeakerName,\"SAP\")}}","visibility":"","type":"text","disableUpdates":false,"renderAsMarkdown":false}},{"type":"shape","id":"7ab1e498-28f2-40e5-ad60-841aaaef527a","elementConfiguration":{"binding":"{{FormatDateTime(Form.Date,\"MMMM dd, yyyy\",\"en-US\")}}","visibility":"","type":"text","disableUpdates":false,"renderAsMarkdown":false}},{"type":"shape","id":"7943004a-110b-43f5-94a5-62a19d81b9fa","elementConfiguration":{"binding":"{{Form.SpeakerName}}","visibility":"","type":"text","disableUpdates":false,"renderAsMarkdown":false}},{"type":"shape","id":"90d1cd6e-26f4-46ba-ba31-fa49bdddf9df","elementConfiguration":{"binding":"{{Form.Position}}\n{{Form.Address}}\n{{Form.City}} \n{{Form.Email}}","visibility":"","type":"text","disableUpdates":false,"renderAsMarkdown":false}},{"type":"shape","id":"2887f854-7cf1-46b3-a100-cf982aae99a5","elementConfiguration":{"binding":"{{StringJoin(\", \", Form.SpeakerName,\"SAP\")}}","visibility":"","type":"text","disableUpdates":false,"renderAsMarkdown":false}},{"type":"shape","id":"b6f542c5-3834-451b-a281-2121cac5132a","elementConfiguration":{"binding":"{{FormatDateTime(Form.Date,\"MMMM dd, yyyy\",\"en-US\")}}","visibility":"","type":"text","disableUpdates":false,"renderAsMarkdown":false}},{"type":"shape","id":"abd1b381-9a30-44bf-ac22-103b28c5edcc","elementConfiguration":{"binding":"{{StringJoin(\", \", Form.SpeakerName,\"SAP\")}}","visibility":"","type":"text","disableUpdates":false,"renderAsMarkdown":false}},{"type":"shape","id":"41a42eb8-1d53-4f94-b875-8ba9fe7e18b7","elementConfiguration":{"binding":"{{FormatDateTime(Form.Date,\"MMMM dd, yyyy\",\"en-US\")}}","visibility":"","type":"text","disableUpdates":false,"renderAsMarkdown":false}},{"type":"shape","id":"070432c1-3aeb-48f1-93d2-d434891fff5a","elementConfiguration":{"binding":"{{StringJoin(\", \", Form.SpeakerName,\"SAP\")}}","visibility":"","type":"text","disableUpdates":false,"renderAsMarkdown":false}},{"type":"shape","id":"9d9224ff-bbdc-4a3e-a31c-6fcbb18846c9","elementConfiguration":{"binding":"{{FormatDateTime(Form.Date,\"MMMM dd, yyyy\",\"en-US\")}}","visibility":"","type":"text","disableUpdates":false,"renderAsMarkdown":false}}],"transformationConfigurations":[],"templateName":"SAP Corp","templateDescription":"","enableDocumentContentUpdater":true,"version":"2.0"}]]></TemplafyTemplateConfiguration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49FFC8-2FF3-4057-96F0-3BCD1A4F0351}">
  <ds:schemaRefs/>
</ds:datastoreItem>
</file>

<file path=customXml/itemProps2.xml><?xml version="1.0" encoding="utf-8"?>
<ds:datastoreItem xmlns:ds="http://schemas.openxmlformats.org/officeDocument/2006/customXml" ds:itemID="{C1422F45-04DB-421D-8796-270006657806}">
  <ds:schemaRefs>
    <ds:schemaRef ds:uri="http://purl.org/dc/terms/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c76864f1-b314-4248-9b56-a31ecd826e67"/>
  </ds:schemaRefs>
</ds:datastoreItem>
</file>

<file path=customXml/itemProps3.xml><?xml version="1.0" encoding="utf-8"?>
<ds:datastoreItem xmlns:ds="http://schemas.openxmlformats.org/officeDocument/2006/customXml" ds:itemID="{7CA587DF-D838-4809-A700-CA6DEAEB6C44}">
  <ds:schemaRefs>
    <ds:schemaRef ds:uri="c76864f1-b314-4248-9b56-a31ecd826e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626BBCBB-1894-4E66-BA48-9E91CE3ACBA0}">
  <ds:schemaRefs/>
</ds:datastoreItem>
</file>

<file path=customXml/itemProps5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d3b1b9e-ad63-40af-8c4f-1c93d6bb86a8}" enabled="1" method="Privilege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 Template</Template>
  <TotalTime>1</TotalTime>
  <Words>329</Words>
  <Application>Microsoft Macintosh PowerPoint</Application>
  <PresentationFormat>Custom</PresentationFormat>
  <Paragraphs>84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Symbol</vt:lpstr>
      <vt:lpstr>72 Brand</vt:lpstr>
      <vt:lpstr>Wingdings</vt:lpstr>
      <vt:lpstr>72 Brand Medium</vt:lpstr>
      <vt:lpstr>Wingdings</vt:lpstr>
      <vt:lpstr>SAP Template</vt:lpstr>
      <vt:lpstr>Ziyo App Content, Growth and Partner Strategy </vt:lpstr>
      <vt:lpstr>Welcome!  Xush kelibsiz!</vt:lpstr>
      <vt:lpstr>PowerPoint Presentation</vt:lpstr>
      <vt:lpstr>PowerPoint Presentation</vt:lpstr>
      <vt:lpstr>PowerPoint Presentation</vt:lpstr>
      <vt:lpstr>Common Ground Umumiy fikr</vt:lpstr>
      <vt:lpstr>Thank you!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Headline</vt:lpstr>
      <vt:lpstr>Headline Sub-Headline</vt:lpstr>
      <vt:lpstr>Headline Sub-Headline</vt:lpstr>
      <vt:lpstr>Agenda</vt:lpstr>
      <vt:lpstr>Logos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Fehlau, Anja</dc:creator>
  <dc:description/>
  <cp:lastModifiedBy>Bisht, Pankaj</cp:lastModifiedBy>
  <cp:revision>2</cp:revision>
  <dcterms:created xsi:type="dcterms:W3CDTF">2026-09-25T13:39:56Z</dcterms:created>
  <dcterms:modified xsi:type="dcterms:W3CDTF">2026-10-14T06:06:57Z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0x01010038A382BC52CB2D4794C5FE8ABF2F1E6D</vt:lpwstr>
  </property>
  <property fmtid="{D5CDD505-2E9C-101B-9397-08002B2CF9AE}" pid="4" name="Created by">
    <vt:lpwstr>omnidocs.com</vt:lpwstr>
  </property>
  <property fmtid="{D5CDD505-2E9C-101B-9397-08002B2CF9AE}" pid="5" name="ClassificationContentMarkingFooterLocations">
    <vt:lpwstr>SAP Template:12</vt:lpwstr>
  </property>
  <property fmtid="{D5CDD505-2E9C-101B-9397-08002B2CF9AE}" pid="6" name="ClassificationContentMarkingFooterText">
    <vt:lpwstr>                 INTERNAL ‒ SAP and External Parties under NDA Only</vt:lpwstr>
  </property>
  <property fmtid="{D5CDD505-2E9C-101B-9397-08002B2CF9AE}" pid="7" name="TemplafyTimeStamp">
    <vt:lpwstr>2025-12-14T08:56:23</vt:lpwstr>
  </property>
  <property fmtid="{D5CDD505-2E9C-101B-9397-08002B2CF9AE}" pid="8" name="TemplafyTenantId">
    <vt:lpwstr>sap</vt:lpwstr>
  </property>
  <property fmtid="{D5CDD505-2E9C-101B-9397-08002B2CF9AE}" pid="9" name="TemplafyTemplateId">
    <vt:lpwstr>1328131190817294516</vt:lpwstr>
  </property>
  <property fmtid="{D5CDD505-2E9C-101B-9397-08002B2CF9AE}" pid="10" name="TemplafyUserProfileId">
    <vt:lpwstr>637710449012726268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</Properties>
</file>