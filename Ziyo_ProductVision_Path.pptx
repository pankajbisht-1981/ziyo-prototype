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sion_path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01852"/>
            <a:ext cx="11640312" cy="46542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