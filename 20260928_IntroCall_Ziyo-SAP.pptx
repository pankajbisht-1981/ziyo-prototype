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6"/>
  </p:sldMasterIdLst>
  <p:notesMasterIdLst>
    <p:notesMasterId r:id="rId70"/>
  </p:notesMasterIdLst>
  <p:handoutMasterIdLst>
    <p:handoutMasterId r:id="rId71"/>
  </p:handoutMasterIdLst>
  <p:sldIdLst>
    <p:sldId id="2279" r:id="rId47"/>
    <p:sldId id="2270" r:id="rId48"/>
    <p:sldId id="2271" r:id="rId49"/>
    <p:sldId id="2268" r:id="rId50"/>
    <p:sldId id="2272" r:id="rId51"/>
    <p:sldId id="2275" r:id="rId52"/>
    <p:sldId id="2273" r:id="rId53"/>
    <p:sldId id="2276" r:id="rId54"/>
    <p:sldId id="2277" r:id="rId55"/>
    <p:sldId id="2283" r:id="rId56"/>
    <p:sldId id="2282" r:id="rId57"/>
    <p:sldId id="2278" r:id="rId58"/>
    <p:sldId id="2246" r:id="rId59"/>
    <p:sldId id="2248" r:id="rId60"/>
    <p:sldId id="2249" r:id="rId61"/>
    <p:sldId id="2250" r:id="rId62"/>
    <p:sldId id="2251" r:id="rId63"/>
    <p:sldId id="2252" r:id="rId64"/>
    <p:sldId id="2257" r:id="rId65"/>
    <p:sldId id="2255" r:id="rId66"/>
    <p:sldId id="2256" r:id="rId67"/>
    <p:sldId id="2247" r:id="rId68"/>
    <p:sldId id="2253" r:id="rId69"/>
  </p:sldIdLst>
  <p:sldSz cx="12195175" cy="6858000"/>
  <p:notesSz cx="6858000" cy="9144000"/>
  <p:embeddedFontLst>
    <p:embeddedFont>
      <p:font typeface="72 Brand" panose="020B0504030603020204" pitchFamily="34" charset="0"/>
      <p:regular r:id="rId72"/>
      <p:bold r:id="rId73"/>
      <p:italic r:id="rId74"/>
      <p:boldItalic r:id="rId75"/>
    </p:embeddedFont>
    <p:embeddedFont>
      <p:font typeface="72 Brand Medium" panose="020B0504030603020204" pitchFamily="34" charset="0"/>
      <p:regular r:id="rId76"/>
      <p:italic r:id="rId77"/>
    </p:embeddedFont>
  </p:embeddedFontLst>
  <p:custDataLst>
    <p:tags r:id="rId7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2DF73-10A6-5E44-B531-6387EBBDEEC2}" v="15" dt="2026-10-04T13:14:36.351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7"/>
  </p:normalViewPr>
  <p:slideViewPr>
    <p:cSldViewPr snapToGrid="0">
      <p:cViewPr varScale="1">
        <p:scale>
          <a:sx n="115" d="100"/>
          <a:sy n="115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slide" Target="slides/slide1.xml"/><Relationship Id="rId63" Type="http://schemas.openxmlformats.org/officeDocument/2006/relationships/slide" Target="slides/slide17.xml"/><Relationship Id="rId68" Type="http://schemas.openxmlformats.org/officeDocument/2006/relationships/slide" Target="slides/slide22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slide" Target="slides/slide7.xml"/><Relationship Id="rId58" Type="http://schemas.openxmlformats.org/officeDocument/2006/relationships/slide" Target="slides/slide12.xml"/><Relationship Id="rId74" Type="http://schemas.openxmlformats.org/officeDocument/2006/relationships/font" Target="fonts/font3.fntdata"/><Relationship Id="rId79" Type="http://schemas.openxmlformats.org/officeDocument/2006/relationships/presProps" Target="presProps.xml"/><Relationship Id="rId5" Type="http://schemas.openxmlformats.org/officeDocument/2006/relationships/customXml" Target="../customXml/item5.xml"/><Relationship Id="rId61" Type="http://schemas.openxmlformats.org/officeDocument/2006/relationships/slide" Target="slides/slide15.xml"/><Relationship Id="rId82" Type="http://schemas.openxmlformats.org/officeDocument/2006/relationships/tableStyles" Target="tableStyles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" Target="slides/slide2.xml"/><Relationship Id="rId56" Type="http://schemas.openxmlformats.org/officeDocument/2006/relationships/slide" Target="slides/slide10.xml"/><Relationship Id="rId64" Type="http://schemas.openxmlformats.org/officeDocument/2006/relationships/slide" Target="slides/slide18.xml"/><Relationship Id="rId69" Type="http://schemas.openxmlformats.org/officeDocument/2006/relationships/slide" Target="slides/slide23.xml"/><Relationship Id="rId77" Type="http://schemas.openxmlformats.org/officeDocument/2006/relationships/font" Target="fonts/font6.fntdata"/><Relationship Id="rId8" Type="http://schemas.openxmlformats.org/officeDocument/2006/relationships/customXml" Target="../customXml/item8.xml"/><Relationship Id="rId51" Type="http://schemas.openxmlformats.org/officeDocument/2006/relationships/slide" Target="slides/slide5.xml"/><Relationship Id="rId72" Type="http://schemas.openxmlformats.org/officeDocument/2006/relationships/font" Target="fonts/font1.fntdata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slideMaster" Target="slideMasters/slideMaster1.xml"/><Relationship Id="rId59" Type="http://schemas.openxmlformats.org/officeDocument/2006/relationships/slide" Target="slides/slide13.xml"/><Relationship Id="rId67" Type="http://schemas.openxmlformats.org/officeDocument/2006/relationships/slide" Target="slides/slide21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8.xml"/><Relationship Id="rId62" Type="http://schemas.openxmlformats.org/officeDocument/2006/relationships/slide" Target="slides/slide16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4.fntdata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3.xml"/><Relationship Id="rId57" Type="http://schemas.openxmlformats.org/officeDocument/2006/relationships/slide" Target="slides/slide1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slide" Target="slides/slide6.xml"/><Relationship Id="rId60" Type="http://schemas.openxmlformats.org/officeDocument/2006/relationships/slide" Target="slides/slide14.xml"/><Relationship Id="rId65" Type="http://schemas.openxmlformats.org/officeDocument/2006/relationships/slide" Target="slides/slide19.xml"/><Relationship Id="rId73" Type="http://schemas.openxmlformats.org/officeDocument/2006/relationships/font" Target="fonts/font2.fntdata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slide" Target="slides/slide4.xml"/><Relationship Id="rId55" Type="http://schemas.openxmlformats.org/officeDocument/2006/relationships/slide" Target="slides/slide9.xml"/><Relationship Id="rId76" Type="http://schemas.openxmlformats.org/officeDocument/2006/relationships/font" Target="fonts/font5.fntdata"/><Relationship Id="rId7" Type="http://schemas.openxmlformats.org/officeDocument/2006/relationships/customXml" Target="../customXml/item7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Introductions / Getting to know each other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Review and discussion of the Scope of Work 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Logistics and planning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Next steps</a:t>
            </a:r>
          </a:p>
          <a:p>
            <a:br>
              <a:rPr lang="en-DE"/>
            </a:br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338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5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7.svg"/><Relationship Id="rId4" Type="http://schemas.openxmlformats.org/officeDocument/2006/relationships/image" Target="../media/image26.svg"/><Relationship Id="rId9" Type="http://schemas.openxmlformats.org/officeDocument/2006/relationships/hyperlink" Target="https://brand.sap.com/writing-assistant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082C4-D369-C832-8727-3F10CCB4E3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2" name="Picture 1" descr="ziyoforum">
            <a:extLst>
              <a:ext uri="{FF2B5EF4-FFF2-40B4-BE49-F238E27FC236}">
                <a16:creationId xmlns:a16="http://schemas.microsoft.com/office/drawing/2014/main" id="{F96087CC-6165-5A8B-3AD7-989574FB50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F203A-3E52-AEE2-3650-0317AFA511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8CD67E7D-28D2-0618-82CF-77F2AA17AE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ADF32-517C-502F-710E-54260D18F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5AE4A155-21C5-C2E1-D672-3FE4D44820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141E9B-5AC5-4628-FAEC-F55693A99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5175" cy="6858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60B56-4ABA-4EF8-0616-87F27ED015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12" name="Picture 11" descr="ziyoforum">
            <a:extLst>
              <a:ext uri="{FF2B5EF4-FFF2-40B4-BE49-F238E27FC236}">
                <a16:creationId xmlns:a16="http://schemas.microsoft.com/office/drawing/2014/main" id="{D847A302-3C1C-032A-8232-F47C8304EA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23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9FE415-941E-2F0A-5140-2D2A984367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5175" cy="685800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94F9C-C938-4812-3FA3-813238A776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10" name="Picture 9" descr="ziyoforum">
            <a:extLst>
              <a:ext uri="{FF2B5EF4-FFF2-40B4-BE49-F238E27FC236}">
                <a16:creationId xmlns:a16="http://schemas.microsoft.com/office/drawing/2014/main" id="{7DB9A72F-5AEB-10C7-EB73-75DBFFF72B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51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1C979D-2A98-9CD7-0788-8F5803669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5175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B85A6-4ED5-6A62-AAD8-3B3B3127B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4632B337-AE4D-9055-432E-E8A2F6F9CB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84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9A224-4BD0-163D-FB77-65F0958E49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DAE9DE36-886D-1A94-5F68-35143AFF0F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414D2-AE7C-E2B1-32CC-9E8BE2CAF6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997723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80B05E25-BF95-1BE5-48D3-7CADC9EFD6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5923649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56078001" name="LogoWhite-Dynamic" descr="{&quot;templafy&quot;:{&quot;id&quot;:&quot;ac503453-961c-454e-a265-acc820b54c40&quot;}}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E39415-3339-CFF1-5DF1-D9EC171475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FA243758-E62C-9E81-0B39-698D14BE12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831E49-735A-253A-C972-BEC506D9F8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B89F35CE-DF76-51FC-E8B4-786A69DB0A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0971226-D850-14F2-0E75-A81989092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23A066-213B-4442-1F39-FDD8517D7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863EE237-2906-7415-FA1D-DF11528D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7B035-24D7-FFC3-E7F2-E2B0DAADA9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5D5E4DDD-B444-394B-A74A-A08F0141CB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BFD28A2-2633-D308-E34C-354055061003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3D10B8-77EE-05E1-9280-22C287D1D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92323C84-FD9E-66DE-BE93-7F82941104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64A4DC-2F3D-FDA4-B8E8-CD1E9FBA50F0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69A8B-36D8-4B93-0559-16B3868AF7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8" name="Picture 7" descr="ziyoforum">
            <a:extLst>
              <a:ext uri="{FF2B5EF4-FFF2-40B4-BE49-F238E27FC236}">
                <a16:creationId xmlns:a16="http://schemas.microsoft.com/office/drawing/2014/main" id="{9310D1C4-4F84-C7EE-E3B4-22BA5987FB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BBBDAF0-B0D5-62CC-CBB5-F1C5792DA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38AB5-31CD-34E1-2D74-D7834586B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202665D9-E71A-679F-BABE-634DD063F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BACE361-5ABD-0FC1-4A5C-F2B37D79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1ED9D-2413-39A0-A4DF-E1788AC00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27E8A635-DFDF-787E-E977-FB128F44A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6468C9B-5961-1EB1-A260-388A84B2021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0C4327-E4E0-9870-CDC5-568C5C4AD7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EA908214-AD9E-0DB5-3FEB-C9D2B65F0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A5571-A37D-2CF5-35A8-7F25A8C266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3D150E75-8CAC-5826-081F-CDB112956D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7289" y="429926"/>
            <a:ext cx="568298" cy="50859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BF55C88D-C24F-2DFA-AA47-09D34B3F3DCF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E02A718-B617-AA22-0A33-625E5CE83C0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A6E1A-2993-9BEB-E774-DE014D8C5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92F0A703-CCE4-8126-419F-2F0815767E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B8E9A-599B-4B1A-F3C6-8A42C8FC4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CB336445-4483-8BA6-08FB-31493F3121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058E2-0FD2-4A94-AB6C-E3A96C762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034375"/>
            <a:ext cx="1250054" cy="618958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4C51BDD9-F201-9E76-ED52-7814B6F39A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3110" y="3907174"/>
            <a:ext cx="975890" cy="87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E7165-FCB5-6732-0ADE-F65470B362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034375"/>
            <a:ext cx="1250054" cy="618958"/>
          </a:xfrm>
          <a:prstGeom prst="rect">
            <a:avLst/>
          </a:prstGeom>
        </p:spPr>
      </p:pic>
      <p:pic>
        <p:nvPicPr>
          <p:cNvPr id="9" name="Picture 8" descr="ziyoforum">
            <a:extLst>
              <a:ext uri="{FF2B5EF4-FFF2-40B4-BE49-F238E27FC236}">
                <a16:creationId xmlns:a16="http://schemas.microsoft.com/office/drawing/2014/main" id="{09862283-903E-AB3B-91D7-7AE2150E0B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15285" y="3907174"/>
            <a:ext cx="975890" cy="87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3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8.xml"/><Relationship Id="rId63" Type="http://schemas.openxmlformats.org/officeDocument/2006/relationships/tags" Target="../tags/tag29.xml"/><Relationship Id="rId84" Type="http://schemas.openxmlformats.org/officeDocument/2006/relationships/tags" Target="../tags/tag50.xml"/><Relationship Id="rId138" Type="http://schemas.openxmlformats.org/officeDocument/2006/relationships/tags" Target="../tags/tag104.xml"/><Relationship Id="rId107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19.xml"/><Relationship Id="rId74" Type="http://schemas.openxmlformats.org/officeDocument/2006/relationships/tags" Target="../tags/tag40.xml"/><Relationship Id="rId128" Type="http://schemas.openxmlformats.org/officeDocument/2006/relationships/tags" Target="../tags/tag94.xml"/><Relationship Id="rId149" Type="http://schemas.openxmlformats.org/officeDocument/2006/relationships/tags" Target="../tags/tag115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1.xml"/><Relationship Id="rId22" Type="http://schemas.openxmlformats.org/officeDocument/2006/relationships/slideLayout" Target="../slideLayouts/slideLayout22.xml"/><Relationship Id="rId43" Type="http://schemas.openxmlformats.org/officeDocument/2006/relationships/tags" Target="../tags/tag9.xml"/><Relationship Id="rId64" Type="http://schemas.openxmlformats.org/officeDocument/2006/relationships/tags" Target="../tags/tag30.xml"/><Relationship Id="rId118" Type="http://schemas.openxmlformats.org/officeDocument/2006/relationships/tags" Target="../tags/tag84.xml"/><Relationship Id="rId139" Type="http://schemas.openxmlformats.org/officeDocument/2006/relationships/tags" Target="../tags/tag105.xml"/><Relationship Id="rId80" Type="http://schemas.openxmlformats.org/officeDocument/2006/relationships/tags" Target="../tags/tag46.xml"/><Relationship Id="rId85" Type="http://schemas.openxmlformats.org/officeDocument/2006/relationships/tags" Target="../tags/tag51.xml"/><Relationship Id="rId150" Type="http://schemas.openxmlformats.org/officeDocument/2006/relationships/tags" Target="../tags/tag116.xml"/><Relationship Id="rId155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4.xml"/><Relationship Id="rId59" Type="http://schemas.openxmlformats.org/officeDocument/2006/relationships/tags" Target="../tags/tag25.xml"/><Relationship Id="rId103" Type="http://schemas.openxmlformats.org/officeDocument/2006/relationships/tags" Target="../tags/tag69.xml"/><Relationship Id="rId108" Type="http://schemas.openxmlformats.org/officeDocument/2006/relationships/tags" Target="../tags/tag74.xml"/><Relationship Id="rId124" Type="http://schemas.openxmlformats.org/officeDocument/2006/relationships/tags" Target="../tags/tag90.xml"/><Relationship Id="rId129" Type="http://schemas.openxmlformats.org/officeDocument/2006/relationships/tags" Target="../tags/tag95.xml"/><Relationship Id="rId54" Type="http://schemas.openxmlformats.org/officeDocument/2006/relationships/tags" Target="../tags/tag20.xml"/><Relationship Id="rId70" Type="http://schemas.openxmlformats.org/officeDocument/2006/relationships/tags" Target="../tags/tag36.xml"/><Relationship Id="rId75" Type="http://schemas.openxmlformats.org/officeDocument/2006/relationships/tags" Target="../tags/tag41.xml"/><Relationship Id="rId91" Type="http://schemas.openxmlformats.org/officeDocument/2006/relationships/tags" Target="../tags/tag57.xml"/><Relationship Id="rId96" Type="http://schemas.openxmlformats.org/officeDocument/2006/relationships/tags" Target="../tags/tag62.xml"/><Relationship Id="rId140" Type="http://schemas.openxmlformats.org/officeDocument/2006/relationships/tags" Target="../tags/tag106.xml"/><Relationship Id="rId145" Type="http://schemas.openxmlformats.org/officeDocument/2006/relationships/tags" Target="../tags/tag1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5.xml"/><Relationship Id="rId114" Type="http://schemas.openxmlformats.org/officeDocument/2006/relationships/tags" Target="../tags/tag80.xml"/><Relationship Id="rId119" Type="http://schemas.openxmlformats.org/officeDocument/2006/relationships/tags" Target="../tags/tag85.xml"/><Relationship Id="rId44" Type="http://schemas.openxmlformats.org/officeDocument/2006/relationships/tags" Target="../tags/tag10.xml"/><Relationship Id="rId60" Type="http://schemas.openxmlformats.org/officeDocument/2006/relationships/tags" Target="../tags/tag26.xml"/><Relationship Id="rId65" Type="http://schemas.openxmlformats.org/officeDocument/2006/relationships/tags" Target="../tags/tag31.xml"/><Relationship Id="rId81" Type="http://schemas.openxmlformats.org/officeDocument/2006/relationships/tags" Target="../tags/tag47.xml"/><Relationship Id="rId86" Type="http://schemas.openxmlformats.org/officeDocument/2006/relationships/tags" Target="../tags/tag52.xml"/><Relationship Id="rId130" Type="http://schemas.openxmlformats.org/officeDocument/2006/relationships/tags" Target="../tags/tag96.xml"/><Relationship Id="rId135" Type="http://schemas.openxmlformats.org/officeDocument/2006/relationships/tags" Target="../tags/tag101.xml"/><Relationship Id="rId151" Type="http://schemas.openxmlformats.org/officeDocument/2006/relationships/tags" Target="../tags/tag117.xml"/><Relationship Id="rId156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5.xml"/><Relationship Id="rId109" Type="http://schemas.openxmlformats.org/officeDocument/2006/relationships/tags" Target="../tags/tag75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16.xml"/><Relationship Id="rId55" Type="http://schemas.openxmlformats.org/officeDocument/2006/relationships/tags" Target="../tags/tag21.xml"/><Relationship Id="rId76" Type="http://schemas.openxmlformats.org/officeDocument/2006/relationships/tags" Target="../tags/tag42.xml"/><Relationship Id="rId97" Type="http://schemas.openxmlformats.org/officeDocument/2006/relationships/tags" Target="../tags/tag63.xml"/><Relationship Id="rId104" Type="http://schemas.openxmlformats.org/officeDocument/2006/relationships/tags" Target="../tags/tag70.xml"/><Relationship Id="rId120" Type="http://schemas.openxmlformats.org/officeDocument/2006/relationships/tags" Target="../tags/tag86.xml"/><Relationship Id="rId125" Type="http://schemas.openxmlformats.org/officeDocument/2006/relationships/tags" Target="../tags/tag91.xml"/><Relationship Id="rId141" Type="http://schemas.openxmlformats.org/officeDocument/2006/relationships/tags" Target="../tags/tag107.xml"/><Relationship Id="rId146" Type="http://schemas.openxmlformats.org/officeDocument/2006/relationships/tags" Target="../tags/tag112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37.xml"/><Relationship Id="rId92" Type="http://schemas.openxmlformats.org/officeDocument/2006/relationships/tags" Target="../tags/tag58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6.xml"/><Relationship Id="rId45" Type="http://schemas.openxmlformats.org/officeDocument/2006/relationships/tags" Target="../tags/tag11.xml"/><Relationship Id="rId66" Type="http://schemas.openxmlformats.org/officeDocument/2006/relationships/tags" Target="../tags/tag32.xml"/><Relationship Id="rId87" Type="http://schemas.openxmlformats.org/officeDocument/2006/relationships/tags" Target="../tags/tag53.xml"/><Relationship Id="rId110" Type="http://schemas.openxmlformats.org/officeDocument/2006/relationships/tags" Target="../tags/tag76.xml"/><Relationship Id="rId115" Type="http://schemas.openxmlformats.org/officeDocument/2006/relationships/tags" Target="../tags/tag81.xml"/><Relationship Id="rId131" Type="http://schemas.openxmlformats.org/officeDocument/2006/relationships/tags" Target="../tags/tag97.xml"/><Relationship Id="rId136" Type="http://schemas.openxmlformats.org/officeDocument/2006/relationships/tags" Target="../tags/tag102.xml"/><Relationship Id="rId157" Type="http://schemas.openxmlformats.org/officeDocument/2006/relationships/tags" Target="../tags/tag123.xml"/><Relationship Id="rId61" Type="http://schemas.openxmlformats.org/officeDocument/2006/relationships/tags" Target="../tags/tag27.xml"/><Relationship Id="rId82" Type="http://schemas.openxmlformats.org/officeDocument/2006/relationships/tags" Target="../tags/tag48.xml"/><Relationship Id="rId152" Type="http://schemas.openxmlformats.org/officeDocument/2006/relationships/tags" Target="../tags/tag11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56" Type="http://schemas.openxmlformats.org/officeDocument/2006/relationships/tags" Target="../tags/tag22.xml"/><Relationship Id="rId77" Type="http://schemas.openxmlformats.org/officeDocument/2006/relationships/tags" Target="../tags/tag43.xml"/><Relationship Id="rId100" Type="http://schemas.openxmlformats.org/officeDocument/2006/relationships/tags" Target="../tags/tag66.xml"/><Relationship Id="rId105" Type="http://schemas.openxmlformats.org/officeDocument/2006/relationships/tags" Target="../tags/tag71.xml"/><Relationship Id="rId126" Type="http://schemas.openxmlformats.org/officeDocument/2006/relationships/tags" Target="../tags/tag92.xml"/><Relationship Id="rId147" Type="http://schemas.openxmlformats.org/officeDocument/2006/relationships/tags" Target="../tags/tag11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7.xml"/><Relationship Id="rId72" Type="http://schemas.openxmlformats.org/officeDocument/2006/relationships/tags" Target="../tags/tag38.xml"/><Relationship Id="rId93" Type="http://schemas.openxmlformats.org/officeDocument/2006/relationships/tags" Target="../tags/tag59.xml"/><Relationship Id="rId98" Type="http://schemas.openxmlformats.org/officeDocument/2006/relationships/tags" Target="../tags/tag64.xml"/><Relationship Id="rId121" Type="http://schemas.openxmlformats.org/officeDocument/2006/relationships/tags" Target="../tags/tag87.xml"/><Relationship Id="rId142" Type="http://schemas.openxmlformats.org/officeDocument/2006/relationships/tags" Target="../tags/tag10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2.xml"/><Relationship Id="rId67" Type="http://schemas.openxmlformats.org/officeDocument/2006/relationships/tags" Target="../tags/tag33.xml"/><Relationship Id="rId116" Type="http://schemas.openxmlformats.org/officeDocument/2006/relationships/tags" Target="../tags/tag82.xml"/><Relationship Id="rId137" Type="http://schemas.openxmlformats.org/officeDocument/2006/relationships/tags" Target="../tags/tag103.xml"/><Relationship Id="rId158" Type="http://schemas.openxmlformats.org/officeDocument/2006/relationships/tags" Target="../tags/tag124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7.xml"/><Relationship Id="rId62" Type="http://schemas.openxmlformats.org/officeDocument/2006/relationships/tags" Target="../tags/tag28.xml"/><Relationship Id="rId83" Type="http://schemas.openxmlformats.org/officeDocument/2006/relationships/tags" Target="../tags/tag49.xml"/><Relationship Id="rId88" Type="http://schemas.openxmlformats.org/officeDocument/2006/relationships/tags" Target="../tags/tag54.xml"/><Relationship Id="rId111" Type="http://schemas.openxmlformats.org/officeDocument/2006/relationships/tags" Target="../tags/tag77.xml"/><Relationship Id="rId132" Type="http://schemas.openxmlformats.org/officeDocument/2006/relationships/tags" Target="../tags/tag98.xml"/><Relationship Id="rId153" Type="http://schemas.openxmlformats.org/officeDocument/2006/relationships/tags" Target="../tags/tag119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2.xml"/><Relationship Id="rId57" Type="http://schemas.openxmlformats.org/officeDocument/2006/relationships/tags" Target="../tags/tag23.xml"/><Relationship Id="rId106" Type="http://schemas.openxmlformats.org/officeDocument/2006/relationships/tags" Target="../tags/tag72.xml"/><Relationship Id="rId127" Type="http://schemas.openxmlformats.org/officeDocument/2006/relationships/tags" Target="../tags/tag9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18.xml"/><Relationship Id="rId73" Type="http://schemas.openxmlformats.org/officeDocument/2006/relationships/tags" Target="../tags/tag39.xml"/><Relationship Id="rId78" Type="http://schemas.openxmlformats.org/officeDocument/2006/relationships/tags" Target="../tags/tag44.xml"/><Relationship Id="rId94" Type="http://schemas.openxmlformats.org/officeDocument/2006/relationships/tags" Target="../tags/tag60.xml"/><Relationship Id="rId99" Type="http://schemas.openxmlformats.org/officeDocument/2006/relationships/tags" Target="../tags/tag65.xml"/><Relationship Id="rId101" Type="http://schemas.openxmlformats.org/officeDocument/2006/relationships/tags" Target="../tags/tag67.xml"/><Relationship Id="rId122" Type="http://schemas.openxmlformats.org/officeDocument/2006/relationships/tags" Target="../tags/tag88.xml"/><Relationship Id="rId143" Type="http://schemas.openxmlformats.org/officeDocument/2006/relationships/tags" Target="../tags/tag109.xml"/><Relationship Id="rId148" Type="http://schemas.openxmlformats.org/officeDocument/2006/relationships/tags" Target="../tags/tag11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3.xml"/><Relationship Id="rId68" Type="http://schemas.openxmlformats.org/officeDocument/2006/relationships/tags" Target="../tags/tag34.xml"/><Relationship Id="rId89" Type="http://schemas.openxmlformats.org/officeDocument/2006/relationships/tags" Target="../tags/tag55.xml"/><Relationship Id="rId112" Type="http://schemas.openxmlformats.org/officeDocument/2006/relationships/tags" Target="../tags/tag78.xml"/><Relationship Id="rId133" Type="http://schemas.openxmlformats.org/officeDocument/2006/relationships/tags" Target="../tags/tag99.xml"/><Relationship Id="rId154" Type="http://schemas.openxmlformats.org/officeDocument/2006/relationships/tags" Target="../tags/tag120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3.xml"/><Relationship Id="rId58" Type="http://schemas.openxmlformats.org/officeDocument/2006/relationships/tags" Target="../tags/tag24.xml"/><Relationship Id="rId79" Type="http://schemas.openxmlformats.org/officeDocument/2006/relationships/tags" Target="../tags/tag45.xml"/><Relationship Id="rId102" Type="http://schemas.openxmlformats.org/officeDocument/2006/relationships/tags" Target="../tags/tag68.xml"/><Relationship Id="rId123" Type="http://schemas.openxmlformats.org/officeDocument/2006/relationships/tags" Target="../tags/tag89.xml"/><Relationship Id="rId144" Type="http://schemas.openxmlformats.org/officeDocument/2006/relationships/tags" Target="../tags/tag110.xml"/><Relationship Id="rId90" Type="http://schemas.openxmlformats.org/officeDocument/2006/relationships/tags" Target="../tags/tag56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14.xml"/><Relationship Id="rId69" Type="http://schemas.openxmlformats.org/officeDocument/2006/relationships/tags" Target="../tags/tag35.xml"/><Relationship Id="rId113" Type="http://schemas.openxmlformats.org/officeDocument/2006/relationships/tags" Target="../tags/tag79.xml"/><Relationship Id="rId134" Type="http://schemas.openxmlformats.org/officeDocument/2006/relationships/tags" Target="../tags/tag1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03200" y="656336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                 INTERNAL ‒ SAP and External Parties under NDA Only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32" r:id="rId4"/>
    <p:sldLayoutId id="2147483833" r:id="rId5"/>
    <p:sldLayoutId id="2147483835" r:id="rId6"/>
    <p:sldLayoutId id="2147483805" r:id="rId7"/>
    <p:sldLayoutId id="2147483818" r:id="rId8"/>
    <p:sldLayoutId id="2147483788" r:id="rId9"/>
    <p:sldLayoutId id="2147483823" r:id="rId10"/>
    <p:sldLayoutId id="2147483741" r:id="rId11"/>
    <p:sldLayoutId id="2147483813" r:id="rId12"/>
    <p:sldLayoutId id="2147483765" r:id="rId13"/>
    <p:sldLayoutId id="2147483811" r:id="rId14"/>
    <p:sldLayoutId id="2147483767" r:id="rId15"/>
    <p:sldLayoutId id="2147483815" r:id="rId16"/>
    <p:sldLayoutId id="2147483812" r:id="rId17"/>
    <p:sldLayoutId id="2147483774" r:id="rId18"/>
    <p:sldLayoutId id="2147483745" r:id="rId19"/>
    <p:sldLayoutId id="2147483760" r:id="rId20"/>
    <p:sldLayoutId id="2147483768" r:id="rId21"/>
    <p:sldLayoutId id="2147483769" r:id="rId22"/>
    <p:sldLayoutId id="2147483770" r:id="rId23"/>
    <p:sldLayoutId id="2147483757" r:id="rId24"/>
    <p:sldLayoutId id="2147483771" r:id="rId25"/>
    <p:sldLayoutId id="2147483763" r:id="rId26"/>
    <p:sldLayoutId id="2147483751" r:id="rId27"/>
    <p:sldLayoutId id="2147483825" r:id="rId28"/>
    <p:sldLayoutId id="2147483826" r:id="rId29"/>
    <p:sldLayoutId id="2147483740" r:id="rId30"/>
    <p:sldLayoutId id="2147483810" r:id="rId31"/>
    <p:sldLayoutId id="2147483824" r:id="rId32"/>
    <p:sldLayoutId id="2147483829" r:id="rId33"/>
    <p:sldLayoutId id="2147483828" r:id="rId3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9A85-AD51-021B-1068-7347261C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6B31-9FAC-29B1-07A8-43B80313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Ziyo</a:t>
            </a:r>
            <a:r>
              <a:rPr lang="en-GB"/>
              <a:t> Forum &amp; SAP</a:t>
            </a:r>
            <a:br>
              <a:rPr lang="en-GB"/>
            </a:br>
            <a:r>
              <a:rPr lang="en-GB"/>
              <a:t>Intro Call</a:t>
            </a:r>
            <a:endParaRPr lang="en-DE"/>
          </a:p>
        </p:txBody>
      </p:sp>
      <p:sp>
        <p:nvSpPr>
          <p:cNvPr id="5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A3D7E1E-E46D-4CC0-AF4A-D6C935567E03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Stefanie, Anja, Pankaj</a:t>
            </a:r>
          </a:p>
        </p:txBody>
      </p:sp>
      <p:sp>
        <p:nvSpPr>
          <p:cNvPr id="6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F85D8584-5642-E907-45D7-56BF857B7ED8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Sept 28</a:t>
            </a:r>
            <a:r>
              <a:rPr lang="en-GB" sz="1400" baseline="30000" noProof="0">
                <a:latin typeface="72 Brand" panose="020B0504030603020204" pitchFamily="34" charset="0"/>
                <a:cs typeface="72" panose="020B0503030000000003" pitchFamily="34" charset="0"/>
              </a:rPr>
              <a:t>th</a:t>
            </a:r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64600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E90F-F013-393B-E207-5DD6750B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A1CF-458A-D3D9-89AD-168E4328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058592"/>
            <a:ext cx="11186476" cy="369332"/>
          </a:xfrm>
        </p:spPr>
        <p:txBody>
          <a:bodyPr/>
          <a:lstStyle/>
          <a:p>
            <a:r>
              <a:rPr lang="en-DE"/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E38680-FA9C-D5BC-3A1E-1A753BC5A341}"/>
              </a:ext>
            </a:extLst>
          </p:cNvPr>
          <p:cNvGrpSpPr/>
          <p:nvPr/>
        </p:nvGrpSpPr>
        <p:grpSpPr>
          <a:xfrm>
            <a:off x="504000" y="1717170"/>
            <a:ext cx="7373174" cy="553998"/>
            <a:chOff x="504000" y="2004040"/>
            <a:chExt cx="7373174" cy="5539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9C8962A-305C-E732-C3C7-460D2F0EE559}"/>
                </a:ext>
              </a:extLst>
            </p:cNvPr>
            <p:cNvSpPr txBox="1"/>
            <p:nvPr/>
          </p:nvSpPr>
          <p:spPr>
            <a:xfrm>
              <a:off x="504000" y="2004040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3600" b="1" kern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01</a:t>
              </a:r>
              <a:endParaRPr lang="en-DE" sz="32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67F83A-A4B4-C02C-E309-F113F168F943}"/>
                </a:ext>
              </a:extLst>
            </p:cNvPr>
            <p:cNvSpPr txBox="1"/>
            <p:nvPr/>
          </p:nvSpPr>
          <p:spPr>
            <a:xfrm>
              <a:off x="1439999" y="2188705"/>
              <a:ext cx="64371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600" kern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Introductions / Getting to know each other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FD07F11-17C3-CD1B-E623-8AD0A26DBF88}"/>
              </a:ext>
            </a:extLst>
          </p:cNvPr>
          <p:cNvGrpSpPr/>
          <p:nvPr/>
        </p:nvGrpSpPr>
        <p:grpSpPr>
          <a:xfrm>
            <a:off x="504000" y="2493613"/>
            <a:ext cx="7373174" cy="553998"/>
            <a:chOff x="504000" y="3013286"/>
            <a:chExt cx="7373174" cy="5539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A234E1-BFD2-A73E-856B-345D7C40861E}"/>
                </a:ext>
              </a:extLst>
            </p:cNvPr>
            <p:cNvSpPr txBox="1"/>
            <p:nvPr/>
          </p:nvSpPr>
          <p:spPr>
            <a:xfrm>
              <a:off x="504000" y="3013286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3600" b="1" kern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02</a:t>
              </a:r>
              <a:endParaRPr lang="en-DE" sz="32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8BBF4-8B78-4416-24F0-EA5866FB506C}"/>
                </a:ext>
              </a:extLst>
            </p:cNvPr>
            <p:cNvSpPr txBox="1"/>
            <p:nvPr/>
          </p:nvSpPr>
          <p:spPr>
            <a:xfrm>
              <a:off x="1439999" y="3197951"/>
              <a:ext cx="64371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600" kern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Review and discussion of the Scope of Work 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4D4E392-BD36-9CA0-516B-43001875B0D8}"/>
              </a:ext>
            </a:extLst>
          </p:cNvPr>
          <p:cNvGrpSpPr/>
          <p:nvPr/>
        </p:nvGrpSpPr>
        <p:grpSpPr>
          <a:xfrm>
            <a:off x="504000" y="3270056"/>
            <a:ext cx="7373174" cy="553998"/>
            <a:chOff x="504000" y="4022532"/>
            <a:chExt cx="7373174" cy="5539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114995-F19E-B28B-27E2-9C388F69A237}"/>
                </a:ext>
              </a:extLst>
            </p:cNvPr>
            <p:cNvSpPr txBox="1"/>
            <p:nvPr/>
          </p:nvSpPr>
          <p:spPr>
            <a:xfrm>
              <a:off x="504000" y="4022532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3600" b="1" kern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03</a:t>
              </a:r>
              <a:endParaRPr lang="en-DE" sz="32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42ED3A-7734-0FB7-3F70-CBA7A91FCA48}"/>
                </a:ext>
              </a:extLst>
            </p:cNvPr>
            <p:cNvSpPr txBox="1"/>
            <p:nvPr/>
          </p:nvSpPr>
          <p:spPr>
            <a:xfrm>
              <a:off x="1439999" y="4207197"/>
              <a:ext cx="64371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600" kern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Logistics and planning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00A576-3DCA-2E4F-7BBE-EE9F1B8CF7C8}"/>
              </a:ext>
            </a:extLst>
          </p:cNvPr>
          <p:cNvGrpSpPr/>
          <p:nvPr/>
        </p:nvGrpSpPr>
        <p:grpSpPr>
          <a:xfrm>
            <a:off x="504000" y="4046499"/>
            <a:ext cx="7373174" cy="553998"/>
            <a:chOff x="504000" y="5031778"/>
            <a:chExt cx="7373174" cy="5539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636170-D4BC-0358-1619-72A32CB21F1B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3600" b="1" kern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04</a:t>
              </a:r>
              <a:endParaRPr lang="en-DE" sz="32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1AC3AB-2EE5-5BBB-4E57-E514036C572D}"/>
                </a:ext>
              </a:extLst>
            </p:cNvPr>
            <p:cNvSpPr txBox="1"/>
            <p:nvPr/>
          </p:nvSpPr>
          <p:spPr>
            <a:xfrm>
              <a:off x="1439999" y="5216443"/>
              <a:ext cx="643717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600" kern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Next steps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311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5C75E-F70D-DA0E-5209-DF8F5B5D1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132AB9-162D-AE4E-0606-25C56E4F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Introductions / Getting to know each other</a:t>
            </a:r>
            <a:br>
              <a:rPr lang="en-GB">
                <a:solidFill>
                  <a:schemeClr val="tx1"/>
                </a:solidFill>
              </a:rPr>
            </a:br>
            <a:endParaRPr lang="en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04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58BDF-E418-F229-E1C9-D4867BE6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A0C7E6-6AD6-3C4F-82DB-B3AED0FC7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830" y="111211"/>
            <a:ext cx="9953367" cy="663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3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8BE1-C5CC-F8C4-A3FF-C3167DD3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E5864-746B-751D-28F1-19E1362B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Review and discussion of the Scope of Work </a:t>
            </a:r>
          </a:p>
        </p:txBody>
      </p:sp>
    </p:spTree>
    <p:extLst>
      <p:ext uri="{BB962C8B-B14F-4D97-AF65-F5344CB8AC3E}">
        <p14:creationId xmlns:p14="http://schemas.microsoft.com/office/powerpoint/2010/main" val="288252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23C1A-8B4A-0EAA-97B9-692A560A5B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99" y="1937982"/>
            <a:ext cx="5371284" cy="441519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What is working particularly well today, and what are you most proud of?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What is the biggest bottleneck currently holding the platform back?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What is your unique value proposition? What differentiates your offering from others in the market?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What is the main target audience? Are you also considering expanding to otheruser groups (e.g like artisans)?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What does success look like in 3 years?</a:t>
            </a:r>
          </a:p>
          <a:p>
            <a:endParaRPr lang="en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0D2C8D-EC5F-AD94-BBDA-D22EE010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Initial Questions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93A43F0-3CD7-8AAA-B103-3255BAE0BF96}"/>
              </a:ext>
            </a:extLst>
          </p:cNvPr>
          <p:cNvSpPr txBox="1">
            <a:spLocks/>
          </p:cNvSpPr>
          <p:nvPr/>
        </p:nvSpPr>
        <p:spPr bwMode="black">
          <a:xfrm>
            <a:off x="6232137" y="1937982"/>
            <a:ext cx="5371284" cy="44151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600"/>
              </a:spcBef>
              <a:buClrTx/>
              <a:buSzPct val="100000"/>
              <a:buFont typeface="Arial" panose="020B0604020202020204" pitchFamily="34" charset="0"/>
              <a:buChar char="​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88558" rtl="0" eaLnBrk="1" latinLnBrk="0" hangingPunct="1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88558" rtl="0" eaLnBrk="1" latinLnBrk="0" hangingPunct="1">
              <a:spcBef>
                <a:spcPts val="600"/>
              </a:spcBef>
              <a:buFont typeface="Arial" pitchFamily="34" charset="0"/>
              <a:buChar char="​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DE"/>
              <a:t>• Бугун айниқса нималар яхши ишлаяпти ва сиз энг кўп нимадан фахрланасиз?</a:t>
            </a:r>
          </a:p>
          <a:p>
            <a:r>
              <a:rPr lang="en-DE"/>
              <a:t>• Ҳозирда платформанинг ривожланишига тўсқинлик қилаётган энг катта муаммо (бўғин, bottleneck) нима?</a:t>
            </a:r>
          </a:p>
          <a:p>
            <a:r>
              <a:rPr lang="en-DE"/>
              <a:t>• Сизнинг ноёб қиймат таклифингиз (Unique Value Proposition) нимадан иборат? Таклифингизни бозордаги бошқа ечимлардан нима ажратиб туради?</a:t>
            </a:r>
          </a:p>
          <a:p>
            <a:r>
              <a:rPr lang="en-DE"/>
              <a:t>• Асосий мақсадли аудиториянгиз ким? Бошқа фойдаланувчи гуруҳларига (масалан, ҳунармандлар каби) кенгайишни ҳам кўзда тутяпсизми?</a:t>
            </a:r>
          </a:p>
          <a:p>
            <a:r>
              <a:rPr lang="en-DE"/>
              <a:t>• 3 йил ичида муваффақият сизнинг назарингизда қандай кўринишга эга бўлади?</a:t>
            </a:r>
          </a:p>
        </p:txBody>
      </p:sp>
    </p:spTree>
    <p:extLst>
      <p:ext uri="{BB962C8B-B14F-4D97-AF65-F5344CB8AC3E}">
        <p14:creationId xmlns:p14="http://schemas.microsoft.com/office/powerpoint/2010/main" val="231874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CF8F-7A79-D405-B000-72C70A8B2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F29A12-55B0-D94B-5646-3C170558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>
                <a:solidFill>
                  <a:schemeClr val="tx1"/>
                </a:solidFill>
              </a:rPr>
              <a:t>Logistics and Planning</a:t>
            </a:r>
          </a:p>
        </p:txBody>
      </p:sp>
    </p:spTree>
    <p:extLst>
      <p:ext uri="{BB962C8B-B14F-4D97-AF65-F5344CB8AC3E}">
        <p14:creationId xmlns:p14="http://schemas.microsoft.com/office/powerpoint/2010/main" val="406387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0C94-F33F-C2AD-8688-998BDFD5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D9653-030E-055F-A9FA-BBF7C28A07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999" y="1937982"/>
            <a:ext cx="11314962" cy="441519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Workspace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Availability of people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GB"/>
              <a:t>C</a:t>
            </a:r>
            <a:r>
              <a:rPr lang="en-DE"/>
              <a:t>o-workers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DE"/>
              <a:t>Leaders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DE"/>
              <a:t>Users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(Regular) meetings or events we should attend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GB"/>
              <a:t>E</a:t>
            </a:r>
            <a:r>
              <a:rPr lang="en-DE"/>
              <a:t>.g. </a:t>
            </a:r>
            <a:r>
              <a:rPr lang="en-GB"/>
              <a:t>International Conference on E-Education, E-Business, E-Management and E-Learning (IC4E): Scheduled for October 8, 2026, in Tashkent. </a:t>
            </a:r>
            <a:endParaRPr lang="en-DE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Additional information (as described in SoW)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DE"/>
              <a:t>User data, product data, growth data,…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Access to Ziyo app </a:t>
            </a: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GB"/>
              <a:t>L</a:t>
            </a:r>
            <a:r>
              <a:rPr lang="en-DE"/>
              <a:t>ocal phone number only?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DE"/>
              <a:t>Anything else we should bring or think of?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0B568D-EC0E-AB02-28C3-A0ACCBC1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Additional Questions</a:t>
            </a:r>
          </a:p>
        </p:txBody>
      </p:sp>
    </p:spTree>
    <p:extLst>
      <p:ext uri="{BB962C8B-B14F-4D97-AF65-F5344CB8AC3E}">
        <p14:creationId xmlns:p14="http://schemas.microsoft.com/office/powerpoint/2010/main" val="272627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E216-034E-F185-04B4-F71D77F2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30085B-BB32-F0E9-5DB0-4E7221ED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>
                <a:solidFill>
                  <a:schemeClr val="tx1"/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57127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0293-9150-00B0-BE4C-6D44167D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0E6FFA-4C1C-B6ED-3F7D-566807D2B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40" y="0"/>
            <a:ext cx="10855712" cy="72371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42EE97-2F27-8262-A759-00889C93CA17}"/>
              </a:ext>
            </a:extLst>
          </p:cNvPr>
          <p:cNvSpPr txBox="1"/>
          <p:nvPr/>
        </p:nvSpPr>
        <p:spPr>
          <a:xfrm>
            <a:off x="719254" y="1747827"/>
            <a:ext cx="1878980" cy="1277273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Universities and educational institutions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Employers and private-sector companies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Government institutions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Nonprofit and youth-development organizations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ZIYO Forum leadership and management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DE" sz="700" dirty="0"/>
              <a:t>Content/opportunity providers (scholarships, grants, volunteer programs, events)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5C1EB-A212-651D-B974-347A72BA8575}"/>
              </a:ext>
            </a:extLst>
          </p:cNvPr>
          <p:cNvSpPr txBox="1"/>
          <p:nvPr/>
        </p:nvSpPr>
        <p:spPr>
          <a:xfrm>
            <a:off x="2722755" y="1747827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43FDE-FA5F-4FAE-4B6D-0C9DBF0FCEEE}"/>
              </a:ext>
            </a:extLst>
          </p:cNvPr>
          <p:cNvSpPr txBox="1"/>
          <p:nvPr/>
        </p:nvSpPr>
        <p:spPr>
          <a:xfrm>
            <a:off x="2722755" y="3978071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1900F-FAFC-AB02-A424-F4057C9F764A}"/>
              </a:ext>
            </a:extLst>
          </p:cNvPr>
          <p:cNvSpPr txBox="1"/>
          <p:nvPr/>
        </p:nvSpPr>
        <p:spPr>
          <a:xfrm>
            <a:off x="4819184" y="2115817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32C55-7AFB-E022-9FE9-0E5E7309FB1E}"/>
              </a:ext>
            </a:extLst>
          </p:cNvPr>
          <p:cNvSpPr txBox="1"/>
          <p:nvPr/>
        </p:nvSpPr>
        <p:spPr>
          <a:xfrm>
            <a:off x="6826403" y="2115817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0C9F3-743A-3127-2FFD-DBAB011A4C3F}"/>
              </a:ext>
            </a:extLst>
          </p:cNvPr>
          <p:cNvSpPr txBox="1"/>
          <p:nvPr/>
        </p:nvSpPr>
        <p:spPr>
          <a:xfrm>
            <a:off x="6826403" y="3952854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7CA71-07DC-24AF-28BF-2B7CB0C0FE5C}"/>
              </a:ext>
            </a:extLst>
          </p:cNvPr>
          <p:cNvSpPr txBox="1"/>
          <p:nvPr/>
        </p:nvSpPr>
        <p:spPr>
          <a:xfrm>
            <a:off x="8831764" y="1747827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0C55E-2D50-B0EF-BBAC-17BCFA3B2CEF}"/>
              </a:ext>
            </a:extLst>
          </p:cNvPr>
          <p:cNvSpPr txBox="1"/>
          <p:nvPr/>
        </p:nvSpPr>
        <p:spPr>
          <a:xfrm>
            <a:off x="2722754" y="5432249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D84A7-FE2C-7617-4182-5A749E2DE40D}"/>
              </a:ext>
            </a:extLst>
          </p:cNvPr>
          <p:cNvSpPr txBox="1"/>
          <p:nvPr/>
        </p:nvSpPr>
        <p:spPr>
          <a:xfrm>
            <a:off x="7467061" y="5432248"/>
            <a:ext cx="2005361" cy="106182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Aggregating opportunities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Managing and validating content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Platform development and maintenance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onboarding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User engagement and retention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Partnership acquisition and management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Product and UX improvement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sz="700" dirty="0"/>
              <a:t>Monitoring impact and KPIs </a:t>
            </a:r>
          </a:p>
        </p:txBody>
      </p:sp>
    </p:spTree>
    <p:extLst>
      <p:ext uri="{BB962C8B-B14F-4D97-AF65-F5344CB8AC3E}">
        <p14:creationId xmlns:p14="http://schemas.microsoft.com/office/powerpoint/2010/main" val="302502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E0D7-6F7F-FB01-A571-362D275B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07E8-3B97-52D5-C728-B7852E3C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3133341" cy="997196"/>
          </a:xfrm>
        </p:spPr>
        <p:txBody>
          <a:bodyPr/>
          <a:lstStyle/>
          <a:p>
            <a:r>
              <a:rPr lang="en-DE"/>
              <a:t>Thank you &amp; see you soon!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17CE3F3-E434-62CF-9053-C5D8C843C6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1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C466-B36E-2F43-5E05-50389F3C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CD4275-50A9-A566-D968-EE5AE79E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>
                <a:solidFill>
                  <a:schemeClr val="tx1"/>
                </a:solidFill>
              </a:rPr>
              <a:t>Parking Lot</a:t>
            </a:r>
          </a:p>
        </p:txBody>
      </p:sp>
    </p:spTree>
    <p:extLst>
      <p:ext uri="{BB962C8B-B14F-4D97-AF65-F5344CB8AC3E}">
        <p14:creationId xmlns:p14="http://schemas.microsoft.com/office/powerpoint/2010/main" val="2047531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6F9E-D895-1B26-5381-CF399438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Thank you!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E807C9-3BE3-56F0-8FDA-F7F1ABC958D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82709053-641B-D3F0-2A34-A108C686B936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13D3BB19-0B0D-7EE4-1536-39A566DA9E4E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244894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0F73-A6F3-1E63-B9BF-96C9C5B1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08C8-D250-43A1-1668-F02D644B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C8D9022-4D75-FC2A-2596-1BE131B1CBF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1EC1268-9338-97B0-FB82-388A2855BFB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88F55D6-D3AA-EEE2-6B44-663663C428D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217456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0929-35A1-492E-C1A4-407B1EE8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E6C8-1868-42B6-835D-EE9E685E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2DD94D3-0CF4-3D2E-2282-BA3AF52978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4428CC83-D37D-7E45-1845-72DE4847EE59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EF764539-323A-9500-365F-054FED704F1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1114924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59901-8284-CABB-5347-9B8FD3A5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11171618-4C2A-E337-DA35-EE834A884D7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3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4B9C26CA-AE7E-A544-2113-877E8EE9FEF2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3038245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4A02-491A-1255-C0F9-3EA6517F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8477-EC17-E4F7-34E2-79B38CE9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EFF80BFA-BC7E-30B3-07F0-288CECB2288F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11CEAA9-10B8-37B4-CB44-20B8A1404E46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111834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C91A-E448-BFEC-0C07-DE80A63F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CF32D8-3410-5363-B9E7-FFB68A98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2F7BECA-717A-BE64-37F9-CCBEEE581F3B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FE482BC8-D0CB-50BE-B558-24C44E764FEF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1327535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EC5C-5D12-0612-7672-99F99F51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1C15FB3-011C-8880-7FAD-0F666583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4024430"/>
            <a:ext cx="11187112" cy="997196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4DD00-A17A-77B1-104B-E1FC00AF04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-1"/>
            <a:ext cx="12195155" cy="343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28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DFC9B1-63CC-335C-AC05-59E42C46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93" y="4024430"/>
            <a:ext cx="5466588" cy="99842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01F08-3C16-C965-4C53-88C6BF7A8E2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20" y="-1"/>
            <a:ext cx="12195155" cy="343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8074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F653-B832-9B56-85B0-48A794AF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3DF5F38-9DE6-131E-9874-6B5CA8A4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93" y="4024430"/>
            <a:ext cx="5466588" cy="99842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F3B8980-732D-2384-E576-09FC58BDF2B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85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930A8-9A7F-025F-C16E-DCB63B2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>
                <a:solidFill>
                  <a:schemeClr val="tx1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3552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68C8-E5E4-63EA-2092-1C90DD06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>
                <a:solidFill>
                  <a:schemeClr val="tx1"/>
                </a:solidFill>
              </a:rPr>
              <a:t>Headline</a:t>
            </a:r>
            <a:br>
              <a:rPr lang="en-DE">
                <a:solidFill>
                  <a:schemeClr val="tx1"/>
                </a:solidFill>
              </a:rPr>
            </a:br>
            <a:r>
              <a:rPr lang="en-DE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</p:spTree>
    <p:extLst>
      <p:ext uri="{BB962C8B-B14F-4D97-AF65-F5344CB8AC3E}">
        <p14:creationId xmlns:p14="http://schemas.microsoft.com/office/powerpoint/2010/main" val="11222163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item1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5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9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20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23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4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25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034B036C92A4A897F8A958DF51533" ma:contentTypeVersion="19" ma:contentTypeDescription="Create a new document." ma:contentTypeScope="" ma:versionID="501d55e664131ef2dd5afebc2e671bb4">
  <xsd:schema xmlns:xsd="http://www.w3.org/2001/XMLSchema" xmlns:xs="http://www.w3.org/2001/XMLSchema" xmlns:p="http://schemas.microsoft.com/office/2006/metadata/properties" xmlns:ns2="779f7773-5b16-460b-be9a-e10be11b395c" xmlns:ns3="0e00d59e-b0d2-4e67-be34-67e465b0fbed" targetNamespace="http://schemas.microsoft.com/office/2006/metadata/properties" ma:root="true" ma:fieldsID="ae974cdccaeeef86084a7690bd7a6e3b" ns2:_="" ns3:_="">
    <xsd:import namespace="779f7773-5b16-460b-be9a-e10be11b395c"/>
    <xsd:import namespace="0e00d59e-b0d2-4e67-be34-67e465b0fb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f7773-5b16-460b-be9a-e10be11b39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f1e2fc8-60f5-4b88-a701-67d77da430d9}" ma:internalName="TaxCatchAll" ma:showField="CatchAllData" ma:web="0e00d59e-b0d2-4e67-be34-67e465b0fb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9f7773-5b16-460b-be9a-e10be11b395c">
      <Terms xmlns="http://schemas.microsoft.com/office/infopath/2007/PartnerControls"/>
    </lcf76f155ced4ddcb4097134ff3c332f>
    <TaxCatchAll xmlns="0e00d59e-b0d2-4e67-be34-67e465b0fbed" xsi:nil="true"/>
  </documentManagement>
</p:properties>
</file>

<file path=customXml/item30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4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35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3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43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44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4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9008009-A77E-4DE3-9C15-4B84BFC772CD}">
  <ds:schemaRefs/>
</ds:datastoreItem>
</file>

<file path=customXml/itemProps2.xml><?xml version="1.0" encoding="utf-8"?>
<ds:datastoreItem xmlns:ds="http://schemas.openxmlformats.org/officeDocument/2006/customXml" ds:itemID="{CE396CF5-D378-4212-9654-B79AC7E3DDF2}">
  <ds:schemaRefs/>
</ds:datastoreItem>
</file>

<file path=customXml/itemProps3.xml><?xml version="1.0" encoding="utf-8"?>
<ds:datastoreItem xmlns:ds="http://schemas.openxmlformats.org/officeDocument/2006/customXml" ds:itemID="{7CE852FA-A08C-42DD-AE0D-B4ACD5BB86CC}">
  <ds:schemaRefs/>
</ds:datastoreItem>
</file>

<file path=customXml/itemProps4.xml><?xml version="1.0" encoding="utf-8"?>
<ds:datastoreItem xmlns:ds="http://schemas.openxmlformats.org/officeDocument/2006/customXml" ds:itemID="{3A81E9BA-12B9-46B7-AEAA-BB534997284F}">
  <ds:schemaRefs/>
</ds:datastoreItem>
</file>

<file path=customXml/itemProps5.xml><?xml version="1.0" encoding="utf-8"?>
<ds:datastoreItem xmlns:ds="http://schemas.openxmlformats.org/officeDocument/2006/customXml" ds:itemID="{1949C97A-F2E4-44DC-BFCA-6630B6534B78}">
  <ds:schemaRefs/>
</ds:datastoreItem>
</file>

<file path=customXml/itemProps6.xml><?xml version="1.0" encoding="utf-8"?>
<ds:datastoreItem xmlns:ds="http://schemas.openxmlformats.org/officeDocument/2006/customXml" ds:itemID="{0AA29E1A-4DC8-446C-8155-596424E2EB1E}">
  <ds:schemaRefs/>
</ds:datastoreItem>
</file>

<file path=customXml/itemProps7.xml><?xml version="1.0" encoding="utf-8"?>
<ds:datastoreItem xmlns:ds="http://schemas.openxmlformats.org/officeDocument/2006/customXml" ds:itemID="{9B5A6145-50FD-46B5-882B-DCFCB8024129}">
  <ds:schemaRefs/>
</ds:datastoreItem>
</file>

<file path=customXml/itemProps8.xml><?xml version="1.0" encoding="utf-8"?>
<ds:datastoreItem xmlns:ds="http://schemas.openxmlformats.org/officeDocument/2006/customXml" ds:itemID="{4938B8D1-5EB7-4009-8CFB-FCE4DBF00B70}">
  <ds:schemaRefs/>
</ds:datastoreItem>
</file>

<file path=customXml/itemProps9.xml><?xml version="1.0" encoding="utf-8"?>
<ds:datastoreItem xmlns:ds="http://schemas.openxmlformats.org/officeDocument/2006/customXml" ds:itemID="{A63CC505-4A0C-3B49-84A8-E22CF847A350}">
  <ds:schemaRefs/>
</ds:datastoreItem>
</file>

<file path=customXml/itemProps10.xml><?xml version="1.0" encoding="utf-8"?>
<ds:datastoreItem xmlns:ds="http://schemas.openxmlformats.org/officeDocument/2006/customXml" ds:itemID="{626BBCBB-1894-4E66-BA48-9E91CE3ACBA0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7D282FA9-D486-4277-833F-E9AC54F00B25}">
  <ds:schemaRefs/>
</ds:datastoreItem>
</file>

<file path=customXml/itemProps13.xml><?xml version="1.0" encoding="utf-8"?>
<ds:datastoreItem xmlns:ds="http://schemas.openxmlformats.org/officeDocument/2006/customXml" ds:itemID="{02A76EF8-E055-4175-8D2D-5B9E60211AF6}">
  <ds:schemaRefs/>
</ds:datastoreItem>
</file>

<file path=customXml/itemProps14.xml><?xml version="1.0" encoding="utf-8"?>
<ds:datastoreItem xmlns:ds="http://schemas.openxmlformats.org/officeDocument/2006/customXml" ds:itemID="{2E9C140C-7F7C-4BAD-BCD9-F2636157DE78}">
  <ds:schemaRefs/>
</ds:datastoreItem>
</file>

<file path=customXml/itemProps15.xml><?xml version="1.0" encoding="utf-8"?>
<ds:datastoreItem xmlns:ds="http://schemas.openxmlformats.org/officeDocument/2006/customXml" ds:itemID="{7A3DE86C-37E5-43A2-A674-30AE8DECAC0E}">
  <ds:schemaRefs/>
</ds:datastoreItem>
</file>

<file path=customXml/itemProps16.xml><?xml version="1.0" encoding="utf-8"?>
<ds:datastoreItem xmlns:ds="http://schemas.openxmlformats.org/officeDocument/2006/customXml" ds:itemID="{7191A31C-0001-4F47-9681-3BF2CDE82779}">
  <ds:schemaRefs/>
</ds:datastoreItem>
</file>

<file path=customXml/itemProps17.xml><?xml version="1.0" encoding="utf-8"?>
<ds:datastoreItem xmlns:ds="http://schemas.openxmlformats.org/officeDocument/2006/customXml" ds:itemID="{2619A3F2-6BB2-4CAE-88B7-CFA577527EBA}">
  <ds:schemaRefs/>
</ds:datastoreItem>
</file>

<file path=customXml/itemProps18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9.xml><?xml version="1.0" encoding="utf-8"?>
<ds:datastoreItem xmlns:ds="http://schemas.openxmlformats.org/officeDocument/2006/customXml" ds:itemID="{30F4058E-AE30-6947-9040-F28DBCFB067B}">
  <ds:schemaRefs/>
</ds:datastoreItem>
</file>

<file path=customXml/itemProps20.xml><?xml version="1.0" encoding="utf-8"?>
<ds:datastoreItem xmlns:ds="http://schemas.openxmlformats.org/officeDocument/2006/customXml" ds:itemID="{5E11CF51-A506-4F35-8D30-27CC6B312382}">
  <ds:schemaRefs/>
</ds:datastoreItem>
</file>

<file path=customXml/itemProps21.xml><?xml version="1.0" encoding="utf-8"?>
<ds:datastoreItem xmlns:ds="http://schemas.openxmlformats.org/officeDocument/2006/customXml" ds:itemID="{72F8570F-162E-4E77-8F0F-6DD87409B9AF}">
  <ds:schemaRefs/>
</ds:datastoreItem>
</file>

<file path=customXml/itemProps22.xml><?xml version="1.0" encoding="utf-8"?>
<ds:datastoreItem xmlns:ds="http://schemas.openxmlformats.org/officeDocument/2006/customXml" ds:itemID="{4B1D4426-9BD0-4BD3-8094-CA9B884388C6}">
  <ds:schemaRefs/>
</ds:datastoreItem>
</file>

<file path=customXml/itemProps23.xml><?xml version="1.0" encoding="utf-8"?>
<ds:datastoreItem xmlns:ds="http://schemas.openxmlformats.org/officeDocument/2006/customXml" ds:itemID="{CC49FFC8-2FF3-4057-96F0-3BCD1A4F0351}">
  <ds:schemaRefs/>
</ds:datastoreItem>
</file>

<file path=customXml/itemProps24.xml><?xml version="1.0" encoding="utf-8"?>
<ds:datastoreItem xmlns:ds="http://schemas.openxmlformats.org/officeDocument/2006/customXml" ds:itemID="{F0F8AAF3-4544-44DE-8D65-07578647B51F}">
  <ds:schemaRefs/>
</ds:datastoreItem>
</file>

<file path=customXml/itemProps25.xml><?xml version="1.0" encoding="utf-8"?>
<ds:datastoreItem xmlns:ds="http://schemas.openxmlformats.org/officeDocument/2006/customXml" ds:itemID="{59E029D4-81CC-4017-8B00-9264DBE7ED46}">
  <ds:schemaRefs/>
</ds:datastoreItem>
</file>

<file path=customXml/itemProps26.xml><?xml version="1.0" encoding="utf-8"?>
<ds:datastoreItem xmlns:ds="http://schemas.openxmlformats.org/officeDocument/2006/customXml" ds:itemID="{8F54209D-E2B9-45C1-850A-8060F1CC8CCA}">
  <ds:schemaRefs/>
</ds:datastoreItem>
</file>

<file path=customXml/itemProps27.xml><?xml version="1.0" encoding="utf-8"?>
<ds:datastoreItem xmlns:ds="http://schemas.openxmlformats.org/officeDocument/2006/customXml" ds:itemID="{54FE47D6-A0B5-433B-A8EF-42136D6623C1}">
  <ds:schemaRefs/>
</ds:datastoreItem>
</file>

<file path=customXml/itemProps28.xml><?xml version="1.0" encoding="utf-8"?>
<ds:datastoreItem xmlns:ds="http://schemas.openxmlformats.org/officeDocument/2006/customXml" ds:itemID="{F429925B-5DC5-4AFE-B99F-916D9AAE4BDD}">
  <ds:schemaRefs>
    <ds:schemaRef ds:uri="0e00d59e-b0d2-4e67-be34-67e465b0fbed"/>
    <ds:schemaRef ds:uri="779f7773-5b16-460b-be9a-e10be11b39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C1422F45-04DB-421D-8796-270006657806}">
  <ds:schemaRefs>
    <ds:schemaRef ds:uri="779f7773-5b16-460b-be9a-e10be11b395c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0e00d59e-b0d2-4e67-be34-67e465b0fbed"/>
  </ds:schemaRefs>
</ds:datastoreItem>
</file>

<file path=customXml/itemProps30.xml><?xml version="1.0" encoding="utf-8"?>
<ds:datastoreItem xmlns:ds="http://schemas.openxmlformats.org/officeDocument/2006/customXml" ds:itemID="{E54232B7-ECAB-41A6-AF8E-F8AA8F67AA91}">
  <ds:schemaRefs/>
</ds:datastoreItem>
</file>

<file path=customXml/itemProps31.xml><?xml version="1.0" encoding="utf-8"?>
<ds:datastoreItem xmlns:ds="http://schemas.openxmlformats.org/officeDocument/2006/customXml" ds:itemID="{262F285F-827C-4183-96DE-8531462DE52A}">
  <ds:schemaRefs/>
</ds:datastoreItem>
</file>

<file path=customXml/itemProps32.xml><?xml version="1.0" encoding="utf-8"?>
<ds:datastoreItem xmlns:ds="http://schemas.openxmlformats.org/officeDocument/2006/customXml" ds:itemID="{A7B291CB-4C44-41B3-9B37-CCBAC5621AB0}">
  <ds:schemaRefs/>
</ds:datastoreItem>
</file>

<file path=customXml/itemProps33.xml><?xml version="1.0" encoding="utf-8"?>
<ds:datastoreItem xmlns:ds="http://schemas.openxmlformats.org/officeDocument/2006/customXml" ds:itemID="{69B73946-F389-40E3-A533-45A6D07B0A63}">
  <ds:schemaRefs/>
</ds:datastoreItem>
</file>

<file path=customXml/itemProps34.xml><?xml version="1.0" encoding="utf-8"?>
<ds:datastoreItem xmlns:ds="http://schemas.openxmlformats.org/officeDocument/2006/customXml" ds:itemID="{340F98CC-F8FA-4257-87D3-FCE825196D17}">
  <ds:schemaRefs/>
</ds:datastoreItem>
</file>

<file path=customXml/itemProps35.xml><?xml version="1.0" encoding="utf-8"?>
<ds:datastoreItem xmlns:ds="http://schemas.openxmlformats.org/officeDocument/2006/customXml" ds:itemID="{969E2946-A68D-494C-938D-9F4AFD67C432}">
  <ds:schemaRefs/>
</ds:datastoreItem>
</file>

<file path=customXml/itemProps36.xml><?xml version="1.0" encoding="utf-8"?>
<ds:datastoreItem xmlns:ds="http://schemas.openxmlformats.org/officeDocument/2006/customXml" ds:itemID="{9F687104-044A-49FD-BBC2-8EEC24DE651C}">
  <ds:schemaRefs/>
</ds:datastoreItem>
</file>

<file path=customXml/itemProps37.xml><?xml version="1.0" encoding="utf-8"?>
<ds:datastoreItem xmlns:ds="http://schemas.openxmlformats.org/officeDocument/2006/customXml" ds:itemID="{0C2F541D-F419-4D97-8F50-8CFBB40B0EC7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13FD8C04-EC58-4965-B798-8E6CBDD39C2A}">
  <ds:schemaRefs/>
</ds:datastoreItem>
</file>

<file path=customXml/itemProps40.xml><?xml version="1.0" encoding="utf-8"?>
<ds:datastoreItem xmlns:ds="http://schemas.openxmlformats.org/officeDocument/2006/customXml" ds:itemID="{313EF5B0-5BFC-4E19-9E61-13C85B6C6127}">
  <ds:schemaRefs/>
</ds:datastoreItem>
</file>

<file path=customXml/itemProps41.xml><?xml version="1.0" encoding="utf-8"?>
<ds:datastoreItem xmlns:ds="http://schemas.openxmlformats.org/officeDocument/2006/customXml" ds:itemID="{4776B2CF-5C01-8A41-A126-F5D79F5C9C67}">
  <ds:schemaRefs/>
</ds:datastoreItem>
</file>

<file path=customXml/itemProps42.xml><?xml version="1.0" encoding="utf-8"?>
<ds:datastoreItem xmlns:ds="http://schemas.openxmlformats.org/officeDocument/2006/customXml" ds:itemID="{F5A83F85-7F87-E446-ADF5-A617C068E0BA}">
  <ds:schemaRefs/>
</ds:datastoreItem>
</file>

<file path=customXml/itemProps43.xml><?xml version="1.0" encoding="utf-8"?>
<ds:datastoreItem xmlns:ds="http://schemas.openxmlformats.org/officeDocument/2006/customXml" ds:itemID="{2EBA1259-1672-4DD3-BA35-A6EAF5A9B084}">
  <ds:schemaRefs/>
</ds:datastoreItem>
</file>

<file path=customXml/itemProps44.xml><?xml version="1.0" encoding="utf-8"?>
<ds:datastoreItem xmlns:ds="http://schemas.openxmlformats.org/officeDocument/2006/customXml" ds:itemID="{D0AC3308-50B2-461B-AD01-41C9501C41AA}">
  <ds:schemaRefs/>
</ds:datastoreItem>
</file>

<file path=customXml/itemProps45.xml><?xml version="1.0" encoding="utf-8"?>
<ds:datastoreItem xmlns:ds="http://schemas.openxmlformats.org/officeDocument/2006/customXml" ds:itemID="{E9FE88B9-0BAC-45E1-B2FC-EC88A09A227D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</TotalTime>
  <Words>655</Words>
  <Application>Microsoft Macintosh PowerPoint</Application>
  <PresentationFormat>Custom</PresentationFormat>
  <Paragraphs>141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Ziyo Forum &amp; SAP Intro Call</vt:lpstr>
      <vt:lpstr>Agenda</vt:lpstr>
      <vt:lpstr>Introductions / Getting to know each other </vt:lpstr>
      <vt:lpstr>PowerPoint Presentation</vt:lpstr>
      <vt:lpstr>Review and discussion of the Scope of Work </vt:lpstr>
      <vt:lpstr>Initial Questions</vt:lpstr>
      <vt:lpstr>Logistics and Planning</vt:lpstr>
      <vt:lpstr>Additional Questions</vt:lpstr>
      <vt:lpstr>Next Steps</vt:lpstr>
      <vt:lpstr>PowerPoint Presentation</vt:lpstr>
      <vt:lpstr>Thank you &amp; see you soon!</vt:lpstr>
      <vt:lpstr>Parking Lot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</vt:lpstr>
      <vt:lpstr>Headline Sub-Headline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2</cp:revision>
  <dcterms:created xsi:type="dcterms:W3CDTF">2026-09-25T13:39:56Z</dcterms:created>
  <dcterms:modified xsi:type="dcterms:W3CDTF">2026-10-08T08:06:20Z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0x010100AC4034B036C92A4A897F8A958DF51533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