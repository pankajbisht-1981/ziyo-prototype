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customXml/itemProps5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media/image20.svg" ContentType="image/svg+xml"/>
  <Override PartName="/ppt/media/image21.svg" ContentType="image/svg+xml"/>
  <Override PartName="/ppt/media/image22.svg" ContentType="image/svg+xml"/>
  <Override PartName="/ppt/media/image23.svg" ContentType="image/svg+xml"/>
  <Override PartName="/ppt/media/image27.svg" ContentType="image/svg+xml"/>
  <Override PartName="/ppt/media/image28.svg" ContentType="image/svg+xml"/>
  <Override PartName="/ppt/media/image29.svg" ContentType="image/svg+xml"/>
  <Override PartName="/ppt/media/image3.svg" ContentType="image/svg+xml"/>
  <Override PartName="/ppt/media/image30.svg" ContentType="image/svg+xml"/>
  <Override PartName="/ppt/media/image31.svg" ContentType="image/svg+xml"/>
  <Override PartName="/ppt/media/image32.svg" ContentType="image/svg+xml"/>
  <Override PartName="/ppt/media/image33.svg" ContentType="image/svg+xml"/>
  <Override PartName="/ppt/media/image34.svg" ContentType="image/svg+xml"/>
  <Override PartName="/ppt/media/image35.svg" ContentType="image/svg+xml"/>
  <Override PartName="/ppt/media/image36.svg" ContentType="image/svg+xml"/>
  <Override PartName="/ppt/media/image37.svg" ContentType="image/svg+xml"/>
  <Override PartName="/ppt/media/image38.svg" ContentType="image/svg+xml"/>
  <Override PartName="/ppt/media/image39.svg" ContentType="image/svg+xml"/>
  <Override PartName="/ppt/media/image40.svg" ContentType="image/svg+xml"/>
  <Override PartName="/ppt/media/image41.svg" ContentType="image/svg+xml"/>
  <Override PartName="/ppt/media/image42.svg" ContentType="image/svg+xml"/>
  <Override PartName="/ppt/media/image43.svg" ContentType="image/svg+xml"/>
  <Override PartName="/ppt/media/image44.svg" ContentType="image/svg+xml"/>
  <Override PartName="/ppt/media/image45.svg" ContentType="image/svg+xml"/>
  <Override PartName="/ppt/media/image46.svg" ContentType="image/svg+xml"/>
  <Override PartName="/ppt/media/image51.svg" ContentType="image/svg+xml"/>
  <Override PartName="/ppt/media/image52.svg" ContentType="image/svg+xml"/>
  <Override PartName="/ppt/media/image53.svg" ContentType="image/svg+xml"/>
  <Override PartName="/ppt/media/image54.svg" ContentType="image/svg+xml"/>
  <Override PartName="/ppt/media/image61.svg" ContentType="image/svg+xml"/>
  <Override PartName="/ppt/media/image71.svg" ContentType="image/svg+xml"/>
  <Override PartName="/ppt/media/image72.svg" ContentType="image/svg+xml"/>
  <Override PartName="/ppt/media/image73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  <Override PartName="/ppt/webextensions/webextension2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733" r:id="rId6"/>
  </p:sldMasterIdLst>
  <p:notesMasterIdLst>
    <p:notesMasterId r:id="rId53"/>
  </p:notesMasterIdLst>
  <p:handoutMasterIdLst>
    <p:handoutMasterId r:id="rId54"/>
  </p:handoutMasterIdLst>
  <p:sldIdLst>
    <p:sldId id="2246" r:id="rId7"/>
    <p:sldId id="2280" r:id="rId8"/>
    <p:sldId id="2292" r:id="rId9"/>
    <p:sldId id="2147482642" r:id="rId10"/>
    <p:sldId id="2147482631" r:id="rId11"/>
    <p:sldId id="2147482632" r:id="rId12"/>
    <p:sldId id="2147482633" r:id="rId13"/>
    <p:sldId id="2147482634" r:id="rId14"/>
    <p:sldId id="2147482635" r:id="rId15"/>
    <p:sldId id="2147482637" r:id="rId16"/>
    <p:sldId id="2147482639" r:id="rId17"/>
    <p:sldId id="2147482641" r:id="rId18"/>
    <p:sldId id="2305" r:id="rId19"/>
    <p:sldId id="2306" r:id="rId20"/>
    <p:sldId id="2296" r:id="rId21"/>
    <p:sldId id="2147482654" r:id="rId22"/>
    <p:sldId id="256" r:id="rId23"/>
    <p:sldId id="2147482653" r:id="rId24"/>
    <p:sldId id="2147482655" r:id="rId25"/>
    <p:sldId id="2147482646" r:id="rId26"/>
    <p:sldId id="2147482648" r:id="rId27"/>
    <p:sldId id="2307" r:id="rId28"/>
    <p:sldId id="2147482647" r:id="rId29"/>
    <p:sldId id="2147482645" r:id="rId30"/>
    <p:sldId id="2147482643" r:id="rId31"/>
    <p:sldId id="2302" r:id="rId32"/>
    <p:sldId id="2289" r:id="rId33"/>
    <p:sldId id="2147482652" r:id="rId34"/>
    <p:sldId id="2308" r:id="rId35"/>
    <p:sldId id="2293" r:id="rId36"/>
    <p:sldId id="2301" r:id="rId37"/>
    <p:sldId id="2270" r:id="rId38"/>
    <p:sldId id="2274" r:id="rId39"/>
    <p:sldId id="2275" r:id="rId40"/>
    <p:sldId id="2276" r:id="rId41"/>
    <p:sldId id="2271" r:id="rId42"/>
    <p:sldId id="2277" r:id="rId43"/>
    <p:sldId id="2281" r:id="rId44"/>
    <p:sldId id="2282" r:id="rId45"/>
    <p:sldId id="2272" r:id="rId46"/>
    <p:sldId id="2249" r:id="rId47"/>
    <p:sldId id="2247" r:id="rId48"/>
    <p:sldId id="2253" r:id="rId49"/>
    <p:sldId id="2254" r:id="rId50"/>
    <p:sldId id="2266" r:id="rId51"/>
    <p:sldId id="2244" r:id="rId52"/>
    <p:sldId id="2147482656" r:id="rId67"/>
    <p:sldId id="2147482657" r:id="rId68"/>
    <p:sldId id="2147482658" r:id="rId69"/>
  </p:sldIdLst>
  <p:sldSz cx="12195175" cy="6858000"/>
  <p:notesSz cx="6858000" cy="9144000"/>
  <p:embeddedFontLst>
    <p:embeddedFont>
      <p:font typeface="72 Brand" panose="020B0504030603020204" pitchFamily="34" charset="0"/>
      <p:regular r:id="rId55"/>
      <p:bold r:id="rId56"/>
      <p:italic r:id="rId57"/>
      <p:boldItalic r:id="rId58"/>
    </p:embeddedFont>
    <p:embeddedFont>
      <p:font typeface="72 Brand Medium" panose="020B0504030603020204" pitchFamily="34" charset="0"/>
      <p:regular r:id="rId59"/>
      <p:italic r:id="rId60"/>
    </p:embeddedFont>
  </p:embeddedFontLst>
  <p:custDataLst>
    <p:tags r:id="rId61"/>
  </p:custDataLst>
  <p:defaultTextStyle>
    <a:defPPr>
      <a:defRPr lang="de-DE"/>
    </a:defPPr>
    <a:lvl1pPr marL="0" algn="l" defTabSz="1088776" rtl="0" eaLnBrk="1" latinLnBrk="0" hangingPunct="1">
      <a:defRPr lang="de-DE" sz="2100" kern="1200">
        <a:solidFill>
          <a:schemeClr val="tx1"/>
        </a:solidFill>
        <a:latin typeface="Arial"/>
        <a:ea typeface="+mn-ea"/>
        <a:cs typeface="+mn-cs"/>
      </a:defRPr>
    </a:lvl1pPr>
    <a:lvl2pPr marL="544388" algn="l" defTabSz="1088776" rtl="0" eaLnBrk="1" latinLnBrk="0" hangingPunct="1">
      <a:buClr>
        <a:srgbClr val="FDB913"/>
      </a:buClr>
      <a:buSzPct val="100000"/>
      <a:buFont typeface="wingdings"/>
      <a:buChar char=""/>
      <a:defRPr lang="de-DE" sz="2100" kern="1200">
        <a:solidFill>
          <a:schemeClr val="tx1"/>
        </a:solidFill>
        <a:latin typeface="Arial"/>
        <a:ea typeface="+mn-ea"/>
        <a:cs typeface="+mn-cs"/>
      </a:defRPr>
    </a:lvl2pPr>
    <a:lvl3pPr marL="1088776" algn="l" defTabSz="1088776" rtl="0" eaLnBrk="1" latinLnBrk="0" hangingPunct="1">
      <a:buClr>
        <a:srgbClr val="666666"/>
      </a:buClr>
      <a:buSzPct val="80000"/>
      <a:buFont typeface="Wingdings"/>
      <a:buChar char="n"/>
      <a:defRPr lang="de-DE" sz="1700" kern="1200">
        <a:solidFill>
          <a:schemeClr val="tx1"/>
        </a:solidFill>
        <a:latin typeface="Arial"/>
        <a:ea typeface="+mn-ea"/>
        <a:cs typeface="+mn-cs"/>
      </a:defRPr>
    </a:lvl3pPr>
    <a:lvl4pPr marL="1633164" algn="l" defTabSz="1088776" rtl="0" eaLnBrk="1" latinLnBrk="0" hangingPunct="1">
      <a:buClr>
        <a:srgbClr val="666666"/>
      </a:buClr>
      <a:buSzPct val="80000"/>
      <a:buFont typeface="Arial"/>
      <a:buChar char=""/>
      <a:defRPr lang="de-DE" sz="1400" kern="1200">
        <a:solidFill>
          <a:schemeClr val="tx1"/>
        </a:solidFill>
        <a:latin typeface="Arial"/>
        <a:ea typeface="+mn-ea"/>
        <a:cs typeface="+mn-cs"/>
      </a:defRPr>
    </a:lvl4pPr>
    <a:lvl5pPr marL="2177552" algn="l" defTabSz="1088776" rtl="0" eaLnBrk="1" latinLnBrk="0" hangingPunct="1">
      <a:buClr>
        <a:srgbClr val="666666"/>
      </a:buClr>
      <a:buSzPct val="80000"/>
      <a:buFont typeface="Arial"/>
      <a:buChar char=""/>
      <a:defRPr lang="de-DE" sz="1200" kern="1200">
        <a:solidFill>
          <a:schemeClr val="tx1"/>
        </a:solidFill>
        <a:latin typeface="Arial"/>
        <a:ea typeface="+mn-ea"/>
        <a:cs typeface="+mn-cs"/>
      </a:defRPr>
    </a:lvl5pPr>
    <a:lvl6pPr marL="2721940" algn="l" defTabSz="1088776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6pPr>
    <a:lvl7pPr marL="3266328" algn="l" defTabSz="1088776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7pPr>
    <a:lvl8pPr marL="3810716" algn="l" defTabSz="1088776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8pPr>
    <a:lvl9pPr marL="4355104" algn="l" defTabSz="1088776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8AAE3"/>
    <a:srgbClr val="45BC0D"/>
    <a:srgbClr val="EF5B25"/>
    <a:srgbClr val="FFCC01"/>
    <a:srgbClr val="942491"/>
    <a:srgbClr val="A0D109"/>
    <a:srgbClr val="652E93"/>
    <a:srgbClr val="ECEDF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855299D-E52F-2D49-B88C-AE8C6648CC67}" v="1095" dt="2026-10-14T05:58:09.251"/>
    <p1510:client id="{B2F5DD42-D1B4-714C-B401-ADC82C7920F2}" v="1838" dt="2026-10-14T05:58:06.619"/>
    <p1510:client id="{E58B4BFE-2E21-4712-8D39-4BB92E997B88}" v="450" dt="2026-10-14T05:57:24.037"/>
  </p1510:revLst>
</p1510:revInfo>
</file>

<file path=ppt/tableStyles.xml><?xml version="1.0" encoding="utf-8"?>
<a:tblStyleLst xmlns:a="http://schemas.openxmlformats.org/drawingml/2006/main" def="{2D5ABB26-0587-4C30-8999-92F81FD0307C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34"/>
    <p:restoredTop sz="94640"/>
  </p:normalViewPr>
  <p:slideViewPr>
    <p:cSldViewPr snapToGrid="0">
      <p:cViewPr varScale="1">
        <p:scale>
          <a:sx n="116" d="100"/>
          <a:sy n="116" d="100"/>
        </p:scale>
        <p:origin x="608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customXml" Target="../customXml/item4.xml"/><Relationship Id="rId5" Type="http://schemas.openxmlformats.org/officeDocument/2006/relationships/customXml" Target="../customXml/item5.xml"/><Relationship Id="rId6" Type="http://schemas.openxmlformats.org/officeDocument/2006/relationships/slideMaster" Target="slideMasters/slide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notesMaster" Target="notesMasters/notesMaster1.xml"/><Relationship Id="rId54" Type="http://schemas.openxmlformats.org/officeDocument/2006/relationships/handoutMaster" Target="handoutMasters/handoutMaster1.xml"/><Relationship Id="rId55" Type="http://schemas.openxmlformats.org/officeDocument/2006/relationships/font" Target="fonts/font1.fntdata"/><Relationship Id="rId56" Type="http://schemas.openxmlformats.org/officeDocument/2006/relationships/font" Target="fonts/font2.fntdata"/><Relationship Id="rId57" Type="http://schemas.openxmlformats.org/officeDocument/2006/relationships/font" Target="fonts/font3.fntdata"/><Relationship Id="rId58" Type="http://schemas.openxmlformats.org/officeDocument/2006/relationships/font" Target="fonts/font4.fntdata"/><Relationship Id="rId59" Type="http://schemas.openxmlformats.org/officeDocument/2006/relationships/font" Target="fonts/font5.fntdata"/><Relationship Id="rId60" Type="http://schemas.openxmlformats.org/officeDocument/2006/relationships/font" Target="fonts/font6.fntdata"/><Relationship Id="rId61" Type="http://schemas.openxmlformats.org/officeDocument/2006/relationships/tags" Target="tags/tag1.xml"/><Relationship Id="rId62" Type="http://schemas.openxmlformats.org/officeDocument/2006/relationships/presProps" Target="presProps.xml"/><Relationship Id="rId63" Type="http://schemas.openxmlformats.org/officeDocument/2006/relationships/viewProps" Target="viewProps.xml"/><Relationship Id="rId64" Type="http://schemas.openxmlformats.org/officeDocument/2006/relationships/theme" Target="theme/theme1.xml"/><Relationship Id="rId65" Type="http://schemas.openxmlformats.org/officeDocument/2006/relationships/tableStyles" Target="tableStyles.xml"/><Relationship Id="rId66" Type="http://schemas.microsoft.com/office/2015/10/relationships/revisionInfo" Target="revisionInfo.xml"/><Relationship Id="rId67" Type="http://schemas.openxmlformats.org/officeDocument/2006/relationships/slide" Target="slides/slide47.xml"/><Relationship Id="rId68" Type="http://schemas.openxmlformats.org/officeDocument/2006/relationships/slide" Target="slides/slide48.xml"/><Relationship Id="rId69" Type="http://schemas.openxmlformats.org/officeDocument/2006/relationships/slide" Target="slides/slide49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194310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algn="ctr"/>
            <a:fld id="{47855BD9-AF71-426C-9B9B-B0E52B88852E}" type="slidenum">
              <a:rPr lang="de-DE" sz="1000" smtClean="0">
                <a:latin typeface="72 Brand" panose="020B0504030603020204" pitchFamily="34" charset="0"/>
              </a:rPr>
              <a:pPr algn="ctr"/>
              <a:t>‹#›</a:t>
            </a:fld>
            <a:endParaRPr lang="de-DE" sz="1000">
              <a:latin typeface="72 Brand" panose="020B05040306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599324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547688" y="612775"/>
            <a:ext cx="5762625" cy="32416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549000" y="4120162"/>
            <a:ext cx="5760000" cy="456356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957512" y="8935722"/>
            <a:ext cx="942976" cy="20535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800" b="0" i="0">
                <a:latin typeface="72 Brand" panose="020B0504030603020204" pitchFamily="34" charset="0"/>
              </a:defRPr>
            </a:lvl1pPr>
          </a:lstStyle>
          <a:p>
            <a:fld id="{7D8C2C35-2B8A-446E-BEC0-FD36716C29AC}" type="slidenum">
              <a:rPr lang="en-DE" smtClean="0"/>
              <a:pPr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8473854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088776" rtl="0" eaLnBrk="1" latinLnBrk="0" hangingPunct="1">
      <a:defRPr sz="1400" b="0" i="0" kern="1200">
        <a:solidFill>
          <a:schemeClr val="tx1"/>
        </a:solidFill>
        <a:latin typeface="72 Brand" panose="020B0504030603020204" pitchFamily="34" charset="0"/>
        <a:ea typeface="+mn-ea"/>
        <a:cs typeface="+mn-cs"/>
      </a:defRPr>
    </a:lvl1pPr>
    <a:lvl2pPr marL="180000" indent="-180000" algn="l" defTabSz="1088776" rtl="0" eaLnBrk="1" latinLnBrk="0" hangingPunct="1">
      <a:buClr>
        <a:schemeClr val="accent1"/>
      </a:buClr>
      <a:buSzPct val="100000"/>
      <a:buFont typeface="Wingdings" pitchFamily="2" charset="2"/>
      <a:buChar char=""/>
      <a:defRPr sz="1400" b="0" i="0" kern="1200">
        <a:solidFill>
          <a:schemeClr val="tx1"/>
        </a:solidFill>
        <a:latin typeface="72 Brand" panose="020B0504030603020204" pitchFamily="34" charset="0"/>
        <a:ea typeface="+mn-ea"/>
        <a:cs typeface="+mn-cs"/>
      </a:defRPr>
    </a:lvl2pPr>
    <a:lvl3pPr marL="360000" indent="-180000" algn="l" defTabSz="1088776" rtl="0" eaLnBrk="1" latinLnBrk="0" hangingPunct="1">
      <a:buClr>
        <a:schemeClr val="accent2"/>
      </a:buClr>
      <a:buSzPct val="80000"/>
      <a:buFont typeface="Symbol" pitchFamily="18" charset="2"/>
      <a:buChar char="-"/>
      <a:defRPr sz="1200" b="0" i="0" kern="1200">
        <a:solidFill>
          <a:schemeClr val="tx1"/>
        </a:solidFill>
        <a:latin typeface="72 Brand" panose="020B0504030603020204" pitchFamily="34" charset="0"/>
        <a:ea typeface="+mn-ea"/>
        <a:cs typeface="+mn-cs"/>
      </a:defRPr>
    </a:lvl3pPr>
    <a:lvl4pPr marL="674815" indent="-158780" algn="l" defTabSz="1088776" rtl="0" eaLnBrk="1" latinLnBrk="0" hangingPunct="1">
      <a:buClr>
        <a:schemeClr val="accent2"/>
      </a:buClr>
      <a:buFont typeface="Arial" pitchFamily="34" charset="0"/>
      <a:buChar char="–"/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2177552" algn="l" defTabSz="1088776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5pPr>
    <a:lvl6pPr marL="2721940" algn="l" defTabSz="1088776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6pPr>
    <a:lvl7pPr marL="3266328" algn="l" defTabSz="1088776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7pPr>
    <a:lvl8pPr marL="3810716" algn="l" defTabSz="1088776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8pPr>
    <a:lvl9pPr marL="4355104" algn="l" defTabSz="1088776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8C2C35-2B8A-446E-BEC0-FD36716C29AC}" type="slidenum">
              <a:rPr lang="en-DE" smtClean="0"/>
              <a:pPr/>
              <a:t>2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0550375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8C2C35-2B8A-446E-BEC0-FD36716C29AC}" type="slidenum">
              <a:rPr lang="en-DE" smtClean="0"/>
              <a:pPr/>
              <a:t>15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88133644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8C2C35-2B8A-446E-BEC0-FD36716C29AC}" type="slidenum">
              <a:rPr lang="en-DE" smtClean="0"/>
              <a:pPr/>
              <a:t>18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77717138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479DE5-F8B8-E457-F365-83A9031495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5C46618-6F34-9DC0-A169-6947C586481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924F3A9-3383-207C-1B54-F9C2FC1125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DE"/>
              <a:t>Tape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FF518F-6D7F-7B99-695F-FA309CC742F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8C2C35-2B8A-446E-BEC0-FD36716C29AC}" type="slidenum">
              <a:rPr lang="en-DE" smtClean="0"/>
              <a:pPr/>
              <a:t>19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36126086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DE"/>
              <a:t>Tape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8C2C35-2B8A-446E-BEC0-FD36716C29AC}" type="slidenum">
              <a:rPr lang="en-DE" smtClean="0"/>
              <a:pPr/>
              <a:t>24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42754952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svg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Relationship Id="rId7" Type="http://schemas.openxmlformats.org/officeDocument/2006/relationships/image" Target="../media/image12.png"/><Relationship Id="rId8" Type="http://schemas.openxmlformats.org/officeDocument/2006/relationships/image" Target="../media/image13.png"/><Relationship Id="rId9" Type="http://schemas.openxmlformats.org/officeDocument/2006/relationships/image" Target="../media/image14.png"/><Relationship Id="rId10" Type="http://schemas.openxmlformats.org/officeDocument/2006/relationships/image" Target="../media/image15.png"/><Relationship Id="rId11" Type="http://schemas.openxmlformats.org/officeDocument/2006/relationships/image" Target="../media/image16.png"/><Relationship Id="rId12" Type="http://schemas.openxmlformats.org/officeDocument/2006/relationships/image" Target="../media/image17.png"/><Relationship Id="rId13" Type="http://schemas.openxmlformats.org/officeDocument/2006/relationships/image" Target="../media/image18.png"/><Relationship Id="rId14" Type="http://schemas.openxmlformats.org/officeDocument/2006/relationships/image" Target="../media/image19.png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svg"/><Relationship Id="rId3" Type="http://schemas.openxmlformats.org/officeDocument/2006/relationships/image" Target="../media/image21.svg"/><Relationship Id="rId4" Type="http://schemas.openxmlformats.org/officeDocument/2006/relationships/image" Target="../media/image22.svg"/><Relationship Id="rId5" Type="http://schemas.openxmlformats.org/officeDocument/2006/relationships/image" Target="../media/image23.svg"/><Relationship Id="rId6" Type="http://schemas.openxmlformats.org/officeDocument/2006/relationships/hyperlink" Target="https://brand.sap.com/media-library/index.html#/" TargetMode="External"/><Relationship Id="rId7" Type="http://schemas.openxmlformats.org/officeDocument/2006/relationships/hyperlink" Target="https://brand.sap.com/" TargetMode="External"/><Relationship Id="rId8" Type="http://schemas.openxmlformats.org/officeDocument/2006/relationships/hyperlink" Target="https://brand.sap.com/naming-center#/dashboard" TargetMode="External"/><Relationship Id="rId9" Type="http://schemas.openxmlformats.org/officeDocument/2006/relationships/hyperlink" Target="https://brand.sap.com/writing-assistant" TargetMode="Externa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A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/>
          <p:cNvSpPr>
            <a:spLocks noGrp="1"/>
          </p:cNvSpPr>
          <p:nvPr>
            <p:ph type="title" hasCustomPrompt="1"/>
          </p:nvPr>
        </p:nvSpPr>
        <p:spPr>
          <a:xfrm>
            <a:off x="503238" y="2706317"/>
            <a:ext cx="4765449" cy="997196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>
              <a:lnSpc>
                <a:spcPct val="90000"/>
              </a:lnSpc>
              <a:defRPr sz="3600" b="0" i="0">
                <a:latin typeface="+mj-lt"/>
                <a:cs typeface="Arial" panose="020B0604020202020204" pitchFamily="34" charset="0"/>
              </a:defRPr>
            </a:lvl1pPr>
          </a:lstStyle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/>
              <a:t>Title goes here</a:t>
            </a:r>
            <a:br>
              <a:rPr lang="en-US"/>
            </a:br>
            <a:r>
              <a:rPr lang="en-US"/>
              <a:t>and here and here</a:t>
            </a:r>
            <a:endParaRPr lang="de-DE" sz="3600" kern="0" err="1">
              <a:ea typeface="72 Brand" pitchFamily="34" charset="-128"/>
              <a:cs typeface="72 Brand" pitchFamily="34" charset="-128"/>
            </a:endParaRP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E73D104-EF7E-A0AB-2243-882D65E686E2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5969000" y="0"/>
            <a:ext cx="6226175" cy="6858000"/>
          </a:xfrm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r>
              <a:rPr lang="en-US"/>
              <a:t>Click to insert picture</a:t>
            </a:r>
          </a:p>
        </p:txBody>
      </p:sp>
      <p:pic>
        <p:nvPicPr>
          <p:cNvPr id="7" name="Picture 6" descr="File:Logo Ziyo.png">
            <a:extLst>
              <a:ext uri="{FF2B5EF4-FFF2-40B4-BE49-F238E27FC236}">
                <a16:creationId xmlns:a16="http://schemas.microsoft.com/office/drawing/2014/main" id="{CE9549EC-21EF-4617-054C-217CA2AE96F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90152" y="448425"/>
            <a:ext cx="1028691" cy="465148"/>
          </a:xfrm>
          <a:prstGeom prst="rect">
            <a:avLst/>
          </a:prstGeom>
        </p:spPr>
      </p:pic>
      <p:pic>
        <p:nvPicPr>
          <p:cNvPr id="9" name="LogoWhite-Dynamic" descr="{&quot;templafy&quot;:{&quot;id&quot;:&quot;6d5d147f-96be-424e-b54a-e907ed10c5df&quot;}}">
            <a:extLst>
              <a:ext uri="{FF2B5EF4-FFF2-40B4-BE49-F238E27FC236}">
                <a16:creationId xmlns:a16="http://schemas.microsoft.com/office/drawing/2014/main" id="{6DEC5A70-C3A2-0FCE-F37B-7C271FF2BD4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4000" y="504000"/>
            <a:ext cx="727192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241062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2" orient="horz" pos="1701" userDrawn="1">
          <p15:clr>
            <a:srgbClr val="FBAE40"/>
          </p15:clr>
        </p15:guide>
        <p15:guide id="3" orient="horz" pos="2682" userDrawn="1">
          <p15:clr>
            <a:srgbClr val="FBAE40"/>
          </p15:clr>
        </p15:guide>
        <p15:guide id="4" orient="horz" pos="2334" userDrawn="1">
          <p15:clr>
            <a:srgbClr val="FBAE40"/>
          </p15:clr>
        </p15:guide>
        <p15:guide id="5" orient="horz" pos="2999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ver A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/>
          <p:cNvSpPr>
            <a:spLocks noGrp="1"/>
          </p:cNvSpPr>
          <p:nvPr>
            <p:ph type="title" hasCustomPrompt="1"/>
          </p:nvPr>
        </p:nvSpPr>
        <p:spPr>
          <a:xfrm>
            <a:off x="503238" y="2706317"/>
            <a:ext cx="4765449" cy="997196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>
              <a:lnSpc>
                <a:spcPct val="90000"/>
              </a:lnSpc>
              <a:defRPr sz="3600" b="0" i="0">
                <a:latin typeface="+mj-lt"/>
                <a:cs typeface="Arial" panose="020B0604020202020204" pitchFamily="34" charset="0"/>
              </a:defRPr>
            </a:lvl1pPr>
          </a:lstStyle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/>
              <a:t>Title goes here</a:t>
            </a:r>
            <a:br>
              <a:rPr lang="en-US"/>
            </a:br>
            <a:r>
              <a:rPr lang="en-US"/>
              <a:t>and here and here</a:t>
            </a:r>
            <a:endParaRPr lang="de-DE" sz="3600" kern="0" err="1">
              <a:ea typeface="72 Brand" pitchFamily="34" charset="-128"/>
              <a:cs typeface="72 Brand" pitchFamily="34" charset="-128"/>
            </a:endParaRP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E73D104-EF7E-A0AB-2243-882D65E686E2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5969000" y="0"/>
            <a:ext cx="6226175" cy="6858000"/>
          </a:xfrm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r>
              <a:rPr lang="en-US"/>
              <a:t>Click to insert picture</a:t>
            </a:r>
          </a:p>
        </p:txBody>
      </p:sp>
    </p:spTree>
    <p:extLst>
      <p:ext uri="{BB962C8B-B14F-4D97-AF65-F5344CB8AC3E}">
        <p14:creationId xmlns:p14="http://schemas.microsoft.com/office/powerpoint/2010/main" val="312455017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2" orient="horz" pos="1701" userDrawn="1">
          <p15:clr>
            <a:srgbClr val="FBAE40"/>
          </p15:clr>
        </p15:guide>
        <p15:guide id="3" orient="horz" pos="2682" userDrawn="1">
          <p15:clr>
            <a:srgbClr val="FBAE40"/>
          </p15:clr>
        </p15:guide>
        <p15:guide id="4" orient="horz" pos="2334" userDrawn="1">
          <p15:clr>
            <a:srgbClr val="FBAE40"/>
          </p15:clr>
        </p15:guide>
        <p15:guide id="5" orient="horz" pos="2999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C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/>
          <p:cNvSpPr>
            <a:spLocks noGrp="1"/>
          </p:cNvSpPr>
          <p:nvPr>
            <p:ph type="title" hasCustomPrompt="1"/>
          </p:nvPr>
        </p:nvSpPr>
        <p:spPr>
          <a:xfrm>
            <a:off x="503238" y="2706317"/>
            <a:ext cx="11183936" cy="997196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90000"/>
              </a:lnSpc>
              <a:defRPr sz="3600" b="0" i="0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/>
              <a:t>Title goes here</a:t>
            </a:r>
            <a:br>
              <a:rPr lang="en-US"/>
            </a:br>
            <a:r>
              <a:rPr lang="en-US"/>
              <a:t>and here and here</a:t>
            </a:r>
            <a:endParaRPr lang="de-DE" sz="3600" kern="0" err="1">
              <a:ea typeface="72 Brand" pitchFamily="34" charset="-128"/>
              <a:cs typeface="72 Brand" pitchFamily="34" charset="-128"/>
            </a:endParaRPr>
          </a:p>
        </p:txBody>
      </p:sp>
      <p:pic>
        <p:nvPicPr>
          <p:cNvPr id="3" name="Picture 2" descr="File:Logo Ziyo.png">
            <a:extLst>
              <a:ext uri="{FF2B5EF4-FFF2-40B4-BE49-F238E27FC236}">
                <a16:creationId xmlns:a16="http://schemas.microsoft.com/office/drawing/2014/main" id="{AB4E5251-3D94-6055-D4B0-6DE455DC159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58484" y="448425"/>
            <a:ext cx="1028691" cy="465148"/>
          </a:xfrm>
          <a:prstGeom prst="rect">
            <a:avLst/>
          </a:prstGeom>
        </p:spPr>
      </p:pic>
      <p:pic>
        <p:nvPicPr>
          <p:cNvPr id="6" name="LogoWhite-Dynamic" descr="{&quot;templafy&quot;:{&quot;id&quot;:&quot;6d5d147f-96be-424e-b54a-e907ed10c5df&quot;}}">
            <a:extLst>
              <a:ext uri="{FF2B5EF4-FFF2-40B4-BE49-F238E27FC236}">
                <a16:creationId xmlns:a16="http://schemas.microsoft.com/office/drawing/2014/main" id="{EF4D20E5-51CD-DC7A-2D14-8B212F831C8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4000" y="504000"/>
            <a:ext cx="727192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72572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1701" userDrawn="1">
          <p15:clr>
            <a:srgbClr val="FBAE40"/>
          </p15:clr>
        </p15:guide>
        <p15:guide id="3" orient="horz" pos="2688" userDrawn="1">
          <p15:clr>
            <a:srgbClr val="FBAE40"/>
          </p15:clr>
        </p15:guide>
        <p15:guide id="4" orient="horz" pos="2334" userDrawn="1">
          <p15:clr>
            <a:srgbClr val="FBAE40"/>
          </p15:clr>
        </p15:guide>
        <p15:guide id="5" orient="horz" pos="2999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B">
    <p:bg>
      <p:bgPr>
        <a:solidFill>
          <a:srgbClr val="002A8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 1" descr="preencoded.png">
            <a:extLst>
              <a:ext uri="{FF2B5EF4-FFF2-40B4-BE49-F238E27FC236}">
                <a16:creationId xmlns:a16="http://schemas.microsoft.com/office/drawing/2014/main" id="{6C575B3E-49FD-8450-F2CB-84C6E7A1153D}"/>
              </a:ext>
            </a:extLst>
          </p:cNvPr>
          <p:cNvPicPr>
            <a:picLocks noChangeAspect="1"/>
          </p:cNvPicPr>
          <p:nvPr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752355" y="1156532"/>
            <a:ext cx="5613722" cy="2756252"/>
          </a:xfrm>
          <a:prstGeom prst="rect">
            <a:avLst/>
          </a:prstGeom>
        </p:spPr>
      </p:pic>
      <p:pic>
        <p:nvPicPr>
          <p:cNvPr id="28936725" name="Acquired Company Logo Placeholder" descr="{&quot;templafy&quot;:{&quot;id&quot;:&quot;e24a6e43-600a-4c6b-89de-bcf3787a4fa8&quot;}}" hidden="1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82575" y="2141327"/>
            <a:ext cx="4125924" cy="266010"/>
          </a:xfrm>
          <a:prstGeom prst="rect">
            <a:avLst/>
          </a:prstGeom>
        </p:spPr>
      </p:pic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FF6D8674-EA25-0C87-7F7A-4B6FFA7F1F14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7875176" y="0"/>
            <a:ext cx="4320000" cy="6858000"/>
          </a:xfrm>
        </p:spPr>
        <p:txBody>
          <a:bodyPr anchor="ctr" anchorCtr="0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insert picture</a:t>
            </a:r>
          </a:p>
        </p:txBody>
      </p:sp>
      <p:sp>
        <p:nvSpPr>
          <p:cNvPr id="4" name="Title">
            <a:extLst>
              <a:ext uri="{FF2B5EF4-FFF2-40B4-BE49-F238E27FC236}">
                <a16:creationId xmlns:a16="http://schemas.microsoft.com/office/drawing/2014/main" id="{A222ABC1-A03E-5EDE-02E2-6F3794850CC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4000" y="2206502"/>
            <a:ext cx="5465762" cy="997196"/>
          </a:xfrm>
          <a:prstGeom prst="rect">
            <a:avLst/>
          </a:prstGeom>
        </p:spPr>
        <p:txBody>
          <a:bodyPr wrap="square" anchor="b" anchorCtr="0">
            <a:noAutofit/>
          </a:bodyPr>
          <a:lstStyle>
            <a:lvl1pPr algn="l">
              <a:lnSpc>
                <a:spcPct val="90000"/>
              </a:lnSpc>
              <a:defRPr sz="3600" b="0" i="0">
                <a:solidFill>
                  <a:schemeClr val="bg1"/>
                </a:solidFill>
                <a:latin typeface="+mj-lt"/>
              </a:defRPr>
            </a:lvl1pPr>
          </a:lstStyle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/>
              <a:t>Title goes here</a:t>
            </a:r>
            <a:br>
              <a:rPr lang="en-US"/>
            </a:br>
            <a:r>
              <a:rPr lang="en-US"/>
              <a:t>and here and here</a:t>
            </a:r>
            <a:endParaRPr lang="de-DE" sz="3600" kern="0" err="1">
              <a:ea typeface="72 Brand" pitchFamily="34" charset="-128"/>
              <a:cs typeface="72 Brand" pitchFamily="34" charset="-128"/>
            </a:endParaRPr>
          </a:p>
        </p:txBody>
      </p:sp>
      <p:pic>
        <p:nvPicPr>
          <p:cNvPr id="971164333" name="LogoWhite-Dynamic" descr="{&quot;templafy&quot;:{&quot;id&quot;:&quot;6d5d147f-96be-424e-b54a-e907ed10c5df&quot;}}"/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4000" y="504000"/>
            <a:ext cx="727192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895446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911" userDrawn="1">
          <p15:clr>
            <a:srgbClr val="FBAE40"/>
          </p15:clr>
        </p15:guide>
        <p15:guide id="2" orient="horz" pos="2682" userDrawn="1">
          <p15:clr>
            <a:srgbClr val="FBAE40"/>
          </p15:clr>
        </p15:guide>
        <p15:guide id="3" orient="horz" pos="2999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G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/>
          <p:cNvSpPr>
            <a:spLocks noGrp="1"/>
          </p:cNvSpPr>
          <p:nvPr userDrawn="1">
            <p:ph type="title" hasCustomPrompt="1"/>
          </p:nvPr>
        </p:nvSpPr>
        <p:spPr>
          <a:xfrm>
            <a:off x="503238" y="2706317"/>
            <a:ext cx="5100393" cy="997196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>
              <a:lnSpc>
                <a:spcPct val="90000"/>
              </a:lnSpc>
              <a:defRPr sz="3600" b="0" i="0">
                <a:solidFill>
                  <a:schemeClr val="tx1"/>
                </a:solidFill>
                <a:latin typeface="72 Brand Medium" panose="020B0504030603020204" pitchFamily="34" charset="0"/>
                <a:cs typeface="Arial" panose="020B0604020202020204" pitchFamily="34" charset="0"/>
              </a:defRPr>
            </a:lvl1pPr>
          </a:lstStyle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/>
              <a:t>Title goes here</a:t>
            </a:r>
            <a:br>
              <a:rPr lang="en-US"/>
            </a:br>
            <a:r>
              <a:rPr lang="en-US"/>
              <a:t>and here and here</a:t>
            </a:r>
            <a:endParaRPr lang="de-DE" sz="3600" kern="0" err="1">
              <a:ea typeface="72 Brand" pitchFamily="34" charset="-128"/>
              <a:cs typeface="72 Brand" pitchFamily="34" charset="-128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E45A13C-829D-1987-9534-F97491F0C5F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970588" y="1931313"/>
            <a:ext cx="5685160" cy="282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98134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1701">
          <p15:clr>
            <a:srgbClr val="FBAE40"/>
          </p15:clr>
        </p15:guide>
        <p15:guide id="3" orient="horz" pos="2688">
          <p15:clr>
            <a:srgbClr val="FBAE40"/>
          </p15:clr>
        </p15:guide>
        <p15:guide id="4" orient="horz" pos="2341">
          <p15:clr>
            <a:srgbClr val="FBAE40"/>
          </p15:clr>
        </p15:guide>
        <p15:guide id="5" orient="horz" pos="2999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I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503238" y="4024430"/>
            <a:ext cx="11187112" cy="997196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>
              <a:lnSpc>
                <a:spcPct val="90000"/>
              </a:lnSpc>
              <a:defRPr lang="de-DE" sz="3600" b="0" i="0" dirty="0">
                <a:latin typeface="72 Brand Medium" panose="020B0504030603020204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Title goes here</a:t>
            </a:r>
            <a:br>
              <a:rPr lang="en-US"/>
            </a:br>
            <a:r>
              <a:rPr lang="en-US"/>
              <a:t>and here and here</a:t>
            </a:r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4FA78832-C268-4EC5-BB82-7F9D7F5B51B2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0" y="-1"/>
            <a:ext cx="12195175" cy="3430800"/>
          </a:xfrm>
        </p:spPr>
        <p:txBody>
          <a:bodyPr anchor="ctr" anchorCtr="0"/>
          <a:lstStyle>
            <a:lvl1pPr marL="0" marR="0" indent="0" algn="ctr" defTabSz="1088558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1"/>
              </a:buClr>
              <a:buSzPct val="80000"/>
              <a:buFontTx/>
              <a:buNone/>
              <a:tabLst/>
              <a:defRPr/>
            </a:lvl1pPr>
          </a:lstStyle>
          <a:p>
            <a:pPr marL="0" marR="0" lvl="0" indent="0" algn="ctr" defTabSz="1088558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1"/>
              </a:buClr>
              <a:buSzPct val="80000"/>
              <a:buFontTx/>
              <a:buNone/>
              <a:tabLst/>
              <a:defRPr/>
            </a:pPr>
            <a:r>
              <a:rPr lang="en-US"/>
              <a:t>Click to insert picture</a:t>
            </a:r>
          </a:p>
        </p:txBody>
      </p:sp>
    </p:spTree>
    <p:extLst>
      <p:ext uri="{BB962C8B-B14F-4D97-AF65-F5344CB8AC3E}">
        <p14:creationId xmlns:p14="http://schemas.microsoft.com/office/powerpoint/2010/main" val="218385053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3" orient="horz" pos="2162">
          <p15:clr>
            <a:srgbClr val="FBAE40"/>
          </p15:clr>
        </p15:guide>
        <p15:guide id="5" orient="horz" pos="2534">
          <p15:clr>
            <a:srgbClr val="FBAE40"/>
          </p15:clr>
        </p15:guide>
        <p15:guide id="6" orient="horz" pos="3164">
          <p15:clr>
            <a:srgbClr val="FBAE40"/>
          </p15:clr>
        </p15:guide>
        <p15:guide id="7" orient="horz" pos="3232">
          <p15:clr>
            <a:srgbClr val="FBAE40"/>
          </p15:clr>
        </p15:guide>
        <p15:guide id="8" orient="horz" pos="3543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K">
    <p:bg>
      <p:bgPr>
        <a:solidFill>
          <a:srgbClr val="1B9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">
            <a:extLst>
              <a:ext uri="{FF2B5EF4-FFF2-40B4-BE49-F238E27FC236}">
                <a16:creationId xmlns:a16="http://schemas.microsoft.com/office/drawing/2014/main" id="{729E6C33-847C-5792-E2BD-5963C662ECE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3238" y="2706317"/>
            <a:ext cx="6134326" cy="997196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>
              <a:lnSpc>
                <a:spcPct val="90000"/>
              </a:lnSpc>
              <a:defRPr sz="3600" b="0" i="0">
                <a:solidFill>
                  <a:schemeClr val="bg1"/>
                </a:solidFill>
                <a:latin typeface="72 Brand Medium" panose="020B0504030603020204" pitchFamily="34" charset="0"/>
              </a:defRPr>
            </a:lvl1pPr>
          </a:lstStyle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/>
              <a:t>Title goes here</a:t>
            </a:r>
            <a:br>
              <a:rPr lang="en-US"/>
            </a:br>
            <a:r>
              <a:rPr lang="en-US"/>
              <a:t>and here and here</a:t>
            </a:r>
            <a:endParaRPr lang="de-DE" sz="3600" kern="0" err="1">
              <a:ea typeface="72 Brand" pitchFamily="34" charset="-128"/>
              <a:cs typeface="72 Brand" pitchFamily="34" charset="-128"/>
            </a:endParaRPr>
          </a:p>
        </p:txBody>
      </p:sp>
      <p:sp>
        <p:nvSpPr>
          <p:cNvPr id="4" name="Free-form: Shape 3">
            <a:extLst>
              <a:ext uri="{FF2B5EF4-FFF2-40B4-BE49-F238E27FC236}">
                <a16:creationId xmlns:a16="http://schemas.microsoft.com/office/drawing/2014/main" id="{DE5B3AD0-1D89-347D-1FDC-8F83FFF6F994}"/>
              </a:ext>
            </a:extLst>
          </p:cNvPr>
          <p:cNvSpPr/>
          <p:nvPr userDrawn="1"/>
        </p:nvSpPr>
        <p:spPr bwMode="gray">
          <a:xfrm>
            <a:off x="6923314" y="0"/>
            <a:ext cx="5271861" cy="6858000"/>
          </a:xfrm>
          <a:custGeom>
            <a:avLst/>
            <a:gdLst>
              <a:gd name="connsiteX0" fmla="*/ 4527845 w 5271861"/>
              <a:gd name="connsiteY0" fmla="*/ 6407328 h 6858000"/>
              <a:gd name="connsiteX1" fmla="*/ 4527845 w 5271861"/>
              <a:gd name="connsiteY1" fmla="*/ 6579564 h 6858000"/>
              <a:gd name="connsiteX2" fmla="*/ 4716336 w 5271861"/>
              <a:gd name="connsiteY2" fmla="*/ 6579564 h 6858000"/>
              <a:gd name="connsiteX3" fmla="*/ 4898746 w 5271861"/>
              <a:gd name="connsiteY3" fmla="*/ 6407328 h 6858000"/>
              <a:gd name="connsiteX4" fmla="*/ 3485857 w 5271861"/>
              <a:gd name="connsiteY4" fmla="*/ 6407328 h 6858000"/>
              <a:gd name="connsiteX5" fmla="*/ 3485857 w 5271861"/>
              <a:gd name="connsiteY5" fmla="*/ 6579564 h 6858000"/>
              <a:gd name="connsiteX6" fmla="*/ 3674348 w 5271861"/>
              <a:gd name="connsiteY6" fmla="*/ 6579564 h 6858000"/>
              <a:gd name="connsiteX7" fmla="*/ 3856758 w 5271861"/>
              <a:gd name="connsiteY7" fmla="*/ 6407328 h 6858000"/>
              <a:gd name="connsiteX8" fmla="*/ 2443870 w 5271861"/>
              <a:gd name="connsiteY8" fmla="*/ 6407328 h 6858000"/>
              <a:gd name="connsiteX9" fmla="*/ 2443870 w 5271861"/>
              <a:gd name="connsiteY9" fmla="*/ 6579564 h 6858000"/>
              <a:gd name="connsiteX10" fmla="*/ 2635134 w 5271861"/>
              <a:gd name="connsiteY10" fmla="*/ 6579564 h 6858000"/>
              <a:gd name="connsiteX11" fmla="*/ 2820227 w 5271861"/>
              <a:gd name="connsiteY11" fmla="*/ 6407328 h 6858000"/>
              <a:gd name="connsiteX12" fmla="*/ 1407336 w 5271861"/>
              <a:gd name="connsiteY12" fmla="*/ 6407328 h 6858000"/>
              <a:gd name="connsiteX13" fmla="*/ 1407336 w 5271861"/>
              <a:gd name="connsiteY13" fmla="*/ 6579564 h 6858000"/>
              <a:gd name="connsiteX14" fmla="*/ 1595827 w 5271861"/>
              <a:gd name="connsiteY14" fmla="*/ 6579564 h 6858000"/>
              <a:gd name="connsiteX15" fmla="*/ 1778237 w 5271861"/>
              <a:gd name="connsiteY15" fmla="*/ 6407328 h 6858000"/>
              <a:gd name="connsiteX16" fmla="*/ 365348 w 5271861"/>
              <a:gd name="connsiteY16" fmla="*/ 6407328 h 6858000"/>
              <a:gd name="connsiteX17" fmla="*/ 365348 w 5271861"/>
              <a:gd name="connsiteY17" fmla="*/ 6579564 h 6858000"/>
              <a:gd name="connsiteX18" fmla="*/ 553839 w 5271861"/>
              <a:gd name="connsiteY18" fmla="*/ 6579564 h 6858000"/>
              <a:gd name="connsiteX19" fmla="*/ 736249 w 5271861"/>
              <a:gd name="connsiteY19" fmla="*/ 6407328 h 6858000"/>
              <a:gd name="connsiteX20" fmla="*/ 4527845 w 5271861"/>
              <a:gd name="connsiteY20" fmla="*/ 5635335 h 6858000"/>
              <a:gd name="connsiteX21" fmla="*/ 4527845 w 5271861"/>
              <a:gd name="connsiteY21" fmla="*/ 5807571 h 6858000"/>
              <a:gd name="connsiteX22" fmla="*/ 4716336 w 5271861"/>
              <a:gd name="connsiteY22" fmla="*/ 5807571 h 6858000"/>
              <a:gd name="connsiteX23" fmla="*/ 4898746 w 5271861"/>
              <a:gd name="connsiteY23" fmla="*/ 5635335 h 6858000"/>
              <a:gd name="connsiteX24" fmla="*/ 3485857 w 5271861"/>
              <a:gd name="connsiteY24" fmla="*/ 5635335 h 6858000"/>
              <a:gd name="connsiteX25" fmla="*/ 3485857 w 5271861"/>
              <a:gd name="connsiteY25" fmla="*/ 5807571 h 6858000"/>
              <a:gd name="connsiteX26" fmla="*/ 3674348 w 5271861"/>
              <a:gd name="connsiteY26" fmla="*/ 5807571 h 6858000"/>
              <a:gd name="connsiteX27" fmla="*/ 3856758 w 5271861"/>
              <a:gd name="connsiteY27" fmla="*/ 5635335 h 6858000"/>
              <a:gd name="connsiteX28" fmla="*/ 2443870 w 5271861"/>
              <a:gd name="connsiteY28" fmla="*/ 5635335 h 6858000"/>
              <a:gd name="connsiteX29" fmla="*/ 2443870 w 5271861"/>
              <a:gd name="connsiteY29" fmla="*/ 5807571 h 6858000"/>
              <a:gd name="connsiteX30" fmla="*/ 2635134 w 5271861"/>
              <a:gd name="connsiteY30" fmla="*/ 5807571 h 6858000"/>
              <a:gd name="connsiteX31" fmla="*/ 2820227 w 5271861"/>
              <a:gd name="connsiteY31" fmla="*/ 5635335 h 6858000"/>
              <a:gd name="connsiteX32" fmla="*/ 1407336 w 5271861"/>
              <a:gd name="connsiteY32" fmla="*/ 5635335 h 6858000"/>
              <a:gd name="connsiteX33" fmla="*/ 1407336 w 5271861"/>
              <a:gd name="connsiteY33" fmla="*/ 5807571 h 6858000"/>
              <a:gd name="connsiteX34" fmla="*/ 1595827 w 5271861"/>
              <a:gd name="connsiteY34" fmla="*/ 5807571 h 6858000"/>
              <a:gd name="connsiteX35" fmla="*/ 1778237 w 5271861"/>
              <a:gd name="connsiteY35" fmla="*/ 5635335 h 6858000"/>
              <a:gd name="connsiteX36" fmla="*/ 365348 w 5271861"/>
              <a:gd name="connsiteY36" fmla="*/ 5635335 h 6858000"/>
              <a:gd name="connsiteX37" fmla="*/ 365348 w 5271861"/>
              <a:gd name="connsiteY37" fmla="*/ 5807571 h 6858000"/>
              <a:gd name="connsiteX38" fmla="*/ 553839 w 5271861"/>
              <a:gd name="connsiteY38" fmla="*/ 5807571 h 6858000"/>
              <a:gd name="connsiteX39" fmla="*/ 736249 w 5271861"/>
              <a:gd name="connsiteY39" fmla="*/ 5635335 h 6858000"/>
              <a:gd name="connsiteX40" fmla="*/ 4527845 w 5271861"/>
              <a:gd name="connsiteY40" fmla="*/ 4869722 h 6858000"/>
              <a:gd name="connsiteX41" fmla="*/ 4527845 w 5271861"/>
              <a:gd name="connsiteY41" fmla="*/ 5041958 h 6858000"/>
              <a:gd name="connsiteX42" fmla="*/ 4716336 w 5271861"/>
              <a:gd name="connsiteY42" fmla="*/ 5041958 h 6858000"/>
              <a:gd name="connsiteX43" fmla="*/ 4898746 w 5271861"/>
              <a:gd name="connsiteY43" fmla="*/ 4869722 h 6858000"/>
              <a:gd name="connsiteX44" fmla="*/ 3485857 w 5271861"/>
              <a:gd name="connsiteY44" fmla="*/ 4869722 h 6858000"/>
              <a:gd name="connsiteX45" fmla="*/ 3485857 w 5271861"/>
              <a:gd name="connsiteY45" fmla="*/ 5041958 h 6858000"/>
              <a:gd name="connsiteX46" fmla="*/ 3674348 w 5271861"/>
              <a:gd name="connsiteY46" fmla="*/ 5041958 h 6858000"/>
              <a:gd name="connsiteX47" fmla="*/ 3856758 w 5271861"/>
              <a:gd name="connsiteY47" fmla="*/ 4869722 h 6858000"/>
              <a:gd name="connsiteX48" fmla="*/ 2443870 w 5271861"/>
              <a:gd name="connsiteY48" fmla="*/ 4869722 h 6858000"/>
              <a:gd name="connsiteX49" fmla="*/ 2443870 w 5271861"/>
              <a:gd name="connsiteY49" fmla="*/ 5041958 h 6858000"/>
              <a:gd name="connsiteX50" fmla="*/ 2635134 w 5271861"/>
              <a:gd name="connsiteY50" fmla="*/ 5041958 h 6858000"/>
              <a:gd name="connsiteX51" fmla="*/ 2820227 w 5271861"/>
              <a:gd name="connsiteY51" fmla="*/ 4869722 h 6858000"/>
              <a:gd name="connsiteX52" fmla="*/ 1407336 w 5271861"/>
              <a:gd name="connsiteY52" fmla="*/ 4869722 h 6858000"/>
              <a:gd name="connsiteX53" fmla="*/ 1407336 w 5271861"/>
              <a:gd name="connsiteY53" fmla="*/ 5041958 h 6858000"/>
              <a:gd name="connsiteX54" fmla="*/ 1595827 w 5271861"/>
              <a:gd name="connsiteY54" fmla="*/ 5041958 h 6858000"/>
              <a:gd name="connsiteX55" fmla="*/ 1778237 w 5271861"/>
              <a:gd name="connsiteY55" fmla="*/ 4869722 h 6858000"/>
              <a:gd name="connsiteX56" fmla="*/ 365348 w 5271861"/>
              <a:gd name="connsiteY56" fmla="*/ 4869722 h 6858000"/>
              <a:gd name="connsiteX57" fmla="*/ 365348 w 5271861"/>
              <a:gd name="connsiteY57" fmla="*/ 5041958 h 6858000"/>
              <a:gd name="connsiteX58" fmla="*/ 553839 w 5271861"/>
              <a:gd name="connsiteY58" fmla="*/ 5041958 h 6858000"/>
              <a:gd name="connsiteX59" fmla="*/ 736249 w 5271861"/>
              <a:gd name="connsiteY59" fmla="*/ 4869722 h 6858000"/>
              <a:gd name="connsiteX60" fmla="*/ 4527845 w 5271861"/>
              <a:gd name="connsiteY60" fmla="*/ 4097728 h 6858000"/>
              <a:gd name="connsiteX61" fmla="*/ 4527845 w 5271861"/>
              <a:gd name="connsiteY61" fmla="*/ 4269964 h 6858000"/>
              <a:gd name="connsiteX62" fmla="*/ 4716336 w 5271861"/>
              <a:gd name="connsiteY62" fmla="*/ 4269964 h 6858000"/>
              <a:gd name="connsiteX63" fmla="*/ 4898746 w 5271861"/>
              <a:gd name="connsiteY63" fmla="*/ 4097728 h 6858000"/>
              <a:gd name="connsiteX64" fmla="*/ 3485857 w 5271861"/>
              <a:gd name="connsiteY64" fmla="*/ 4097728 h 6858000"/>
              <a:gd name="connsiteX65" fmla="*/ 3485857 w 5271861"/>
              <a:gd name="connsiteY65" fmla="*/ 4269964 h 6858000"/>
              <a:gd name="connsiteX66" fmla="*/ 3674348 w 5271861"/>
              <a:gd name="connsiteY66" fmla="*/ 4269964 h 6858000"/>
              <a:gd name="connsiteX67" fmla="*/ 3856758 w 5271861"/>
              <a:gd name="connsiteY67" fmla="*/ 4097728 h 6858000"/>
              <a:gd name="connsiteX68" fmla="*/ 2443870 w 5271861"/>
              <a:gd name="connsiteY68" fmla="*/ 4097728 h 6858000"/>
              <a:gd name="connsiteX69" fmla="*/ 2443870 w 5271861"/>
              <a:gd name="connsiteY69" fmla="*/ 4269964 h 6858000"/>
              <a:gd name="connsiteX70" fmla="*/ 2635134 w 5271861"/>
              <a:gd name="connsiteY70" fmla="*/ 4269964 h 6858000"/>
              <a:gd name="connsiteX71" fmla="*/ 2820227 w 5271861"/>
              <a:gd name="connsiteY71" fmla="*/ 4097728 h 6858000"/>
              <a:gd name="connsiteX72" fmla="*/ 1407336 w 5271861"/>
              <a:gd name="connsiteY72" fmla="*/ 4097728 h 6858000"/>
              <a:gd name="connsiteX73" fmla="*/ 1407336 w 5271861"/>
              <a:gd name="connsiteY73" fmla="*/ 4269964 h 6858000"/>
              <a:gd name="connsiteX74" fmla="*/ 1595827 w 5271861"/>
              <a:gd name="connsiteY74" fmla="*/ 4269964 h 6858000"/>
              <a:gd name="connsiteX75" fmla="*/ 1778237 w 5271861"/>
              <a:gd name="connsiteY75" fmla="*/ 4097728 h 6858000"/>
              <a:gd name="connsiteX76" fmla="*/ 365348 w 5271861"/>
              <a:gd name="connsiteY76" fmla="*/ 4097728 h 6858000"/>
              <a:gd name="connsiteX77" fmla="*/ 365348 w 5271861"/>
              <a:gd name="connsiteY77" fmla="*/ 4269964 h 6858000"/>
              <a:gd name="connsiteX78" fmla="*/ 553839 w 5271861"/>
              <a:gd name="connsiteY78" fmla="*/ 4269964 h 6858000"/>
              <a:gd name="connsiteX79" fmla="*/ 736249 w 5271861"/>
              <a:gd name="connsiteY79" fmla="*/ 4097728 h 6858000"/>
              <a:gd name="connsiteX80" fmla="*/ 4527847 w 5271861"/>
              <a:gd name="connsiteY80" fmla="*/ 3332115 h 6858000"/>
              <a:gd name="connsiteX81" fmla="*/ 4527847 w 5271861"/>
              <a:gd name="connsiteY81" fmla="*/ 3497972 h 6858000"/>
              <a:gd name="connsiteX82" fmla="*/ 4716338 w 5271861"/>
              <a:gd name="connsiteY82" fmla="*/ 3497972 h 6858000"/>
              <a:gd name="connsiteX83" fmla="*/ 4898750 w 5271861"/>
              <a:gd name="connsiteY83" fmla="*/ 3332115 h 6858000"/>
              <a:gd name="connsiteX84" fmla="*/ 3485859 w 5271861"/>
              <a:gd name="connsiteY84" fmla="*/ 3332115 h 6858000"/>
              <a:gd name="connsiteX85" fmla="*/ 3485859 w 5271861"/>
              <a:gd name="connsiteY85" fmla="*/ 3497972 h 6858000"/>
              <a:gd name="connsiteX86" fmla="*/ 3674350 w 5271861"/>
              <a:gd name="connsiteY86" fmla="*/ 3497972 h 6858000"/>
              <a:gd name="connsiteX87" fmla="*/ 3856762 w 5271861"/>
              <a:gd name="connsiteY87" fmla="*/ 3332115 h 6858000"/>
              <a:gd name="connsiteX88" fmla="*/ 2443871 w 5271861"/>
              <a:gd name="connsiteY88" fmla="*/ 3332115 h 6858000"/>
              <a:gd name="connsiteX89" fmla="*/ 2443871 w 5271861"/>
              <a:gd name="connsiteY89" fmla="*/ 3497972 h 6858000"/>
              <a:gd name="connsiteX90" fmla="*/ 2635134 w 5271861"/>
              <a:gd name="connsiteY90" fmla="*/ 3497972 h 6858000"/>
              <a:gd name="connsiteX91" fmla="*/ 2820228 w 5271861"/>
              <a:gd name="connsiteY91" fmla="*/ 3332115 h 6858000"/>
              <a:gd name="connsiteX92" fmla="*/ 1407338 w 5271861"/>
              <a:gd name="connsiteY92" fmla="*/ 3332115 h 6858000"/>
              <a:gd name="connsiteX93" fmla="*/ 1407338 w 5271861"/>
              <a:gd name="connsiteY93" fmla="*/ 3497972 h 6858000"/>
              <a:gd name="connsiteX94" fmla="*/ 1595829 w 5271861"/>
              <a:gd name="connsiteY94" fmla="*/ 3497972 h 6858000"/>
              <a:gd name="connsiteX95" fmla="*/ 1778241 w 5271861"/>
              <a:gd name="connsiteY95" fmla="*/ 3332115 h 6858000"/>
              <a:gd name="connsiteX96" fmla="*/ 365350 w 5271861"/>
              <a:gd name="connsiteY96" fmla="*/ 3332115 h 6858000"/>
              <a:gd name="connsiteX97" fmla="*/ 365350 w 5271861"/>
              <a:gd name="connsiteY97" fmla="*/ 3497972 h 6858000"/>
              <a:gd name="connsiteX98" fmla="*/ 553841 w 5271861"/>
              <a:gd name="connsiteY98" fmla="*/ 3497972 h 6858000"/>
              <a:gd name="connsiteX99" fmla="*/ 736253 w 5271861"/>
              <a:gd name="connsiteY99" fmla="*/ 3332115 h 6858000"/>
              <a:gd name="connsiteX100" fmla="*/ 4527845 w 5271861"/>
              <a:gd name="connsiteY100" fmla="*/ 2560122 h 6858000"/>
              <a:gd name="connsiteX101" fmla="*/ 4527845 w 5271861"/>
              <a:gd name="connsiteY101" fmla="*/ 2732358 h 6858000"/>
              <a:gd name="connsiteX102" fmla="*/ 4716336 w 5271861"/>
              <a:gd name="connsiteY102" fmla="*/ 2732358 h 6858000"/>
              <a:gd name="connsiteX103" fmla="*/ 4898746 w 5271861"/>
              <a:gd name="connsiteY103" fmla="*/ 2560122 h 6858000"/>
              <a:gd name="connsiteX104" fmla="*/ 3485857 w 5271861"/>
              <a:gd name="connsiteY104" fmla="*/ 2560122 h 6858000"/>
              <a:gd name="connsiteX105" fmla="*/ 3485857 w 5271861"/>
              <a:gd name="connsiteY105" fmla="*/ 2732358 h 6858000"/>
              <a:gd name="connsiteX106" fmla="*/ 3674348 w 5271861"/>
              <a:gd name="connsiteY106" fmla="*/ 2732358 h 6858000"/>
              <a:gd name="connsiteX107" fmla="*/ 3856758 w 5271861"/>
              <a:gd name="connsiteY107" fmla="*/ 2560122 h 6858000"/>
              <a:gd name="connsiteX108" fmla="*/ 2443870 w 5271861"/>
              <a:gd name="connsiteY108" fmla="*/ 2560122 h 6858000"/>
              <a:gd name="connsiteX109" fmla="*/ 2443870 w 5271861"/>
              <a:gd name="connsiteY109" fmla="*/ 2732358 h 6858000"/>
              <a:gd name="connsiteX110" fmla="*/ 2635134 w 5271861"/>
              <a:gd name="connsiteY110" fmla="*/ 2732358 h 6858000"/>
              <a:gd name="connsiteX111" fmla="*/ 2820227 w 5271861"/>
              <a:gd name="connsiteY111" fmla="*/ 2560122 h 6858000"/>
              <a:gd name="connsiteX112" fmla="*/ 1407336 w 5271861"/>
              <a:gd name="connsiteY112" fmla="*/ 2560122 h 6858000"/>
              <a:gd name="connsiteX113" fmla="*/ 1407336 w 5271861"/>
              <a:gd name="connsiteY113" fmla="*/ 2732358 h 6858000"/>
              <a:gd name="connsiteX114" fmla="*/ 1595827 w 5271861"/>
              <a:gd name="connsiteY114" fmla="*/ 2732358 h 6858000"/>
              <a:gd name="connsiteX115" fmla="*/ 1778237 w 5271861"/>
              <a:gd name="connsiteY115" fmla="*/ 2560122 h 6858000"/>
              <a:gd name="connsiteX116" fmla="*/ 365348 w 5271861"/>
              <a:gd name="connsiteY116" fmla="*/ 2560122 h 6858000"/>
              <a:gd name="connsiteX117" fmla="*/ 365348 w 5271861"/>
              <a:gd name="connsiteY117" fmla="*/ 2732357 h 6858000"/>
              <a:gd name="connsiteX118" fmla="*/ 553839 w 5271861"/>
              <a:gd name="connsiteY118" fmla="*/ 2732357 h 6858000"/>
              <a:gd name="connsiteX119" fmla="*/ 736249 w 5271861"/>
              <a:gd name="connsiteY119" fmla="*/ 2560122 h 6858000"/>
              <a:gd name="connsiteX120" fmla="*/ 4527845 w 5271861"/>
              <a:gd name="connsiteY120" fmla="*/ 1788129 h 6858000"/>
              <a:gd name="connsiteX121" fmla="*/ 4527845 w 5271861"/>
              <a:gd name="connsiteY121" fmla="*/ 1960365 h 6858000"/>
              <a:gd name="connsiteX122" fmla="*/ 4716336 w 5271861"/>
              <a:gd name="connsiteY122" fmla="*/ 1960365 h 6858000"/>
              <a:gd name="connsiteX123" fmla="*/ 4898746 w 5271861"/>
              <a:gd name="connsiteY123" fmla="*/ 1788129 h 6858000"/>
              <a:gd name="connsiteX124" fmla="*/ 3485857 w 5271861"/>
              <a:gd name="connsiteY124" fmla="*/ 1788129 h 6858000"/>
              <a:gd name="connsiteX125" fmla="*/ 3485857 w 5271861"/>
              <a:gd name="connsiteY125" fmla="*/ 1960365 h 6858000"/>
              <a:gd name="connsiteX126" fmla="*/ 3674348 w 5271861"/>
              <a:gd name="connsiteY126" fmla="*/ 1960365 h 6858000"/>
              <a:gd name="connsiteX127" fmla="*/ 3856758 w 5271861"/>
              <a:gd name="connsiteY127" fmla="*/ 1788129 h 6858000"/>
              <a:gd name="connsiteX128" fmla="*/ 2443870 w 5271861"/>
              <a:gd name="connsiteY128" fmla="*/ 1788129 h 6858000"/>
              <a:gd name="connsiteX129" fmla="*/ 2443870 w 5271861"/>
              <a:gd name="connsiteY129" fmla="*/ 1960365 h 6858000"/>
              <a:gd name="connsiteX130" fmla="*/ 2635134 w 5271861"/>
              <a:gd name="connsiteY130" fmla="*/ 1960365 h 6858000"/>
              <a:gd name="connsiteX131" fmla="*/ 2820227 w 5271861"/>
              <a:gd name="connsiteY131" fmla="*/ 1788129 h 6858000"/>
              <a:gd name="connsiteX132" fmla="*/ 1407336 w 5271861"/>
              <a:gd name="connsiteY132" fmla="*/ 1788129 h 6858000"/>
              <a:gd name="connsiteX133" fmla="*/ 1407336 w 5271861"/>
              <a:gd name="connsiteY133" fmla="*/ 1960365 h 6858000"/>
              <a:gd name="connsiteX134" fmla="*/ 1595827 w 5271861"/>
              <a:gd name="connsiteY134" fmla="*/ 1960365 h 6858000"/>
              <a:gd name="connsiteX135" fmla="*/ 1778237 w 5271861"/>
              <a:gd name="connsiteY135" fmla="*/ 1788129 h 6858000"/>
              <a:gd name="connsiteX136" fmla="*/ 365348 w 5271861"/>
              <a:gd name="connsiteY136" fmla="*/ 1788128 h 6858000"/>
              <a:gd name="connsiteX137" fmla="*/ 365348 w 5271861"/>
              <a:gd name="connsiteY137" fmla="*/ 1960364 h 6858000"/>
              <a:gd name="connsiteX138" fmla="*/ 553839 w 5271861"/>
              <a:gd name="connsiteY138" fmla="*/ 1960364 h 6858000"/>
              <a:gd name="connsiteX139" fmla="*/ 736249 w 5271861"/>
              <a:gd name="connsiteY139" fmla="*/ 1788128 h 6858000"/>
              <a:gd name="connsiteX140" fmla="*/ 4527845 w 5271861"/>
              <a:gd name="connsiteY140" fmla="*/ 1022516 h 6858000"/>
              <a:gd name="connsiteX141" fmla="*/ 4527845 w 5271861"/>
              <a:gd name="connsiteY141" fmla="*/ 1194753 h 6858000"/>
              <a:gd name="connsiteX142" fmla="*/ 4716336 w 5271861"/>
              <a:gd name="connsiteY142" fmla="*/ 1194753 h 6858000"/>
              <a:gd name="connsiteX143" fmla="*/ 4898746 w 5271861"/>
              <a:gd name="connsiteY143" fmla="*/ 1022516 h 6858000"/>
              <a:gd name="connsiteX144" fmla="*/ 3485857 w 5271861"/>
              <a:gd name="connsiteY144" fmla="*/ 1022516 h 6858000"/>
              <a:gd name="connsiteX145" fmla="*/ 3485857 w 5271861"/>
              <a:gd name="connsiteY145" fmla="*/ 1194753 h 6858000"/>
              <a:gd name="connsiteX146" fmla="*/ 3674348 w 5271861"/>
              <a:gd name="connsiteY146" fmla="*/ 1194753 h 6858000"/>
              <a:gd name="connsiteX147" fmla="*/ 3856758 w 5271861"/>
              <a:gd name="connsiteY147" fmla="*/ 1022516 h 6858000"/>
              <a:gd name="connsiteX148" fmla="*/ 2443870 w 5271861"/>
              <a:gd name="connsiteY148" fmla="*/ 1022516 h 6858000"/>
              <a:gd name="connsiteX149" fmla="*/ 2443870 w 5271861"/>
              <a:gd name="connsiteY149" fmla="*/ 1194753 h 6858000"/>
              <a:gd name="connsiteX150" fmla="*/ 2635134 w 5271861"/>
              <a:gd name="connsiteY150" fmla="*/ 1194753 h 6858000"/>
              <a:gd name="connsiteX151" fmla="*/ 2820227 w 5271861"/>
              <a:gd name="connsiteY151" fmla="*/ 1022516 h 6858000"/>
              <a:gd name="connsiteX152" fmla="*/ 1407336 w 5271861"/>
              <a:gd name="connsiteY152" fmla="*/ 1022516 h 6858000"/>
              <a:gd name="connsiteX153" fmla="*/ 1407336 w 5271861"/>
              <a:gd name="connsiteY153" fmla="*/ 1194753 h 6858000"/>
              <a:gd name="connsiteX154" fmla="*/ 1595827 w 5271861"/>
              <a:gd name="connsiteY154" fmla="*/ 1194753 h 6858000"/>
              <a:gd name="connsiteX155" fmla="*/ 1778237 w 5271861"/>
              <a:gd name="connsiteY155" fmla="*/ 1022516 h 6858000"/>
              <a:gd name="connsiteX156" fmla="*/ 365348 w 5271861"/>
              <a:gd name="connsiteY156" fmla="*/ 1022515 h 6858000"/>
              <a:gd name="connsiteX157" fmla="*/ 365348 w 5271861"/>
              <a:gd name="connsiteY157" fmla="*/ 1194751 h 6858000"/>
              <a:gd name="connsiteX158" fmla="*/ 553839 w 5271861"/>
              <a:gd name="connsiteY158" fmla="*/ 1194751 h 6858000"/>
              <a:gd name="connsiteX159" fmla="*/ 736249 w 5271861"/>
              <a:gd name="connsiteY159" fmla="*/ 1022515 h 6858000"/>
              <a:gd name="connsiteX160" fmla="*/ 4527845 w 5271861"/>
              <a:gd name="connsiteY160" fmla="*/ 250524 h 6858000"/>
              <a:gd name="connsiteX161" fmla="*/ 4527845 w 5271861"/>
              <a:gd name="connsiteY161" fmla="*/ 422759 h 6858000"/>
              <a:gd name="connsiteX162" fmla="*/ 4716336 w 5271861"/>
              <a:gd name="connsiteY162" fmla="*/ 422759 h 6858000"/>
              <a:gd name="connsiteX163" fmla="*/ 4898746 w 5271861"/>
              <a:gd name="connsiteY163" fmla="*/ 250524 h 6858000"/>
              <a:gd name="connsiteX164" fmla="*/ 3485857 w 5271861"/>
              <a:gd name="connsiteY164" fmla="*/ 250524 h 6858000"/>
              <a:gd name="connsiteX165" fmla="*/ 3485857 w 5271861"/>
              <a:gd name="connsiteY165" fmla="*/ 422759 h 6858000"/>
              <a:gd name="connsiteX166" fmla="*/ 3674348 w 5271861"/>
              <a:gd name="connsiteY166" fmla="*/ 422759 h 6858000"/>
              <a:gd name="connsiteX167" fmla="*/ 3856758 w 5271861"/>
              <a:gd name="connsiteY167" fmla="*/ 250524 h 6858000"/>
              <a:gd name="connsiteX168" fmla="*/ 2443870 w 5271861"/>
              <a:gd name="connsiteY168" fmla="*/ 250524 h 6858000"/>
              <a:gd name="connsiteX169" fmla="*/ 2443870 w 5271861"/>
              <a:gd name="connsiteY169" fmla="*/ 422759 h 6858000"/>
              <a:gd name="connsiteX170" fmla="*/ 2635134 w 5271861"/>
              <a:gd name="connsiteY170" fmla="*/ 422759 h 6858000"/>
              <a:gd name="connsiteX171" fmla="*/ 2820227 w 5271861"/>
              <a:gd name="connsiteY171" fmla="*/ 250524 h 6858000"/>
              <a:gd name="connsiteX172" fmla="*/ 1407336 w 5271861"/>
              <a:gd name="connsiteY172" fmla="*/ 250524 h 6858000"/>
              <a:gd name="connsiteX173" fmla="*/ 1407336 w 5271861"/>
              <a:gd name="connsiteY173" fmla="*/ 422759 h 6858000"/>
              <a:gd name="connsiteX174" fmla="*/ 1595827 w 5271861"/>
              <a:gd name="connsiteY174" fmla="*/ 422759 h 6858000"/>
              <a:gd name="connsiteX175" fmla="*/ 1778237 w 5271861"/>
              <a:gd name="connsiteY175" fmla="*/ 250524 h 6858000"/>
              <a:gd name="connsiteX176" fmla="*/ 365348 w 5271861"/>
              <a:gd name="connsiteY176" fmla="*/ 250522 h 6858000"/>
              <a:gd name="connsiteX177" fmla="*/ 365348 w 5271861"/>
              <a:gd name="connsiteY177" fmla="*/ 422758 h 6858000"/>
              <a:gd name="connsiteX178" fmla="*/ 553839 w 5271861"/>
              <a:gd name="connsiteY178" fmla="*/ 422758 h 6858000"/>
              <a:gd name="connsiteX179" fmla="*/ 736249 w 5271861"/>
              <a:gd name="connsiteY179" fmla="*/ 250522 h 6858000"/>
              <a:gd name="connsiteX180" fmla="*/ 0 w 5271861"/>
              <a:gd name="connsiteY180" fmla="*/ 0 h 6858000"/>
              <a:gd name="connsiteX181" fmla="*/ 4923065 w 5271861"/>
              <a:gd name="connsiteY181" fmla="*/ 0 h 6858000"/>
              <a:gd name="connsiteX182" fmla="*/ 5092917 w 5271861"/>
              <a:gd name="connsiteY182" fmla="*/ 0 h 6858000"/>
              <a:gd name="connsiteX183" fmla="*/ 5271861 w 5271861"/>
              <a:gd name="connsiteY183" fmla="*/ 0 h 6858000"/>
              <a:gd name="connsiteX184" fmla="*/ 5271861 w 5271861"/>
              <a:gd name="connsiteY184" fmla="*/ 6858000 h 6858000"/>
              <a:gd name="connsiteX185" fmla="*/ 5092917 w 5271861"/>
              <a:gd name="connsiteY185" fmla="*/ 6858000 h 6858000"/>
              <a:gd name="connsiteX186" fmla="*/ 4923065 w 5271861"/>
              <a:gd name="connsiteY186" fmla="*/ 6858000 h 6858000"/>
              <a:gd name="connsiteX187" fmla="*/ 0 w 5271861"/>
              <a:gd name="connsiteY18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</a:cxnLst>
            <a:rect l="l" t="t" r="r" b="b"/>
            <a:pathLst>
              <a:path w="5271861" h="6858000">
                <a:moveTo>
                  <a:pt x="4527845" y="6407328"/>
                </a:moveTo>
                <a:lnTo>
                  <a:pt x="4527845" y="6579564"/>
                </a:lnTo>
                <a:lnTo>
                  <a:pt x="4716336" y="6579564"/>
                </a:lnTo>
                <a:lnTo>
                  <a:pt x="4898746" y="6407328"/>
                </a:lnTo>
                <a:close/>
                <a:moveTo>
                  <a:pt x="3485857" y="6407328"/>
                </a:moveTo>
                <a:lnTo>
                  <a:pt x="3485857" y="6579564"/>
                </a:lnTo>
                <a:lnTo>
                  <a:pt x="3674348" y="6579564"/>
                </a:lnTo>
                <a:lnTo>
                  <a:pt x="3856758" y="6407328"/>
                </a:lnTo>
                <a:close/>
                <a:moveTo>
                  <a:pt x="2443870" y="6407328"/>
                </a:moveTo>
                <a:lnTo>
                  <a:pt x="2443870" y="6579564"/>
                </a:lnTo>
                <a:lnTo>
                  <a:pt x="2635134" y="6579564"/>
                </a:lnTo>
                <a:lnTo>
                  <a:pt x="2820227" y="6407328"/>
                </a:lnTo>
                <a:close/>
                <a:moveTo>
                  <a:pt x="1407336" y="6407328"/>
                </a:moveTo>
                <a:lnTo>
                  <a:pt x="1407336" y="6579564"/>
                </a:lnTo>
                <a:lnTo>
                  <a:pt x="1595827" y="6579564"/>
                </a:lnTo>
                <a:lnTo>
                  <a:pt x="1778237" y="6407328"/>
                </a:lnTo>
                <a:close/>
                <a:moveTo>
                  <a:pt x="365348" y="6407328"/>
                </a:moveTo>
                <a:lnTo>
                  <a:pt x="365348" y="6579564"/>
                </a:lnTo>
                <a:lnTo>
                  <a:pt x="553839" y="6579564"/>
                </a:lnTo>
                <a:lnTo>
                  <a:pt x="736249" y="6407328"/>
                </a:lnTo>
                <a:close/>
                <a:moveTo>
                  <a:pt x="4527845" y="5635335"/>
                </a:moveTo>
                <a:lnTo>
                  <a:pt x="4527845" y="5807571"/>
                </a:lnTo>
                <a:lnTo>
                  <a:pt x="4716336" y="5807571"/>
                </a:lnTo>
                <a:lnTo>
                  <a:pt x="4898746" y="5635335"/>
                </a:lnTo>
                <a:close/>
                <a:moveTo>
                  <a:pt x="3485857" y="5635335"/>
                </a:moveTo>
                <a:lnTo>
                  <a:pt x="3485857" y="5807571"/>
                </a:lnTo>
                <a:lnTo>
                  <a:pt x="3674348" y="5807571"/>
                </a:lnTo>
                <a:lnTo>
                  <a:pt x="3856758" y="5635335"/>
                </a:lnTo>
                <a:close/>
                <a:moveTo>
                  <a:pt x="2443870" y="5635335"/>
                </a:moveTo>
                <a:lnTo>
                  <a:pt x="2443870" y="5807571"/>
                </a:lnTo>
                <a:lnTo>
                  <a:pt x="2635134" y="5807571"/>
                </a:lnTo>
                <a:lnTo>
                  <a:pt x="2820227" y="5635335"/>
                </a:lnTo>
                <a:close/>
                <a:moveTo>
                  <a:pt x="1407336" y="5635335"/>
                </a:moveTo>
                <a:lnTo>
                  <a:pt x="1407336" y="5807571"/>
                </a:lnTo>
                <a:lnTo>
                  <a:pt x="1595827" y="5807571"/>
                </a:lnTo>
                <a:lnTo>
                  <a:pt x="1778237" y="5635335"/>
                </a:lnTo>
                <a:close/>
                <a:moveTo>
                  <a:pt x="365348" y="5635335"/>
                </a:moveTo>
                <a:lnTo>
                  <a:pt x="365348" y="5807571"/>
                </a:lnTo>
                <a:lnTo>
                  <a:pt x="553839" y="5807571"/>
                </a:lnTo>
                <a:lnTo>
                  <a:pt x="736249" y="5635335"/>
                </a:lnTo>
                <a:close/>
                <a:moveTo>
                  <a:pt x="4527845" y="4869722"/>
                </a:moveTo>
                <a:lnTo>
                  <a:pt x="4527845" y="5041958"/>
                </a:lnTo>
                <a:lnTo>
                  <a:pt x="4716336" y="5041958"/>
                </a:lnTo>
                <a:lnTo>
                  <a:pt x="4898746" y="4869722"/>
                </a:lnTo>
                <a:close/>
                <a:moveTo>
                  <a:pt x="3485857" y="4869722"/>
                </a:moveTo>
                <a:lnTo>
                  <a:pt x="3485857" y="5041958"/>
                </a:lnTo>
                <a:lnTo>
                  <a:pt x="3674348" y="5041958"/>
                </a:lnTo>
                <a:lnTo>
                  <a:pt x="3856758" y="4869722"/>
                </a:lnTo>
                <a:close/>
                <a:moveTo>
                  <a:pt x="2443870" y="4869722"/>
                </a:moveTo>
                <a:lnTo>
                  <a:pt x="2443870" y="5041958"/>
                </a:lnTo>
                <a:lnTo>
                  <a:pt x="2635134" y="5041958"/>
                </a:lnTo>
                <a:lnTo>
                  <a:pt x="2820227" y="4869722"/>
                </a:lnTo>
                <a:close/>
                <a:moveTo>
                  <a:pt x="1407336" y="4869722"/>
                </a:moveTo>
                <a:lnTo>
                  <a:pt x="1407336" y="5041958"/>
                </a:lnTo>
                <a:lnTo>
                  <a:pt x="1595827" y="5041958"/>
                </a:lnTo>
                <a:lnTo>
                  <a:pt x="1778237" y="4869722"/>
                </a:lnTo>
                <a:close/>
                <a:moveTo>
                  <a:pt x="365348" y="4869722"/>
                </a:moveTo>
                <a:lnTo>
                  <a:pt x="365348" y="5041958"/>
                </a:lnTo>
                <a:lnTo>
                  <a:pt x="553839" y="5041958"/>
                </a:lnTo>
                <a:lnTo>
                  <a:pt x="736249" y="4869722"/>
                </a:lnTo>
                <a:close/>
                <a:moveTo>
                  <a:pt x="4527845" y="4097728"/>
                </a:moveTo>
                <a:lnTo>
                  <a:pt x="4527845" y="4269964"/>
                </a:lnTo>
                <a:lnTo>
                  <a:pt x="4716336" y="4269964"/>
                </a:lnTo>
                <a:lnTo>
                  <a:pt x="4898746" y="4097728"/>
                </a:lnTo>
                <a:close/>
                <a:moveTo>
                  <a:pt x="3485857" y="4097728"/>
                </a:moveTo>
                <a:lnTo>
                  <a:pt x="3485857" y="4269964"/>
                </a:lnTo>
                <a:lnTo>
                  <a:pt x="3674348" y="4269964"/>
                </a:lnTo>
                <a:lnTo>
                  <a:pt x="3856758" y="4097728"/>
                </a:lnTo>
                <a:close/>
                <a:moveTo>
                  <a:pt x="2443870" y="4097728"/>
                </a:moveTo>
                <a:lnTo>
                  <a:pt x="2443870" y="4269964"/>
                </a:lnTo>
                <a:lnTo>
                  <a:pt x="2635134" y="4269964"/>
                </a:lnTo>
                <a:lnTo>
                  <a:pt x="2820227" y="4097728"/>
                </a:lnTo>
                <a:close/>
                <a:moveTo>
                  <a:pt x="1407336" y="4097728"/>
                </a:moveTo>
                <a:lnTo>
                  <a:pt x="1407336" y="4269964"/>
                </a:lnTo>
                <a:lnTo>
                  <a:pt x="1595827" y="4269964"/>
                </a:lnTo>
                <a:lnTo>
                  <a:pt x="1778237" y="4097728"/>
                </a:lnTo>
                <a:close/>
                <a:moveTo>
                  <a:pt x="365348" y="4097728"/>
                </a:moveTo>
                <a:lnTo>
                  <a:pt x="365348" y="4269964"/>
                </a:lnTo>
                <a:lnTo>
                  <a:pt x="553839" y="4269964"/>
                </a:lnTo>
                <a:lnTo>
                  <a:pt x="736249" y="4097728"/>
                </a:lnTo>
                <a:close/>
                <a:moveTo>
                  <a:pt x="4527847" y="3332115"/>
                </a:moveTo>
                <a:lnTo>
                  <a:pt x="4527847" y="3497972"/>
                </a:lnTo>
                <a:lnTo>
                  <a:pt x="4716338" y="3497972"/>
                </a:lnTo>
                <a:lnTo>
                  <a:pt x="4898750" y="3332115"/>
                </a:lnTo>
                <a:close/>
                <a:moveTo>
                  <a:pt x="3485859" y="3332115"/>
                </a:moveTo>
                <a:lnTo>
                  <a:pt x="3485859" y="3497972"/>
                </a:lnTo>
                <a:lnTo>
                  <a:pt x="3674350" y="3497972"/>
                </a:lnTo>
                <a:lnTo>
                  <a:pt x="3856762" y="3332115"/>
                </a:lnTo>
                <a:close/>
                <a:moveTo>
                  <a:pt x="2443871" y="3332115"/>
                </a:moveTo>
                <a:lnTo>
                  <a:pt x="2443871" y="3497972"/>
                </a:lnTo>
                <a:lnTo>
                  <a:pt x="2635134" y="3497972"/>
                </a:lnTo>
                <a:lnTo>
                  <a:pt x="2820228" y="3332115"/>
                </a:lnTo>
                <a:close/>
                <a:moveTo>
                  <a:pt x="1407338" y="3332115"/>
                </a:moveTo>
                <a:lnTo>
                  <a:pt x="1407338" y="3497972"/>
                </a:lnTo>
                <a:lnTo>
                  <a:pt x="1595829" y="3497972"/>
                </a:lnTo>
                <a:lnTo>
                  <a:pt x="1778241" y="3332115"/>
                </a:lnTo>
                <a:close/>
                <a:moveTo>
                  <a:pt x="365350" y="3332115"/>
                </a:moveTo>
                <a:lnTo>
                  <a:pt x="365350" y="3497972"/>
                </a:lnTo>
                <a:lnTo>
                  <a:pt x="553841" y="3497972"/>
                </a:lnTo>
                <a:lnTo>
                  <a:pt x="736253" y="3332115"/>
                </a:lnTo>
                <a:close/>
                <a:moveTo>
                  <a:pt x="4527845" y="2560122"/>
                </a:moveTo>
                <a:lnTo>
                  <a:pt x="4527845" y="2732358"/>
                </a:lnTo>
                <a:lnTo>
                  <a:pt x="4716336" y="2732358"/>
                </a:lnTo>
                <a:lnTo>
                  <a:pt x="4898746" y="2560122"/>
                </a:lnTo>
                <a:close/>
                <a:moveTo>
                  <a:pt x="3485857" y="2560122"/>
                </a:moveTo>
                <a:lnTo>
                  <a:pt x="3485857" y="2732358"/>
                </a:lnTo>
                <a:lnTo>
                  <a:pt x="3674348" y="2732358"/>
                </a:lnTo>
                <a:lnTo>
                  <a:pt x="3856758" y="2560122"/>
                </a:lnTo>
                <a:close/>
                <a:moveTo>
                  <a:pt x="2443870" y="2560122"/>
                </a:moveTo>
                <a:lnTo>
                  <a:pt x="2443870" y="2732358"/>
                </a:lnTo>
                <a:lnTo>
                  <a:pt x="2635134" y="2732358"/>
                </a:lnTo>
                <a:lnTo>
                  <a:pt x="2820227" y="2560122"/>
                </a:lnTo>
                <a:close/>
                <a:moveTo>
                  <a:pt x="1407336" y="2560122"/>
                </a:moveTo>
                <a:lnTo>
                  <a:pt x="1407336" y="2732358"/>
                </a:lnTo>
                <a:lnTo>
                  <a:pt x="1595827" y="2732358"/>
                </a:lnTo>
                <a:lnTo>
                  <a:pt x="1778237" y="2560122"/>
                </a:lnTo>
                <a:close/>
                <a:moveTo>
                  <a:pt x="365348" y="2560122"/>
                </a:moveTo>
                <a:lnTo>
                  <a:pt x="365348" y="2732357"/>
                </a:lnTo>
                <a:lnTo>
                  <a:pt x="553839" y="2732357"/>
                </a:lnTo>
                <a:lnTo>
                  <a:pt x="736249" y="2560122"/>
                </a:lnTo>
                <a:close/>
                <a:moveTo>
                  <a:pt x="4527845" y="1788129"/>
                </a:moveTo>
                <a:lnTo>
                  <a:pt x="4527845" y="1960365"/>
                </a:lnTo>
                <a:lnTo>
                  <a:pt x="4716336" y="1960365"/>
                </a:lnTo>
                <a:lnTo>
                  <a:pt x="4898746" y="1788129"/>
                </a:lnTo>
                <a:close/>
                <a:moveTo>
                  <a:pt x="3485857" y="1788129"/>
                </a:moveTo>
                <a:lnTo>
                  <a:pt x="3485857" y="1960365"/>
                </a:lnTo>
                <a:lnTo>
                  <a:pt x="3674348" y="1960365"/>
                </a:lnTo>
                <a:lnTo>
                  <a:pt x="3856758" y="1788129"/>
                </a:lnTo>
                <a:close/>
                <a:moveTo>
                  <a:pt x="2443870" y="1788129"/>
                </a:moveTo>
                <a:lnTo>
                  <a:pt x="2443870" y="1960365"/>
                </a:lnTo>
                <a:lnTo>
                  <a:pt x="2635134" y="1960365"/>
                </a:lnTo>
                <a:lnTo>
                  <a:pt x="2820227" y="1788129"/>
                </a:lnTo>
                <a:close/>
                <a:moveTo>
                  <a:pt x="1407336" y="1788129"/>
                </a:moveTo>
                <a:lnTo>
                  <a:pt x="1407336" y="1960365"/>
                </a:lnTo>
                <a:lnTo>
                  <a:pt x="1595827" y="1960365"/>
                </a:lnTo>
                <a:lnTo>
                  <a:pt x="1778237" y="1788129"/>
                </a:lnTo>
                <a:close/>
                <a:moveTo>
                  <a:pt x="365348" y="1788128"/>
                </a:moveTo>
                <a:lnTo>
                  <a:pt x="365348" y="1960364"/>
                </a:lnTo>
                <a:lnTo>
                  <a:pt x="553839" y="1960364"/>
                </a:lnTo>
                <a:lnTo>
                  <a:pt x="736249" y="1788128"/>
                </a:lnTo>
                <a:close/>
                <a:moveTo>
                  <a:pt x="4527845" y="1022516"/>
                </a:moveTo>
                <a:lnTo>
                  <a:pt x="4527845" y="1194753"/>
                </a:lnTo>
                <a:lnTo>
                  <a:pt x="4716336" y="1194753"/>
                </a:lnTo>
                <a:lnTo>
                  <a:pt x="4898746" y="1022516"/>
                </a:lnTo>
                <a:close/>
                <a:moveTo>
                  <a:pt x="3485857" y="1022516"/>
                </a:moveTo>
                <a:lnTo>
                  <a:pt x="3485857" y="1194753"/>
                </a:lnTo>
                <a:lnTo>
                  <a:pt x="3674348" y="1194753"/>
                </a:lnTo>
                <a:lnTo>
                  <a:pt x="3856758" y="1022516"/>
                </a:lnTo>
                <a:close/>
                <a:moveTo>
                  <a:pt x="2443870" y="1022516"/>
                </a:moveTo>
                <a:lnTo>
                  <a:pt x="2443870" y="1194753"/>
                </a:lnTo>
                <a:lnTo>
                  <a:pt x="2635134" y="1194753"/>
                </a:lnTo>
                <a:lnTo>
                  <a:pt x="2820227" y="1022516"/>
                </a:lnTo>
                <a:close/>
                <a:moveTo>
                  <a:pt x="1407336" y="1022516"/>
                </a:moveTo>
                <a:lnTo>
                  <a:pt x="1407336" y="1194753"/>
                </a:lnTo>
                <a:lnTo>
                  <a:pt x="1595827" y="1194753"/>
                </a:lnTo>
                <a:lnTo>
                  <a:pt x="1778237" y="1022516"/>
                </a:lnTo>
                <a:close/>
                <a:moveTo>
                  <a:pt x="365348" y="1022515"/>
                </a:moveTo>
                <a:lnTo>
                  <a:pt x="365348" y="1194751"/>
                </a:lnTo>
                <a:lnTo>
                  <a:pt x="553839" y="1194751"/>
                </a:lnTo>
                <a:lnTo>
                  <a:pt x="736249" y="1022515"/>
                </a:lnTo>
                <a:close/>
                <a:moveTo>
                  <a:pt x="4527845" y="250524"/>
                </a:moveTo>
                <a:lnTo>
                  <a:pt x="4527845" y="422759"/>
                </a:lnTo>
                <a:lnTo>
                  <a:pt x="4716336" y="422759"/>
                </a:lnTo>
                <a:lnTo>
                  <a:pt x="4898746" y="250524"/>
                </a:lnTo>
                <a:close/>
                <a:moveTo>
                  <a:pt x="3485857" y="250524"/>
                </a:moveTo>
                <a:lnTo>
                  <a:pt x="3485857" y="422759"/>
                </a:lnTo>
                <a:lnTo>
                  <a:pt x="3674348" y="422759"/>
                </a:lnTo>
                <a:lnTo>
                  <a:pt x="3856758" y="250524"/>
                </a:lnTo>
                <a:close/>
                <a:moveTo>
                  <a:pt x="2443870" y="250524"/>
                </a:moveTo>
                <a:lnTo>
                  <a:pt x="2443870" y="422759"/>
                </a:lnTo>
                <a:lnTo>
                  <a:pt x="2635134" y="422759"/>
                </a:lnTo>
                <a:lnTo>
                  <a:pt x="2820227" y="250524"/>
                </a:lnTo>
                <a:close/>
                <a:moveTo>
                  <a:pt x="1407336" y="250524"/>
                </a:moveTo>
                <a:lnTo>
                  <a:pt x="1407336" y="422759"/>
                </a:lnTo>
                <a:lnTo>
                  <a:pt x="1595827" y="422759"/>
                </a:lnTo>
                <a:lnTo>
                  <a:pt x="1778237" y="250524"/>
                </a:lnTo>
                <a:close/>
                <a:moveTo>
                  <a:pt x="365348" y="250522"/>
                </a:moveTo>
                <a:lnTo>
                  <a:pt x="365348" y="422758"/>
                </a:lnTo>
                <a:lnTo>
                  <a:pt x="553839" y="422758"/>
                </a:lnTo>
                <a:lnTo>
                  <a:pt x="736249" y="250522"/>
                </a:lnTo>
                <a:close/>
                <a:moveTo>
                  <a:pt x="0" y="0"/>
                </a:moveTo>
                <a:lnTo>
                  <a:pt x="4923065" y="0"/>
                </a:lnTo>
                <a:lnTo>
                  <a:pt x="5092917" y="0"/>
                </a:lnTo>
                <a:lnTo>
                  <a:pt x="5271861" y="0"/>
                </a:lnTo>
                <a:lnTo>
                  <a:pt x="5271861" y="6858000"/>
                </a:lnTo>
                <a:lnTo>
                  <a:pt x="5092917" y="6858000"/>
                </a:lnTo>
                <a:lnTo>
                  <a:pt x="4923065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89D1FF"/>
          </a:solidFill>
          <a:ln w="28575" algn="ctr">
            <a:noFill/>
            <a:miter lim="800000"/>
            <a:headEnd/>
            <a:tailEnd/>
          </a:ln>
        </p:spPr>
        <p:txBody>
          <a:bodyPr wrap="square" lIns="90000" tIns="72000" rIns="90000" bIns="72000" rtlCol="0" anchor="ctr">
            <a:noAutofit/>
          </a:bodyPr>
          <a:lstStyle/>
          <a:p>
            <a:pPr marR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endParaRPr kumimoji="0" lang="en-DE" sz="1400" b="0" i="0" u="none" strike="noStrike" kern="0" cap="none" spc="0" normalizeH="0" baseline="0" noProof="0" err="1">
              <a:ln>
                <a:noFill/>
              </a:ln>
              <a:effectLst/>
              <a:uLnTx/>
              <a:uFillTx/>
              <a:latin typeface="+mn-lt"/>
              <a:ea typeface="72 Brand" pitchFamily="34" charset="-128"/>
              <a:cs typeface="72 Brand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9447106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1701">
          <p15:clr>
            <a:srgbClr val="FBAE40"/>
          </p15:clr>
        </p15:guide>
        <p15:guide id="3" orient="horz" pos="2688">
          <p15:clr>
            <a:srgbClr val="FBAE40"/>
          </p15:clr>
        </p15:guide>
        <p15:guide id="4" orient="horz" pos="2341">
          <p15:clr>
            <a:srgbClr val="FBAE40"/>
          </p15:clr>
        </p15:guide>
        <p15:guide id="5" orient="horz" pos="2999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">
            <a:extLst>
              <a:ext uri="{FF2B5EF4-FFF2-40B4-BE49-F238E27FC236}">
                <a16:creationId xmlns:a16="http://schemas.microsoft.com/office/drawing/2014/main" id="{8E82BE2B-69B2-5121-2AA4-8473C53F0CF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04000" y="1614527"/>
            <a:ext cx="11186477" cy="4738092"/>
          </a:xfrm>
        </p:spPr>
        <p:txBody>
          <a:bodyPr/>
          <a:lstStyle>
            <a:lvl1pPr marL="0" indent="0">
              <a:buFont typeface="Arial" panose="020B0604020202020204" pitchFamily="34" charset="0"/>
              <a:buChar char="​"/>
              <a:defRPr lang="en-US" sz="14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2000">
              <a:defRPr lang="en-US" sz="14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85750" indent="-285750">
              <a:defRPr/>
            </a:lvl3pPr>
            <a:lvl4pPr marL="252000" indent="-252000">
              <a:defRPr/>
            </a:lvl4pPr>
            <a:lvl5pPr marL="285750" indent="-285750">
              <a:defRPr/>
            </a:lvl5pPr>
            <a:lvl6pPr marL="252000" indent="-252000">
              <a:defRPr/>
            </a:lvl6pPr>
            <a:lvl7pPr marL="171450" indent="-171450">
              <a:defRPr/>
            </a:lvl7pPr>
            <a:lvl8pPr marL="252000" indent="-252000">
              <a:defRPr/>
            </a:lvl8pPr>
            <a:lvl9pPr marL="857250" indent="-857250">
              <a:defRPr/>
            </a:lvl9pPr>
          </a:lstStyle>
          <a:p>
            <a:pPr lvl="0"/>
            <a:r>
              <a:rPr lang="en-US"/>
              <a:t>Agenda Item/Divider Headline</a:t>
            </a:r>
          </a:p>
        </p:txBody>
      </p:sp>
      <p:sp>
        <p:nvSpPr>
          <p:cNvPr id="6" name="Title">
            <a:extLst>
              <a:ext uri="{FF2B5EF4-FFF2-40B4-BE49-F238E27FC236}">
                <a16:creationId xmlns:a16="http://schemas.microsoft.com/office/drawing/2014/main" id="{40C52BCA-5F34-83DD-E2E9-671684BC76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4001" y="1079384"/>
            <a:ext cx="11183174" cy="369332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72 Brand Medium" panose="020B0504030603020204" pitchFamily="34" charset="0"/>
              </a:defRPr>
            </a:lvl1pPr>
          </a:lstStyle>
          <a:p>
            <a:r>
              <a:rPr lang="en-US" noProof="0"/>
              <a:t>Insert page title (sentence case)</a:t>
            </a:r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AE7F1BA-13EF-9092-B55B-84C957AA0F73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0291678" y="506267"/>
            <a:ext cx="13799822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DE"/>
          </a:p>
        </p:txBody>
      </p:sp>
      <p:pic>
        <p:nvPicPr>
          <p:cNvPr id="4" name="Picture 3" descr="File:Logo Ziyo.png">
            <a:extLst>
              <a:ext uri="{FF2B5EF4-FFF2-40B4-BE49-F238E27FC236}">
                <a16:creationId xmlns:a16="http://schemas.microsoft.com/office/drawing/2014/main" id="{E7382196-EFF4-E5AF-7BBC-7F1B1CC8E00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58484" y="448425"/>
            <a:ext cx="1028691" cy="465148"/>
          </a:xfrm>
          <a:prstGeom prst="rect">
            <a:avLst/>
          </a:prstGeom>
        </p:spPr>
      </p:pic>
      <p:pic>
        <p:nvPicPr>
          <p:cNvPr id="7" name="LogoWhite-Dynamic" descr="{&quot;templafy&quot;:{&quot;id&quot;:&quot;6d5d147f-96be-424e-b54a-e907ed10c5df&quot;}}">
            <a:extLst>
              <a:ext uri="{FF2B5EF4-FFF2-40B4-BE49-F238E27FC236}">
                <a16:creationId xmlns:a16="http://schemas.microsoft.com/office/drawing/2014/main" id="{235FCADB-3290-5229-4F77-9E7F57F626D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4000" y="504000"/>
            <a:ext cx="727192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93606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970" userDrawn="1">
          <p15:clr>
            <a:srgbClr val="FBAE40"/>
          </p15:clr>
        </p15:guide>
        <p15:guide id="4" orient="horz" pos="316" userDrawn="1">
          <p15:clr>
            <a:srgbClr val="FBAE40"/>
          </p15:clr>
        </p15:guide>
        <p15:guide id="5" orient="horz" pos="551" userDrawn="1">
          <p15:clr>
            <a:srgbClr val="FBAE40"/>
          </p15:clr>
        </p15:guide>
        <p15:guide id="6" orient="horz" pos="3997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">
            <a:extLst>
              <a:ext uri="{FF2B5EF4-FFF2-40B4-BE49-F238E27FC236}">
                <a16:creationId xmlns:a16="http://schemas.microsoft.com/office/drawing/2014/main" id="{8E82BE2B-69B2-5121-2AA4-8473C53F0CF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04000" y="1614527"/>
            <a:ext cx="11186477" cy="4738092"/>
          </a:xfrm>
        </p:spPr>
        <p:txBody>
          <a:bodyPr/>
          <a:lstStyle>
            <a:lvl1pPr marL="0" indent="0">
              <a:buFont typeface="Arial" panose="020B0604020202020204" pitchFamily="34" charset="0"/>
              <a:buChar char="​"/>
              <a:defRPr lang="en-US" sz="14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2000">
              <a:defRPr lang="en-US" sz="14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85750" indent="-285750">
              <a:defRPr/>
            </a:lvl3pPr>
            <a:lvl4pPr marL="252000" indent="-252000">
              <a:defRPr/>
            </a:lvl4pPr>
            <a:lvl5pPr marL="285750" indent="-285750">
              <a:defRPr/>
            </a:lvl5pPr>
            <a:lvl6pPr marL="252000" indent="-252000">
              <a:defRPr/>
            </a:lvl6pPr>
            <a:lvl7pPr marL="171450" indent="-171450">
              <a:defRPr/>
            </a:lvl7pPr>
            <a:lvl8pPr marL="252000" indent="-252000">
              <a:defRPr/>
            </a:lvl8pPr>
            <a:lvl9pPr marL="857250" indent="-857250">
              <a:defRPr/>
            </a:lvl9pPr>
          </a:lstStyle>
          <a:p>
            <a:pPr lvl="0"/>
            <a:r>
              <a:rPr lang="en-US"/>
              <a:t>Agenda Item/Divider Headline</a:t>
            </a:r>
          </a:p>
        </p:txBody>
      </p:sp>
      <p:sp>
        <p:nvSpPr>
          <p:cNvPr id="6" name="Title">
            <a:extLst>
              <a:ext uri="{FF2B5EF4-FFF2-40B4-BE49-F238E27FC236}">
                <a16:creationId xmlns:a16="http://schemas.microsoft.com/office/drawing/2014/main" id="{40C52BCA-5F34-83DD-E2E9-671684BC76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4001" y="1079384"/>
            <a:ext cx="11183174" cy="369332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72 Brand Medium" panose="020B0504030603020204" pitchFamily="34" charset="0"/>
              </a:defRPr>
            </a:lvl1pPr>
          </a:lstStyle>
          <a:p>
            <a:r>
              <a:rPr lang="en-US" noProof="0"/>
              <a:t>Insert page title (sentence case)</a:t>
            </a:r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AE7F1BA-13EF-9092-B55B-84C957AA0F73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0291678" y="506267"/>
            <a:ext cx="13799822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DE"/>
          </a:p>
        </p:txBody>
      </p:sp>
      <p:pic>
        <p:nvPicPr>
          <p:cNvPr id="4" name="Picture 3" descr="File:Logo Ziyo.png">
            <a:extLst>
              <a:ext uri="{FF2B5EF4-FFF2-40B4-BE49-F238E27FC236}">
                <a16:creationId xmlns:a16="http://schemas.microsoft.com/office/drawing/2014/main" id="{E7382196-EFF4-E5AF-7BBC-7F1B1CC8E00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58484" y="448425"/>
            <a:ext cx="1028691" cy="4651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9517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970" userDrawn="1">
          <p15:clr>
            <a:srgbClr val="FBAE40"/>
          </p15:clr>
        </p15:guide>
        <p15:guide id="4" orient="horz" pos="316" userDrawn="1">
          <p15:clr>
            <a:srgbClr val="FBAE40"/>
          </p15:clr>
        </p15:guide>
        <p15:guide id="5" orient="horz" pos="551" userDrawn="1">
          <p15:clr>
            <a:srgbClr val="FBAE40"/>
          </p15:clr>
        </p15:guide>
        <p15:guide id="6" orient="horz" pos="3997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Page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vider text"/>
          <p:cNvSpPr>
            <a:spLocks noGrp="1"/>
          </p:cNvSpPr>
          <p:nvPr>
            <p:ph type="ctrTitle" hasCustomPrompt="1"/>
          </p:nvPr>
        </p:nvSpPr>
        <p:spPr bwMode="black">
          <a:xfrm>
            <a:off x="504000" y="3090446"/>
            <a:ext cx="11185200" cy="677108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>
              <a:defRPr sz="4400" b="0" i="0">
                <a:solidFill>
                  <a:schemeClr val="tx1"/>
                </a:solidFill>
                <a:latin typeface="72 Brand Medium" panose="020B0504030603020204" pitchFamily="34" charset="0"/>
              </a:defRPr>
            </a:lvl1pPr>
          </a:lstStyle>
          <a:p>
            <a:r>
              <a:rPr lang="en-US"/>
              <a:t>Divider page</a:t>
            </a:r>
            <a:endParaRPr lang="de-DE"/>
          </a:p>
        </p:txBody>
      </p:sp>
      <p:pic>
        <p:nvPicPr>
          <p:cNvPr id="3" name="Picture 2" descr="File:Logo Ziyo.png">
            <a:extLst>
              <a:ext uri="{FF2B5EF4-FFF2-40B4-BE49-F238E27FC236}">
                <a16:creationId xmlns:a16="http://schemas.microsoft.com/office/drawing/2014/main" id="{03025907-CA5E-8CD1-BC6F-5035EC2E7CB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58484" y="448425"/>
            <a:ext cx="1028691" cy="4651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9527874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2" orient="horz" pos="216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vider Page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vider text"/>
          <p:cNvSpPr>
            <a:spLocks noGrp="1"/>
          </p:cNvSpPr>
          <p:nvPr>
            <p:ph type="ctrTitle" hasCustomPrompt="1"/>
          </p:nvPr>
        </p:nvSpPr>
        <p:spPr bwMode="black">
          <a:xfrm>
            <a:off x="504000" y="3090446"/>
            <a:ext cx="11185200" cy="677108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>
              <a:defRPr sz="4400" b="0" i="0">
                <a:solidFill>
                  <a:schemeClr val="tx1"/>
                </a:solidFill>
                <a:latin typeface="72 Brand Medium" panose="020B0504030603020204" pitchFamily="34" charset="0"/>
              </a:defRPr>
            </a:lvl1pPr>
          </a:lstStyle>
          <a:p>
            <a:r>
              <a:rPr lang="en-US"/>
              <a:t>Divider page</a:t>
            </a:r>
            <a:endParaRPr lang="de-DE"/>
          </a:p>
        </p:txBody>
      </p:sp>
      <p:pic>
        <p:nvPicPr>
          <p:cNvPr id="4" name="Picture 3" descr="File:Logo Ziyo.png">
            <a:extLst>
              <a:ext uri="{FF2B5EF4-FFF2-40B4-BE49-F238E27FC236}">
                <a16:creationId xmlns:a16="http://schemas.microsoft.com/office/drawing/2014/main" id="{BEB265CF-5D90-043D-C3F4-7E2035335EA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58484" y="448425"/>
            <a:ext cx="1028691" cy="465148"/>
          </a:xfrm>
          <a:prstGeom prst="rect">
            <a:avLst/>
          </a:prstGeom>
        </p:spPr>
      </p:pic>
      <p:pic>
        <p:nvPicPr>
          <p:cNvPr id="5" name="LogoWhite-Dynamic" descr="{&quot;templafy&quot;:{&quot;id&quot;:&quot;6d5d147f-96be-424e-b54a-e907ed10c5df&quot;}}">
            <a:extLst>
              <a:ext uri="{FF2B5EF4-FFF2-40B4-BE49-F238E27FC236}">
                <a16:creationId xmlns:a16="http://schemas.microsoft.com/office/drawing/2014/main" id="{C7844247-794B-5DEC-FEAC-EDCD0A79D6B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4000" y="504000"/>
            <a:ext cx="727192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4736270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2" orient="horz" pos="2160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Page B">
    <p:bg>
      <p:bgPr>
        <a:solidFill>
          <a:srgbClr val="1B9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8">
            <a:extLst>
              <a:ext uri="{FF2B5EF4-FFF2-40B4-BE49-F238E27FC236}">
                <a16:creationId xmlns:a16="http://schemas.microsoft.com/office/drawing/2014/main" id="{FF6F4229-C80F-03D8-379E-5395A9D9105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03239" y="2305050"/>
            <a:ext cx="4745037" cy="685800"/>
          </a:xfrm>
        </p:spPr>
        <p:txBody>
          <a:bodyPr>
            <a:noAutofit/>
          </a:bodyPr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Insert subtitle</a:t>
            </a:r>
          </a:p>
        </p:txBody>
      </p:sp>
      <p:sp>
        <p:nvSpPr>
          <p:cNvPr id="4" name="Divider text">
            <a:extLst>
              <a:ext uri="{FF2B5EF4-FFF2-40B4-BE49-F238E27FC236}">
                <a16:creationId xmlns:a16="http://schemas.microsoft.com/office/drawing/2014/main" id="{6F90880B-34A2-54BD-E54C-D9BEA8FA689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black">
          <a:xfrm>
            <a:off x="504000" y="1375046"/>
            <a:ext cx="11185200" cy="677108"/>
          </a:xfrm>
          <a:prstGeom prst="rect">
            <a:avLst/>
          </a:prstGeom>
        </p:spPr>
        <p:txBody>
          <a:bodyPr wrap="square" anchor="t" anchorCtr="0">
            <a:noAutofit/>
          </a:bodyPr>
          <a:lstStyle>
            <a:lvl1pPr marL="0" algn="l" defTabSz="1088558" rtl="0" eaLnBrk="1" latinLnBrk="0" hangingPunct="1">
              <a:spcBef>
                <a:spcPct val="0"/>
              </a:spcBef>
              <a:buNone/>
              <a:defRPr lang="de-DE" sz="4400" b="0" i="0" kern="1200" baseline="0" dirty="0">
                <a:solidFill>
                  <a:schemeClr val="bg1"/>
                </a:solidFill>
                <a:latin typeface="+mj-lt"/>
                <a:ea typeface="+mj-ea"/>
                <a:cs typeface="72" panose="020B0503030000000003" pitchFamily="34" charset="0"/>
              </a:defRPr>
            </a:lvl1pPr>
          </a:lstStyle>
          <a:p>
            <a:r>
              <a:rPr lang="en-US"/>
              <a:t>Divider page</a:t>
            </a:r>
            <a:endParaRPr lang="de-DE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2976558-3EEE-080B-A240-E7C3F5ABB86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600141" y="2409572"/>
            <a:ext cx="6090209" cy="303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2748088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2" orient="horz" pos="845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Page 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ivider image placeholder"/>
          <p:cNvSpPr>
            <a:spLocks noGrp="1"/>
          </p:cNvSpPr>
          <p:nvPr>
            <p:ph type="pic" sz="quarter" idx="12" hasCustomPrompt="1"/>
          </p:nvPr>
        </p:nvSpPr>
        <p:spPr bwMode="gray">
          <a:xfrm>
            <a:off x="1" y="3427200"/>
            <a:ext cx="12195175" cy="3430800"/>
          </a:xfrm>
          <a:noFill/>
        </p:spPr>
        <p:txBody>
          <a:bodyPr tIns="324000"/>
          <a:lstStyle>
            <a:lvl1pPr marL="0" marR="0" indent="0" algn="ctr" defTabSz="1088558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80000"/>
              <a:buFontTx/>
              <a:buNone/>
              <a:tabLst/>
              <a:defRPr sz="1600">
                <a:solidFill>
                  <a:schemeClr val="tx1"/>
                </a:solidFill>
              </a:defRPr>
            </a:lvl1pPr>
          </a:lstStyle>
          <a:p>
            <a:pPr marL="0" marR="0" lvl="0" indent="0" algn="ctr" defTabSz="1088558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80000"/>
              <a:buFontTx/>
              <a:buNone/>
              <a:tabLst/>
              <a:defRPr/>
            </a:pPr>
            <a:r>
              <a:rPr lang="en-US"/>
              <a:t>Placeholder for image and illustration</a:t>
            </a:r>
          </a:p>
        </p:txBody>
      </p:sp>
      <p:sp>
        <p:nvSpPr>
          <p:cNvPr id="2" name="Divider text"/>
          <p:cNvSpPr>
            <a:spLocks noGrp="1"/>
          </p:cNvSpPr>
          <p:nvPr>
            <p:ph type="ctrTitle" hasCustomPrompt="1"/>
          </p:nvPr>
        </p:nvSpPr>
        <p:spPr bwMode="black">
          <a:xfrm>
            <a:off x="504000" y="1375046"/>
            <a:ext cx="11185200" cy="677108"/>
          </a:xfrm>
          <a:prstGeom prst="rect">
            <a:avLst/>
          </a:prstGeom>
        </p:spPr>
        <p:txBody>
          <a:bodyPr anchor="t" anchorCtr="0">
            <a:noAutofit/>
          </a:bodyPr>
          <a:lstStyle>
            <a:lvl1pPr>
              <a:defRPr sz="4400" b="0" i="0">
                <a:solidFill>
                  <a:schemeClr val="tx1"/>
                </a:solidFill>
                <a:latin typeface="72 Brand Medium" panose="020B0504030603020204" pitchFamily="34" charset="0"/>
              </a:defRPr>
            </a:lvl1pPr>
          </a:lstStyle>
          <a:p>
            <a:r>
              <a:rPr lang="en-US"/>
              <a:t>Divider page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08985274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4" orient="horz" pos="865" userDrawn="1">
          <p15:clr>
            <a:srgbClr val="FBAE40"/>
          </p15:clr>
        </p15:guide>
        <p15:guide id="5" orient="horz" pos="1294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Page 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nvil" descr="preencoded.png">
            <a:extLst>
              <a:ext uri="{FF2B5EF4-FFF2-40B4-BE49-F238E27FC236}">
                <a16:creationId xmlns:a16="http://schemas.microsoft.com/office/drawing/2014/main" id="{3DD38521-14BF-F5D9-2930-AE3A04ABFA30}"/>
              </a:ext>
            </a:extLst>
          </p:cNvPr>
          <p:cNvSpPr>
            <a:spLocks noChangeAspect="1"/>
          </p:cNvSpPr>
          <p:nvPr userDrawn="1"/>
        </p:nvSpPr>
        <p:spPr>
          <a:xfrm>
            <a:off x="2726189" y="1767938"/>
            <a:ext cx="6739622" cy="3322123"/>
          </a:xfrm>
          <a:custGeom>
            <a:avLst/>
            <a:gdLst>
              <a:gd name="connsiteX0" fmla="*/ 0 w 8851917"/>
              <a:gd name="connsiteY0" fmla="*/ 0 h 4363327"/>
              <a:gd name="connsiteX1" fmla="*/ 0 w 8851917"/>
              <a:gd name="connsiteY1" fmla="*/ 4363327 h 4363327"/>
              <a:gd name="connsiteX2" fmla="*/ 4498517 w 8851917"/>
              <a:gd name="connsiteY2" fmla="*/ 4363327 h 4363327"/>
              <a:gd name="connsiteX3" fmla="*/ 8851917 w 8851917"/>
              <a:gd name="connsiteY3" fmla="*/ 0 h 4363327"/>
              <a:gd name="connsiteX4" fmla="*/ 0 w 8851917"/>
              <a:gd name="connsiteY4" fmla="*/ 0 h 43633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51917" h="4363327">
                <a:moveTo>
                  <a:pt x="0" y="0"/>
                </a:moveTo>
                <a:lnTo>
                  <a:pt x="0" y="4363327"/>
                </a:lnTo>
                <a:lnTo>
                  <a:pt x="4498517" y="4363327"/>
                </a:lnTo>
                <a:lnTo>
                  <a:pt x="8851917" y="0"/>
                </a:lnTo>
                <a:lnTo>
                  <a:pt x="0" y="0"/>
                </a:lnTo>
                <a:close/>
              </a:path>
            </a:pathLst>
          </a:custGeom>
          <a:solidFill>
            <a:srgbClr val="D1EFFF"/>
          </a:solidFill>
          <a:ln w="25400" algn="ctr">
            <a:noFill/>
            <a:miter lim="800000"/>
            <a:headEnd/>
            <a:tailEnd/>
          </a:ln>
          <a:effectLst/>
        </p:spPr>
        <p:txBody>
          <a:bodyPr wrap="none" rtlCol="0" anchor="ctr"/>
          <a:lstStyle/>
          <a:p>
            <a:pPr algn="ctr" defTabSz="1088875">
              <a:defRPr/>
            </a:pPr>
            <a:r>
              <a:rPr lang="en-US">
                <a:noFill/>
                <a:latin typeface="72 Brand" panose="020B0504030603020204" pitchFamily="34" charset="0"/>
              </a:rPr>
              <a:t>1</a:t>
            </a:r>
          </a:p>
        </p:txBody>
      </p:sp>
      <p:sp>
        <p:nvSpPr>
          <p:cNvPr id="2" name="Divider text"/>
          <p:cNvSpPr>
            <a:spLocks noGrp="1"/>
          </p:cNvSpPr>
          <p:nvPr>
            <p:ph type="ctrTitle" hasCustomPrompt="1"/>
          </p:nvPr>
        </p:nvSpPr>
        <p:spPr bwMode="black">
          <a:xfrm>
            <a:off x="503238" y="3090446"/>
            <a:ext cx="11187112" cy="677108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>
              <a:defRPr sz="4400" b="0" i="0">
                <a:solidFill>
                  <a:schemeClr val="tx1"/>
                </a:solidFill>
                <a:latin typeface="72 Brand Medium" panose="020B0504030603020204" pitchFamily="34" charset="0"/>
              </a:defRPr>
            </a:lvl1pPr>
          </a:lstStyle>
          <a:p>
            <a:r>
              <a:rPr lang="en-US"/>
              <a:t>Divider page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21216048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2" orient="horz" pos="2160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">
            <a:extLst>
              <a:ext uri="{FF2B5EF4-FFF2-40B4-BE49-F238E27FC236}">
                <a16:creationId xmlns:a16="http://schemas.microsoft.com/office/drawing/2014/main" id="{B37602D4-ACC5-6844-7789-7608758A671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04000" y="1548000"/>
            <a:ext cx="11186477" cy="480517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/>
              <a:t>Start typing to add text without a bullet point. To add a bullet point, place the cursor at the start of this line and press tab.</a:t>
            </a:r>
            <a:endParaRPr lang="en-US" noProof="0"/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4" name="Picture 3" descr="File:Logo Ziyo.png">
            <a:extLst>
              <a:ext uri="{FF2B5EF4-FFF2-40B4-BE49-F238E27FC236}">
                <a16:creationId xmlns:a16="http://schemas.microsoft.com/office/drawing/2014/main" id="{11B74BDD-F1BB-DA52-7B7B-44A80472778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58484" y="448425"/>
            <a:ext cx="1028691" cy="465148"/>
          </a:xfrm>
          <a:prstGeom prst="rect">
            <a:avLst/>
          </a:prstGeom>
        </p:spPr>
      </p:pic>
      <p:pic>
        <p:nvPicPr>
          <p:cNvPr id="7" name="LogoWhite-Dynamic" descr="{&quot;templafy&quot;:{&quot;id&quot;:&quot;6d5d147f-96be-424e-b54a-e907ed10c5df&quot;}}">
            <a:extLst>
              <a:ext uri="{FF2B5EF4-FFF2-40B4-BE49-F238E27FC236}">
                <a16:creationId xmlns:a16="http://schemas.microsoft.com/office/drawing/2014/main" id="{643B4164-E29F-E17A-66C8-0CB15B26D9A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4000" y="504000"/>
            <a:ext cx="727192" cy="360000"/>
          </a:xfrm>
          <a:prstGeom prst="rect">
            <a:avLst/>
          </a:prstGeom>
        </p:spPr>
      </p:pic>
      <p:sp>
        <p:nvSpPr>
          <p:cNvPr id="8" name="Title 7">
            <a:extLst>
              <a:ext uri="{FF2B5EF4-FFF2-40B4-BE49-F238E27FC236}">
                <a16:creationId xmlns:a16="http://schemas.microsoft.com/office/drawing/2014/main" id="{8E1879CB-1B0A-D7E1-1CF6-27719BAD82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001" y="1079384"/>
            <a:ext cx="11183174" cy="369332"/>
          </a:xfrm>
          <a:prstGeom prst="rect">
            <a:avLst/>
          </a:prstGeom>
        </p:spPr>
        <p:txBody>
          <a:bodyPr/>
          <a:lstStyle/>
          <a:p>
            <a:r>
              <a:rPr lang="en-GB"/>
              <a:t>Click to edit Master title style</a:t>
            </a:r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15828881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317">
          <p15:clr>
            <a:srgbClr val="FBAE40"/>
          </p15:clr>
        </p15:guide>
        <p15:guide id="4" orient="horz" pos="55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"/>
          <p:cNvSpPr>
            <a:spLocks noGrp="1"/>
          </p:cNvSpPr>
          <p:nvPr>
            <p:ph type="body" sz="quarter" idx="10" hasCustomPrompt="1"/>
          </p:nvPr>
        </p:nvSpPr>
        <p:spPr>
          <a:xfrm>
            <a:off x="504000" y="1548000"/>
            <a:ext cx="11186477" cy="480517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/>
              <a:t>Start typing to add text without a bullet point. To add a bullet point, place the cursor at the start of this line and press tab.</a:t>
            </a:r>
            <a:endParaRPr lang="en-US" noProof="0"/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5E0B9048-8A00-85F4-4DEF-F947906CA4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001" y="1079384"/>
            <a:ext cx="11183174" cy="369332"/>
          </a:xfrm>
          <a:prstGeom prst="rect">
            <a:avLst/>
          </a:prstGeom>
        </p:spPr>
        <p:txBody>
          <a:bodyPr/>
          <a:lstStyle/>
          <a:p>
            <a:r>
              <a:rPr lang="en-GB"/>
              <a:t>Click to edit Master title style</a:t>
            </a:r>
            <a:endParaRPr lang="en-DE"/>
          </a:p>
        </p:txBody>
      </p:sp>
      <p:pic>
        <p:nvPicPr>
          <p:cNvPr id="8" name="Picture 7" descr="File:Logo Ziyo.png">
            <a:extLst>
              <a:ext uri="{FF2B5EF4-FFF2-40B4-BE49-F238E27FC236}">
                <a16:creationId xmlns:a16="http://schemas.microsoft.com/office/drawing/2014/main" id="{7642844F-C0F1-7CA1-4984-733231E3D0A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58484" y="448425"/>
            <a:ext cx="1028691" cy="465148"/>
          </a:xfrm>
          <a:prstGeom prst="rect">
            <a:avLst/>
          </a:prstGeom>
        </p:spPr>
      </p:pic>
      <p:pic>
        <p:nvPicPr>
          <p:cNvPr id="9" name="LogoWhite-Dynamic" descr="{&quot;templafy&quot;:{&quot;id&quot;:&quot;6d5d147f-96be-424e-b54a-e907ed10c5df&quot;}}">
            <a:extLst>
              <a:ext uri="{FF2B5EF4-FFF2-40B4-BE49-F238E27FC236}">
                <a16:creationId xmlns:a16="http://schemas.microsoft.com/office/drawing/2014/main" id="{4300E746-E6EC-3652-D8FE-6728C9CAC71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4000" y="504000"/>
            <a:ext cx="727192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933222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4" orient="horz" pos="318" userDrawn="1">
          <p15:clr>
            <a:srgbClr val="FBAE40"/>
          </p15:clr>
        </p15:guide>
        <p15:guide id="5" orient="horz" pos="552" userDrawn="1">
          <p15:clr>
            <a:srgbClr val="FBAE40"/>
          </p15:clr>
        </p15:guide>
        <p15:guide id="6" orient="horz" pos="958" userDrawn="1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ext: 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- column 2"/>
          <p:cNvSpPr>
            <a:spLocks noGrp="1"/>
          </p:cNvSpPr>
          <p:nvPr>
            <p:ph type="body" sz="quarter" idx="11" hasCustomPrompt="1"/>
          </p:nvPr>
        </p:nvSpPr>
        <p:spPr>
          <a:xfrm>
            <a:off x="6225477" y="1548000"/>
            <a:ext cx="5465000" cy="480517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- column 1"/>
          <p:cNvSpPr>
            <a:spLocks noGrp="1"/>
          </p:cNvSpPr>
          <p:nvPr>
            <p:ph type="body" sz="quarter" idx="10" hasCustomPrompt="1"/>
          </p:nvPr>
        </p:nvSpPr>
        <p:spPr>
          <a:xfrm>
            <a:off x="504000" y="1548000"/>
            <a:ext cx="5465000" cy="480517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6" name="Picture 5" descr="File:Logo Ziyo.png">
            <a:extLst>
              <a:ext uri="{FF2B5EF4-FFF2-40B4-BE49-F238E27FC236}">
                <a16:creationId xmlns:a16="http://schemas.microsoft.com/office/drawing/2014/main" id="{43B15E59-3684-3B86-8A18-65A43122CA2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58484" y="448425"/>
            <a:ext cx="1028691" cy="465148"/>
          </a:xfrm>
          <a:prstGeom prst="rect">
            <a:avLst/>
          </a:prstGeom>
        </p:spPr>
      </p:pic>
      <p:pic>
        <p:nvPicPr>
          <p:cNvPr id="7" name="LogoWhite-Dynamic" descr="{&quot;templafy&quot;:{&quot;id&quot;:&quot;6d5d147f-96be-424e-b54a-e907ed10c5df&quot;}}">
            <a:extLst>
              <a:ext uri="{FF2B5EF4-FFF2-40B4-BE49-F238E27FC236}">
                <a16:creationId xmlns:a16="http://schemas.microsoft.com/office/drawing/2014/main" id="{C0344435-5DB3-93B2-C92A-1A238155E2E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4000" y="504000"/>
            <a:ext cx="727192" cy="360000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55F4D1D8-1D63-6E45-88AA-05747E774F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001" y="1079384"/>
            <a:ext cx="11183174" cy="369332"/>
          </a:xfrm>
          <a:prstGeom prst="rect">
            <a:avLst/>
          </a:prstGeom>
        </p:spPr>
        <p:txBody>
          <a:bodyPr/>
          <a:lstStyle/>
          <a:p>
            <a:r>
              <a:rPr lang="en-GB"/>
              <a:t>Click to edit Master title style</a:t>
            </a:r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63048145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6" orient="horz" pos="317" userDrawn="1">
          <p15:clr>
            <a:srgbClr val="FBAE40"/>
          </p15:clr>
        </p15:guide>
        <p15:guide id="7" orient="horz" pos="551" userDrawn="1">
          <p15:clr>
            <a:srgbClr val="FBAE40"/>
          </p15:clr>
        </p15:guide>
        <p15:guide id="8" orient="horz" pos="972" userDrawn="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ext: 3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- column 3"/>
          <p:cNvSpPr>
            <a:spLocks noGrp="1"/>
          </p:cNvSpPr>
          <p:nvPr>
            <p:ph type="body" sz="quarter" idx="13" hasCustomPrompt="1"/>
          </p:nvPr>
        </p:nvSpPr>
        <p:spPr>
          <a:xfrm>
            <a:off x="8126477" y="1548000"/>
            <a:ext cx="3564000" cy="4806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- column 2"/>
          <p:cNvSpPr>
            <a:spLocks noGrp="1"/>
          </p:cNvSpPr>
          <p:nvPr>
            <p:ph type="body" sz="quarter" idx="12" hasCustomPrompt="1"/>
          </p:nvPr>
        </p:nvSpPr>
        <p:spPr>
          <a:xfrm>
            <a:off x="4315238" y="1548000"/>
            <a:ext cx="3564000" cy="4806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- column 1"/>
          <p:cNvSpPr>
            <a:spLocks noGrp="1"/>
          </p:cNvSpPr>
          <p:nvPr>
            <p:ph type="body" sz="quarter" idx="10" hasCustomPrompt="1"/>
          </p:nvPr>
        </p:nvSpPr>
        <p:spPr>
          <a:xfrm>
            <a:off x="504000" y="1548000"/>
            <a:ext cx="3564000" cy="4806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5" name="Picture 4" descr="File:Logo Ziyo.png">
            <a:extLst>
              <a:ext uri="{FF2B5EF4-FFF2-40B4-BE49-F238E27FC236}">
                <a16:creationId xmlns:a16="http://schemas.microsoft.com/office/drawing/2014/main" id="{C06A0C68-27E1-0FB6-DB26-EC131FEB526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58484" y="448425"/>
            <a:ext cx="1028691" cy="465148"/>
          </a:xfrm>
          <a:prstGeom prst="rect">
            <a:avLst/>
          </a:prstGeom>
        </p:spPr>
      </p:pic>
      <p:pic>
        <p:nvPicPr>
          <p:cNvPr id="8" name="LogoWhite-Dynamic" descr="{&quot;templafy&quot;:{&quot;id&quot;:&quot;6d5d147f-96be-424e-b54a-e907ed10c5df&quot;}}">
            <a:extLst>
              <a:ext uri="{FF2B5EF4-FFF2-40B4-BE49-F238E27FC236}">
                <a16:creationId xmlns:a16="http://schemas.microsoft.com/office/drawing/2014/main" id="{782818DA-1EAB-546E-1C96-67D44B5BF9A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4000" y="504000"/>
            <a:ext cx="727192" cy="360000"/>
          </a:xfrm>
          <a:prstGeom prst="rect">
            <a:avLst/>
          </a:prstGeom>
        </p:spPr>
      </p:pic>
      <p:sp>
        <p:nvSpPr>
          <p:cNvPr id="10" name="Title 9">
            <a:extLst>
              <a:ext uri="{FF2B5EF4-FFF2-40B4-BE49-F238E27FC236}">
                <a16:creationId xmlns:a16="http://schemas.microsoft.com/office/drawing/2014/main" id="{E41147B6-DFE2-B8B9-CF67-D4C8D5AB1F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001" y="1079384"/>
            <a:ext cx="11183174" cy="369332"/>
          </a:xfrm>
          <a:prstGeom prst="rect">
            <a:avLst/>
          </a:prstGeom>
        </p:spPr>
        <p:txBody>
          <a:bodyPr/>
          <a:lstStyle/>
          <a:p>
            <a:r>
              <a:rPr lang="en-GB"/>
              <a:t>Click to edit Master title style</a:t>
            </a:r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8664163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317" userDrawn="1">
          <p15:clr>
            <a:srgbClr val="FBAE40"/>
          </p15:clr>
        </p15:guide>
        <p15:guide id="8" orient="horz" pos="551" userDrawn="1">
          <p15:clr>
            <a:srgbClr val="FBAE40"/>
          </p15:clr>
        </p15:guide>
        <p15:guide id="9" orient="horz" pos="974" userDrawn="1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s - Text and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2"/>
          <p:cNvSpPr>
            <a:spLocks noGrp="1"/>
          </p:cNvSpPr>
          <p:nvPr>
            <p:ph type="body" sz="quarter" idx="13" hasCustomPrompt="1"/>
          </p:nvPr>
        </p:nvSpPr>
        <p:spPr>
          <a:xfrm>
            <a:off x="6221413" y="4770000"/>
            <a:ext cx="5469064" cy="1583175"/>
          </a:xfrm>
        </p:spPr>
        <p:txBody>
          <a:bodyPr/>
          <a:lstStyle>
            <a:lvl1pPr>
              <a:spcBef>
                <a:spcPts val="600"/>
              </a:spcBef>
              <a:defRPr sz="1800"/>
            </a:lvl1pPr>
            <a:lvl2pPr>
              <a:defRPr sz="1600"/>
            </a:lvl2pPr>
            <a:lvl3pPr>
              <a:defRPr sz="1400"/>
            </a:lvl3pPr>
          </a:lstStyle>
          <a:p>
            <a:pPr lvl="0"/>
            <a:r>
              <a:rPr lang="en-US" noProof="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8" name="Picture Placeholder 2"/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6225477" y="1548000"/>
            <a:ext cx="5465000" cy="2792593"/>
          </a:xfrm>
          <a:noFill/>
        </p:spPr>
        <p:txBody>
          <a:bodyPr vert="horz" lIns="0" tIns="180000" rIns="0" bIns="0" rtlCol="0" anchor="t" anchorCtr="0">
            <a:noAutofit/>
          </a:bodyPr>
          <a:lstStyle>
            <a:lvl1pPr marL="0" indent="0" algn="ctr" defTabSz="1088558" rtl="0" eaLnBrk="1" latinLnBrk="0" hangingPunct="1">
              <a:spcBef>
                <a:spcPts val="1929"/>
              </a:spcBef>
              <a:buClr>
                <a:schemeClr val="accent1"/>
              </a:buClr>
              <a:buSzPct val="80000"/>
              <a:buFontTx/>
              <a:buNone/>
              <a:defRPr lang="de-DE" sz="1600" b="0" i="0" kern="1200" dirty="0">
                <a:solidFill>
                  <a:schemeClr val="tx1"/>
                </a:solidFill>
                <a:latin typeface="72 Brand" panose="020B0504030603020204" pitchFamily="34" charset="0"/>
                <a:ea typeface="+mn-ea"/>
                <a:cs typeface="+mn-cs"/>
              </a:defRPr>
            </a:lvl1pPr>
          </a:lstStyle>
          <a:p>
            <a:r>
              <a:rPr lang="en-US"/>
              <a:t>Click icon to add image or pictogram</a:t>
            </a:r>
            <a:endParaRPr lang="de-DE"/>
          </a:p>
        </p:txBody>
      </p:sp>
      <p:sp>
        <p:nvSpPr>
          <p:cNvPr id="3" name="Text placeholder 1"/>
          <p:cNvSpPr>
            <a:spLocks noGrp="1"/>
          </p:cNvSpPr>
          <p:nvPr>
            <p:ph type="body" sz="quarter" idx="10" hasCustomPrompt="1"/>
          </p:nvPr>
        </p:nvSpPr>
        <p:spPr>
          <a:xfrm>
            <a:off x="504000" y="4770000"/>
            <a:ext cx="5465000" cy="1583175"/>
          </a:xfrm>
        </p:spPr>
        <p:txBody>
          <a:bodyPr/>
          <a:lstStyle>
            <a:lvl1pPr>
              <a:spcBef>
                <a:spcPts val="600"/>
              </a:spcBef>
              <a:defRPr sz="1800"/>
            </a:lvl1pPr>
            <a:lvl2pPr>
              <a:defRPr sz="1600"/>
            </a:lvl2pPr>
            <a:lvl3pPr>
              <a:defRPr sz="1400"/>
            </a:lvl3pPr>
          </a:lstStyle>
          <a:p>
            <a:pPr lvl="0"/>
            <a:r>
              <a:rPr lang="en-US" noProof="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Picture Placeholder 1"/>
          <p:cNvSpPr>
            <a:spLocks noGrp="1"/>
          </p:cNvSpPr>
          <p:nvPr>
            <p:ph type="pic" sz="quarter" idx="12" hasCustomPrompt="1"/>
          </p:nvPr>
        </p:nvSpPr>
        <p:spPr bwMode="gray">
          <a:xfrm>
            <a:off x="504000" y="1548000"/>
            <a:ext cx="5465000" cy="2792593"/>
          </a:xfrm>
          <a:noFill/>
        </p:spPr>
        <p:txBody>
          <a:bodyPr vert="horz" lIns="0" tIns="180000" rIns="0" bIns="0" rtlCol="0" anchor="t" anchorCtr="0">
            <a:noAutofit/>
          </a:bodyPr>
          <a:lstStyle>
            <a:lvl1pPr marL="0" indent="0" algn="ctr" defTabSz="1088558" rtl="0" eaLnBrk="1" latinLnBrk="0" hangingPunct="1">
              <a:spcBef>
                <a:spcPts val="1929"/>
              </a:spcBef>
              <a:buClr>
                <a:schemeClr val="accent1"/>
              </a:buClr>
              <a:buSzPct val="80000"/>
              <a:buFontTx/>
              <a:buNone/>
              <a:defRPr lang="de-DE" sz="1600" b="0" i="0" kern="1200" dirty="0">
                <a:solidFill>
                  <a:schemeClr val="tx1"/>
                </a:solidFill>
                <a:latin typeface="72 Brand" panose="020B0504030603020204" pitchFamily="34" charset="0"/>
                <a:ea typeface="+mn-ea"/>
                <a:cs typeface="+mn-cs"/>
              </a:defRPr>
            </a:lvl1pPr>
          </a:lstStyle>
          <a:p>
            <a:r>
              <a:rPr lang="en-US"/>
              <a:t>Click icon to add image or pictogram</a:t>
            </a:r>
            <a:endParaRPr lang="de-DE"/>
          </a:p>
        </p:txBody>
      </p:sp>
      <p:pic>
        <p:nvPicPr>
          <p:cNvPr id="6" name="Picture 5" descr="File:Logo Ziyo.png">
            <a:extLst>
              <a:ext uri="{FF2B5EF4-FFF2-40B4-BE49-F238E27FC236}">
                <a16:creationId xmlns:a16="http://schemas.microsoft.com/office/drawing/2014/main" id="{886F03EA-EA61-F8A5-315C-4451D524D91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58484" y="448425"/>
            <a:ext cx="1028691" cy="465148"/>
          </a:xfrm>
          <a:prstGeom prst="rect">
            <a:avLst/>
          </a:prstGeom>
        </p:spPr>
      </p:pic>
      <p:pic>
        <p:nvPicPr>
          <p:cNvPr id="7" name="LogoWhite-Dynamic" descr="{&quot;templafy&quot;:{&quot;id&quot;:&quot;6d5d147f-96be-424e-b54a-e907ed10c5df&quot;}}">
            <a:extLst>
              <a:ext uri="{FF2B5EF4-FFF2-40B4-BE49-F238E27FC236}">
                <a16:creationId xmlns:a16="http://schemas.microsoft.com/office/drawing/2014/main" id="{1AAEDF85-3098-616A-6246-B6B52032B91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4000" y="504000"/>
            <a:ext cx="727192" cy="360000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4C0CF09E-210C-F4DC-80B3-766EA6299F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001" y="1079384"/>
            <a:ext cx="11183174" cy="369332"/>
          </a:xfrm>
          <a:prstGeom prst="rect">
            <a:avLst/>
          </a:prstGeom>
        </p:spPr>
        <p:txBody>
          <a:bodyPr/>
          <a:lstStyle/>
          <a:p>
            <a:r>
              <a:rPr lang="en-GB"/>
              <a:t>Click to edit Master title style</a:t>
            </a:r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50494129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317" userDrawn="1">
          <p15:clr>
            <a:srgbClr val="FBAE40"/>
          </p15:clr>
        </p15:guide>
        <p15:guide id="3" orient="horz" pos="551" userDrawn="1">
          <p15:clr>
            <a:srgbClr val="FBAE40"/>
          </p15:clr>
        </p15:guide>
        <p15:guide id="4" orient="horz" pos="974" userDrawn="1">
          <p15:clr>
            <a:srgbClr val="FBAE40"/>
          </p15:clr>
        </p15:guide>
        <p15:guide id="5" orient="horz" pos="2750" userDrawn="1">
          <p15:clr>
            <a:srgbClr val="FBAE40"/>
          </p15:clr>
        </p15:guide>
        <p15:guide id="6" orient="horz" pos="3004" userDrawn="1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s - Text and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3"/>
          <p:cNvSpPr>
            <a:spLocks noGrp="1"/>
          </p:cNvSpPr>
          <p:nvPr>
            <p:ph type="body" sz="quarter" idx="13" hasCustomPrompt="1"/>
          </p:nvPr>
        </p:nvSpPr>
        <p:spPr>
          <a:xfrm>
            <a:off x="8128000" y="4354921"/>
            <a:ext cx="3562477" cy="1998253"/>
          </a:xfrm>
        </p:spPr>
        <p:txBody>
          <a:bodyPr/>
          <a:lstStyle>
            <a:lvl1pPr>
              <a:spcBef>
                <a:spcPts val="600"/>
              </a:spcBef>
              <a:defRPr sz="1800"/>
            </a:lvl1pPr>
            <a:lvl2pPr>
              <a:defRPr sz="1600"/>
            </a:lvl2pPr>
            <a:lvl3pPr>
              <a:defRPr sz="1400"/>
            </a:lvl3pPr>
          </a:lstStyle>
          <a:p>
            <a:pPr lvl="0"/>
            <a:r>
              <a:rPr lang="en-US" noProof="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8" name="Picture placeholder 3"/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8128000" y="1548000"/>
            <a:ext cx="3562477" cy="2294662"/>
          </a:xfrm>
          <a:noFill/>
        </p:spPr>
        <p:txBody>
          <a:bodyPr vert="horz" lIns="0" tIns="180000" rIns="0" bIns="0" rtlCol="0" anchor="t" anchorCtr="0">
            <a:noAutofit/>
          </a:bodyPr>
          <a:lstStyle>
            <a:lvl1pPr marL="0" indent="0" algn="ctr" defTabSz="1088558" rtl="0" eaLnBrk="1" latinLnBrk="0" hangingPunct="1">
              <a:spcBef>
                <a:spcPts val="1929"/>
              </a:spcBef>
              <a:buClr>
                <a:schemeClr val="accent1"/>
              </a:buClr>
              <a:buSzPct val="80000"/>
              <a:buFontTx/>
              <a:buNone/>
              <a:defRPr lang="de-DE" sz="1600" b="0" i="0" kern="1200" dirty="0">
                <a:solidFill>
                  <a:schemeClr val="tx1"/>
                </a:solidFill>
                <a:latin typeface="72 Brand" panose="020B0504030603020204" pitchFamily="34" charset="0"/>
                <a:ea typeface="+mn-ea"/>
                <a:cs typeface="+mn-cs"/>
              </a:defRPr>
            </a:lvl1pPr>
          </a:lstStyle>
          <a:p>
            <a:r>
              <a:rPr lang="en-US"/>
              <a:t>Click icon to add image or pictogram</a:t>
            </a:r>
            <a:endParaRPr lang="de-DE"/>
          </a:p>
        </p:txBody>
      </p:sp>
      <p:sp>
        <p:nvSpPr>
          <p:cNvPr id="9" name="Text placeholder 2"/>
          <p:cNvSpPr>
            <a:spLocks noGrp="1"/>
          </p:cNvSpPr>
          <p:nvPr>
            <p:ph type="body" sz="quarter" idx="15" hasCustomPrompt="1"/>
          </p:nvPr>
        </p:nvSpPr>
        <p:spPr>
          <a:xfrm>
            <a:off x="4314824" y="4354921"/>
            <a:ext cx="3560763" cy="1998253"/>
          </a:xfrm>
        </p:spPr>
        <p:txBody>
          <a:bodyPr/>
          <a:lstStyle>
            <a:lvl1pPr>
              <a:spcBef>
                <a:spcPts val="600"/>
              </a:spcBef>
              <a:defRPr sz="1800"/>
            </a:lvl1pPr>
            <a:lvl2pPr>
              <a:defRPr sz="1600"/>
            </a:lvl2pPr>
            <a:lvl3pPr>
              <a:defRPr sz="1400"/>
            </a:lvl3pPr>
          </a:lstStyle>
          <a:p>
            <a:pPr lvl="0"/>
            <a:r>
              <a:rPr lang="en-US" noProof="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Picture placeholder 2"/>
          <p:cNvSpPr>
            <a:spLocks noGrp="1"/>
          </p:cNvSpPr>
          <p:nvPr>
            <p:ph type="pic" sz="quarter" idx="16" hasCustomPrompt="1"/>
          </p:nvPr>
        </p:nvSpPr>
        <p:spPr bwMode="gray">
          <a:xfrm>
            <a:off x="4314826" y="1548000"/>
            <a:ext cx="3560762" cy="2294662"/>
          </a:xfrm>
          <a:noFill/>
        </p:spPr>
        <p:txBody>
          <a:bodyPr vert="horz" lIns="0" tIns="180000" rIns="0" bIns="0" rtlCol="0" anchor="t" anchorCtr="0">
            <a:noAutofit/>
          </a:bodyPr>
          <a:lstStyle>
            <a:lvl1pPr marL="0" indent="0" algn="ctr" defTabSz="1088558" rtl="0" eaLnBrk="1" latinLnBrk="0" hangingPunct="1">
              <a:spcBef>
                <a:spcPts val="1929"/>
              </a:spcBef>
              <a:buClr>
                <a:schemeClr val="accent1"/>
              </a:buClr>
              <a:buSzPct val="80000"/>
              <a:buFontTx/>
              <a:buNone/>
              <a:defRPr lang="de-DE" sz="1600" b="0" i="0" kern="1200" dirty="0">
                <a:solidFill>
                  <a:schemeClr val="tx1"/>
                </a:solidFill>
                <a:latin typeface="72 Brand" panose="020B0504030603020204" pitchFamily="34" charset="0"/>
                <a:ea typeface="+mn-ea"/>
                <a:cs typeface="+mn-cs"/>
              </a:defRPr>
            </a:lvl1pPr>
          </a:lstStyle>
          <a:p>
            <a:r>
              <a:rPr lang="en-US"/>
              <a:t>Click icon to add image or pictogram</a:t>
            </a:r>
            <a:endParaRPr lang="de-DE"/>
          </a:p>
        </p:txBody>
      </p:sp>
      <p:sp>
        <p:nvSpPr>
          <p:cNvPr id="3" name="Text placeholder 1"/>
          <p:cNvSpPr>
            <a:spLocks noGrp="1"/>
          </p:cNvSpPr>
          <p:nvPr>
            <p:ph type="body" sz="quarter" idx="10" hasCustomPrompt="1"/>
          </p:nvPr>
        </p:nvSpPr>
        <p:spPr>
          <a:xfrm>
            <a:off x="504000" y="4354921"/>
            <a:ext cx="3560000" cy="1998253"/>
          </a:xfrm>
        </p:spPr>
        <p:txBody>
          <a:bodyPr/>
          <a:lstStyle>
            <a:lvl1pPr>
              <a:spcBef>
                <a:spcPts val="600"/>
              </a:spcBef>
              <a:defRPr sz="1800"/>
            </a:lvl1pPr>
            <a:lvl2pPr>
              <a:defRPr sz="1600"/>
            </a:lvl2pPr>
            <a:lvl3pPr>
              <a:defRPr sz="1400"/>
            </a:lvl3pPr>
          </a:lstStyle>
          <a:p>
            <a:pPr lvl="0"/>
            <a:r>
              <a:rPr lang="en-US" noProof="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Picture placeholder 1"/>
          <p:cNvSpPr>
            <a:spLocks noGrp="1"/>
          </p:cNvSpPr>
          <p:nvPr>
            <p:ph type="pic" sz="quarter" idx="12" hasCustomPrompt="1"/>
          </p:nvPr>
        </p:nvSpPr>
        <p:spPr bwMode="gray">
          <a:xfrm>
            <a:off x="504000" y="1548000"/>
            <a:ext cx="3560000" cy="2294662"/>
          </a:xfrm>
          <a:noFill/>
        </p:spPr>
        <p:txBody>
          <a:bodyPr vert="horz" lIns="0" tIns="180000" rIns="0" bIns="0" rtlCol="0" anchor="t" anchorCtr="0">
            <a:noAutofit/>
          </a:bodyPr>
          <a:lstStyle>
            <a:lvl1pPr marL="0" indent="0" algn="ctr" defTabSz="1088558" rtl="0" eaLnBrk="1" latinLnBrk="0" hangingPunct="1">
              <a:spcBef>
                <a:spcPts val="1929"/>
              </a:spcBef>
              <a:buClr>
                <a:schemeClr val="accent1"/>
              </a:buClr>
              <a:buSzPct val="80000"/>
              <a:buFontTx/>
              <a:buNone/>
              <a:defRPr lang="de-DE" sz="1600" b="0" i="0" kern="1200" dirty="0">
                <a:solidFill>
                  <a:schemeClr val="tx1"/>
                </a:solidFill>
                <a:latin typeface="72 Brand" panose="020B0504030603020204" pitchFamily="34" charset="0"/>
                <a:ea typeface="+mn-ea"/>
                <a:cs typeface="+mn-cs"/>
              </a:defRPr>
            </a:lvl1pPr>
          </a:lstStyle>
          <a:p>
            <a:r>
              <a:rPr lang="en-US"/>
              <a:t>Click icon to add image or pictogram</a:t>
            </a:r>
            <a:endParaRPr lang="de-DE"/>
          </a:p>
        </p:txBody>
      </p:sp>
      <p:pic>
        <p:nvPicPr>
          <p:cNvPr id="6" name="Picture 5" descr="File:Logo Ziyo.png">
            <a:extLst>
              <a:ext uri="{FF2B5EF4-FFF2-40B4-BE49-F238E27FC236}">
                <a16:creationId xmlns:a16="http://schemas.microsoft.com/office/drawing/2014/main" id="{F5DF63F1-87CA-4D56-853F-B28439FFDAF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58484" y="448425"/>
            <a:ext cx="1028691" cy="465148"/>
          </a:xfrm>
          <a:prstGeom prst="rect">
            <a:avLst/>
          </a:prstGeom>
        </p:spPr>
      </p:pic>
      <p:pic>
        <p:nvPicPr>
          <p:cNvPr id="7" name="LogoWhite-Dynamic" descr="{&quot;templafy&quot;:{&quot;id&quot;:&quot;6d5d147f-96be-424e-b54a-e907ed10c5df&quot;}}">
            <a:extLst>
              <a:ext uri="{FF2B5EF4-FFF2-40B4-BE49-F238E27FC236}">
                <a16:creationId xmlns:a16="http://schemas.microsoft.com/office/drawing/2014/main" id="{2204CAEC-262C-4A8D-33CE-51F5ABBD292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4000" y="504000"/>
            <a:ext cx="727192" cy="360000"/>
          </a:xfrm>
          <a:prstGeom prst="rect">
            <a:avLst/>
          </a:prstGeom>
        </p:spPr>
      </p:pic>
      <p:sp>
        <p:nvSpPr>
          <p:cNvPr id="11" name="Title 10">
            <a:extLst>
              <a:ext uri="{FF2B5EF4-FFF2-40B4-BE49-F238E27FC236}">
                <a16:creationId xmlns:a16="http://schemas.microsoft.com/office/drawing/2014/main" id="{0519B094-7FAE-B7EA-A073-FAE749DF6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001" y="1079384"/>
            <a:ext cx="11183174" cy="369332"/>
          </a:xfrm>
          <a:prstGeom prst="rect">
            <a:avLst/>
          </a:prstGeom>
        </p:spPr>
        <p:txBody>
          <a:bodyPr/>
          <a:lstStyle/>
          <a:p>
            <a:r>
              <a:rPr lang="en-GB"/>
              <a:t>Click to edit Master title style</a:t>
            </a:r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7276675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317" userDrawn="1">
          <p15:clr>
            <a:srgbClr val="FBAE40"/>
          </p15:clr>
        </p15:guide>
        <p15:guide id="8" orient="horz" pos="551" userDrawn="1">
          <p15:clr>
            <a:srgbClr val="FBAE40"/>
          </p15:clr>
        </p15:guide>
        <p15:guide id="9" orient="horz" pos="970" userDrawn="1">
          <p15:clr>
            <a:srgbClr val="FBAE40"/>
          </p15:clr>
        </p15:guide>
        <p15:guide id="10" orient="horz" pos="2428" userDrawn="1">
          <p15:clr>
            <a:srgbClr val="FBAE40"/>
          </p15:clr>
        </p15:guide>
        <p15:guide id="11" orient="horz" pos="2743" userDrawn="1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Columns - Text and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- column 2"/>
          <p:cNvSpPr>
            <a:spLocks noGrp="1"/>
          </p:cNvSpPr>
          <p:nvPr>
            <p:ph type="body" sz="quarter" idx="13" hasCustomPrompt="1"/>
          </p:nvPr>
        </p:nvSpPr>
        <p:spPr>
          <a:xfrm>
            <a:off x="9099598" y="3877200"/>
            <a:ext cx="2590879" cy="2475975"/>
          </a:xfrm>
        </p:spPr>
        <p:txBody>
          <a:bodyPr/>
          <a:lstStyle>
            <a:lvl1pPr>
              <a:spcBef>
                <a:spcPts val="600"/>
              </a:spcBef>
              <a:defRPr sz="1800"/>
            </a:lvl1pPr>
            <a:lvl2pPr>
              <a:defRPr sz="1600"/>
            </a:lvl2pPr>
            <a:lvl3pPr>
              <a:defRPr sz="1400"/>
            </a:lvl3pPr>
          </a:lstStyle>
          <a:p>
            <a:pPr lvl="0"/>
            <a:r>
              <a:rPr lang="en-US" noProof="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8" name="Picture Placeholder 4"/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9080501" y="1548000"/>
            <a:ext cx="2609976" cy="1871663"/>
          </a:xfrm>
          <a:noFill/>
        </p:spPr>
        <p:txBody>
          <a:bodyPr vert="horz" lIns="0" tIns="180000" rIns="0" bIns="0" rtlCol="0" anchor="t" anchorCtr="0">
            <a:noAutofit/>
          </a:bodyPr>
          <a:lstStyle>
            <a:lvl1pPr marL="0" indent="0" algn="ctr" defTabSz="1088558" rtl="0" eaLnBrk="1" latinLnBrk="0" hangingPunct="1">
              <a:spcBef>
                <a:spcPts val="1929"/>
              </a:spcBef>
              <a:buClr>
                <a:schemeClr val="accent1"/>
              </a:buClr>
              <a:buSzPct val="80000"/>
              <a:buFontTx/>
              <a:buNone/>
              <a:defRPr lang="de-DE" sz="1600" b="0" i="0" kern="1200" dirty="0">
                <a:solidFill>
                  <a:schemeClr val="tx1"/>
                </a:solidFill>
                <a:latin typeface="72 Brand" panose="020B0504030603020204" pitchFamily="34" charset="0"/>
                <a:ea typeface="+mn-ea"/>
                <a:cs typeface="+mn-cs"/>
              </a:defRPr>
            </a:lvl1pPr>
          </a:lstStyle>
          <a:p>
            <a:r>
              <a:rPr lang="en-US"/>
              <a:t>Click icon to add image or pictogram</a:t>
            </a:r>
            <a:endParaRPr lang="de-DE"/>
          </a:p>
        </p:txBody>
      </p:sp>
      <p:sp>
        <p:nvSpPr>
          <p:cNvPr id="13" name="Text placeholder - column 2"/>
          <p:cNvSpPr>
            <a:spLocks noGrp="1"/>
          </p:cNvSpPr>
          <p:nvPr>
            <p:ph type="body" sz="quarter" idx="17" hasCustomPrompt="1"/>
          </p:nvPr>
        </p:nvSpPr>
        <p:spPr>
          <a:xfrm>
            <a:off x="6234398" y="3877200"/>
            <a:ext cx="2590879" cy="2475975"/>
          </a:xfrm>
        </p:spPr>
        <p:txBody>
          <a:bodyPr/>
          <a:lstStyle>
            <a:lvl1pPr>
              <a:spcBef>
                <a:spcPts val="600"/>
              </a:spcBef>
              <a:defRPr sz="1800"/>
            </a:lvl1pPr>
            <a:lvl2pPr>
              <a:defRPr sz="1600"/>
            </a:lvl2pPr>
            <a:lvl3pPr>
              <a:defRPr sz="1400"/>
            </a:lvl3pPr>
          </a:lstStyle>
          <a:p>
            <a:pPr lvl="0"/>
            <a:r>
              <a:rPr lang="en-US" noProof="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4" name="Picture Placeholder 4"/>
          <p:cNvSpPr>
            <a:spLocks noGrp="1"/>
          </p:cNvSpPr>
          <p:nvPr>
            <p:ph type="pic" sz="quarter" idx="18" hasCustomPrompt="1"/>
          </p:nvPr>
        </p:nvSpPr>
        <p:spPr bwMode="gray">
          <a:xfrm>
            <a:off x="6221413" y="1548000"/>
            <a:ext cx="2606675" cy="1871663"/>
          </a:xfrm>
          <a:noFill/>
        </p:spPr>
        <p:txBody>
          <a:bodyPr vert="horz" lIns="0" tIns="180000" rIns="0" bIns="0" rtlCol="0" anchor="t" anchorCtr="0">
            <a:noAutofit/>
          </a:bodyPr>
          <a:lstStyle>
            <a:lvl1pPr marL="0" indent="0" algn="ctr" defTabSz="1088558" rtl="0" eaLnBrk="1" latinLnBrk="0" hangingPunct="1">
              <a:spcBef>
                <a:spcPts val="1929"/>
              </a:spcBef>
              <a:buClr>
                <a:schemeClr val="accent1"/>
              </a:buClr>
              <a:buSzPct val="80000"/>
              <a:buFontTx/>
              <a:buNone/>
              <a:defRPr lang="de-DE" sz="1600" b="0" i="0" kern="1200" dirty="0">
                <a:solidFill>
                  <a:schemeClr val="tx1"/>
                </a:solidFill>
                <a:latin typeface="72 Brand" panose="020B0504030603020204" pitchFamily="34" charset="0"/>
                <a:ea typeface="+mn-ea"/>
                <a:cs typeface="+mn-cs"/>
              </a:defRPr>
            </a:lvl1pPr>
          </a:lstStyle>
          <a:p>
            <a:r>
              <a:rPr lang="en-US"/>
              <a:t>Click icon to add image or pictogram</a:t>
            </a:r>
            <a:endParaRPr lang="de-DE"/>
          </a:p>
        </p:txBody>
      </p:sp>
      <p:sp>
        <p:nvSpPr>
          <p:cNvPr id="9" name="Text placeholder - column 2"/>
          <p:cNvSpPr>
            <a:spLocks noGrp="1"/>
          </p:cNvSpPr>
          <p:nvPr>
            <p:ph type="body" sz="quarter" idx="15" hasCustomPrompt="1"/>
          </p:nvPr>
        </p:nvSpPr>
        <p:spPr>
          <a:xfrm>
            <a:off x="3369199" y="3877200"/>
            <a:ext cx="2590879" cy="2475975"/>
          </a:xfrm>
        </p:spPr>
        <p:txBody>
          <a:bodyPr/>
          <a:lstStyle>
            <a:lvl1pPr>
              <a:spcBef>
                <a:spcPts val="600"/>
              </a:spcBef>
              <a:defRPr sz="1800"/>
            </a:lvl1pPr>
            <a:lvl2pPr>
              <a:defRPr sz="1600"/>
            </a:lvl2pPr>
            <a:lvl3pPr>
              <a:defRPr sz="1400"/>
            </a:lvl3pPr>
          </a:lstStyle>
          <a:p>
            <a:pPr lvl="0"/>
            <a:r>
              <a:rPr lang="en-US" noProof="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Picture Placeholder 4"/>
          <p:cNvSpPr>
            <a:spLocks noGrp="1"/>
          </p:cNvSpPr>
          <p:nvPr>
            <p:ph type="pic" sz="quarter" idx="16" hasCustomPrompt="1"/>
          </p:nvPr>
        </p:nvSpPr>
        <p:spPr bwMode="gray">
          <a:xfrm>
            <a:off x="3362325" y="1548000"/>
            <a:ext cx="2606675" cy="1871663"/>
          </a:xfrm>
          <a:noFill/>
        </p:spPr>
        <p:txBody>
          <a:bodyPr vert="horz" lIns="0" tIns="180000" rIns="0" bIns="0" rtlCol="0" anchor="t" anchorCtr="0">
            <a:noAutofit/>
          </a:bodyPr>
          <a:lstStyle>
            <a:lvl1pPr marL="0" indent="0" algn="ctr" defTabSz="1088558" rtl="0" eaLnBrk="1" latinLnBrk="0" hangingPunct="1">
              <a:spcBef>
                <a:spcPts val="1929"/>
              </a:spcBef>
              <a:buClr>
                <a:schemeClr val="accent1"/>
              </a:buClr>
              <a:buSzPct val="80000"/>
              <a:buFontTx/>
              <a:buNone/>
              <a:defRPr lang="de-DE" sz="1600" b="0" i="0" kern="1200" dirty="0">
                <a:solidFill>
                  <a:schemeClr val="tx1"/>
                </a:solidFill>
                <a:latin typeface="72 Brand" panose="020B0504030603020204" pitchFamily="34" charset="0"/>
                <a:ea typeface="+mn-ea"/>
                <a:cs typeface="+mn-cs"/>
              </a:defRPr>
            </a:lvl1pPr>
          </a:lstStyle>
          <a:p>
            <a:r>
              <a:rPr lang="en-US"/>
              <a:t>Click icon to add image or pictogram</a:t>
            </a:r>
            <a:endParaRPr lang="de-DE"/>
          </a:p>
        </p:txBody>
      </p:sp>
      <p:sp>
        <p:nvSpPr>
          <p:cNvPr id="3" name="Text placeholder - column 2"/>
          <p:cNvSpPr>
            <a:spLocks noGrp="1"/>
          </p:cNvSpPr>
          <p:nvPr>
            <p:ph type="body" sz="quarter" idx="10" hasCustomPrompt="1"/>
          </p:nvPr>
        </p:nvSpPr>
        <p:spPr>
          <a:xfrm>
            <a:off x="503999" y="3877200"/>
            <a:ext cx="2590879" cy="2475975"/>
          </a:xfrm>
        </p:spPr>
        <p:txBody>
          <a:bodyPr/>
          <a:lstStyle>
            <a:lvl1pPr>
              <a:spcBef>
                <a:spcPts val="600"/>
              </a:spcBef>
              <a:defRPr sz="1800"/>
            </a:lvl1pPr>
            <a:lvl2pPr>
              <a:defRPr sz="1600"/>
            </a:lvl2pPr>
            <a:lvl3pPr>
              <a:defRPr sz="1400"/>
            </a:lvl3pPr>
          </a:lstStyle>
          <a:p>
            <a:pPr lvl="0"/>
            <a:r>
              <a:rPr lang="en-US" noProof="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Picture Placeholder 4"/>
          <p:cNvSpPr>
            <a:spLocks noGrp="1"/>
          </p:cNvSpPr>
          <p:nvPr>
            <p:ph type="pic" sz="quarter" idx="12" hasCustomPrompt="1"/>
          </p:nvPr>
        </p:nvSpPr>
        <p:spPr bwMode="gray">
          <a:xfrm>
            <a:off x="503999" y="1548000"/>
            <a:ext cx="2605913" cy="1871663"/>
          </a:xfrm>
          <a:noFill/>
        </p:spPr>
        <p:txBody>
          <a:bodyPr vert="horz" lIns="0" tIns="180000" rIns="0" bIns="0" rtlCol="0" anchor="t" anchorCtr="0">
            <a:noAutofit/>
          </a:bodyPr>
          <a:lstStyle>
            <a:lvl1pPr marL="0" indent="0" algn="ctr" defTabSz="1088558" rtl="0" eaLnBrk="1" latinLnBrk="0" hangingPunct="1">
              <a:spcBef>
                <a:spcPts val="1929"/>
              </a:spcBef>
              <a:buClr>
                <a:schemeClr val="accent1"/>
              </a:buClr>
              <a:buSzPct val="80000"/>
              <a:buFontTx/>
              <a:buNone/>
              <a:defRPr lang="de-DE" sz="1600" b="0" i="0" kern="1200" dirty="0">
                <a:solidFill>
                  <a:schemeClr val="tx1"/>
                </a:solidFill>
                <a:latin typeface="72 Brand" panose="020B0504030603020204" pitchFamily="34" charset="0"/>
                <a:ea typeface="+mn-ea"/>
                <a:cs typeface="+mn-cs"/>
              </a:defRPr>
            </a:lvl1pPr>
          </a:lstStyle>
          <a:p>
            <a:r>
              <a:rPr lang="en-US"/>
              <a:t>Click icon to add image or pictogram</a:t>
            </a:r>
            <a:endParaRPr lang="de-DE"/>
          </a:p>
        </p:txBody>
      </p:sp>
      <p:pic>
        <p:nvPicPr>
          <p:cNvPr id="6" name="Picture 5" descr="File:Logo Ziyo.png">
            <a:extLst>
              <a:ext uri="{FF2B5EF4-FFF2-40B4-BE49-F238E27FC236}">
                <a16:creationId xmlns:a16="http://schemas.microsoft.com/office/drawing/2014/main" id="{16B35866-3938-B115-64B8-0F0D8FC9AE3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58484" y="448425"/>
            <a:ext cx="1028691" cy="465148"/>
          </a:xfrm>
          <a:prstGeom prst="rect">
            <a:avLst/>
          </a:prstGeom>
        </p:spPr>
      </p:pic>
      <p:pic>
        <p:nvPicPr>
          <p:cNvPr id="7" name="LogoWhite-Dynamic" descr="{&quot;templafy&quot;:{&quot;id&quot;:&quot;6d5d147f-96be-424e-b54a-e907ed10c5df&quot;}}">
            <a:extLst>
              <a:ext uri="{FF2B5EF4-FFF2-40B4-BE49-F238E27FC236}">
                <a16:creationId xmlns:a16="http://schemas.microsoft.com/office/drawing/2014/main" id="{34D383DC-257D-3B26-F94E-F942A30F0B5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4000" y="504000"/>
            <a:ext cx="727192" cy="360000"/>
          </a:xfrm>
          <a:prstGeom prst="rect">
            <a:avLst/>
          </a:prstGeom>
        </p:spPr>
      </p:pic>
      <p:sp>
        <p:nvSpPr>
          <p:cNvPr id="11" name="Title 10">
            <a:extLst>
              <a:ext uri="{FF2B5EF4-FFF2-40B4-BE49-F238E27FC236}">
                <a16:creationId xmlns:a16="http://schemas.microsoft.com/office/drawing/2014/main" id="{5CF180CE-133C-46B4-E194-07B4844EAC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001" y="1079384"/>
            <a:ext cx="11183174" cy="369332"/>
          </a:xfrm>
          <a:prstGeom prst="rect">
            <a:avLst/>
          </a:prstGeom>
        </p:spPr>
        <p:txBody>
          <a:bodyPr/>
          <a:lstStyle/>
          <a:p>
            <a:r>
              <a:rPr lang="en-GB"/>
              <a:t>Click to edit Master title style</a:t>
            </a:r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6805944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317" userDrawn="1">
          <p15:clr>
            <a:srgbClr val="FBAE40"/>
          </p15:clr>
        </p15:guide>
        <p15:guide id="3" orient="horz" pos="551" userDrawn="1">
          <p15:clr>
            <a:srgbClr val="FBAE40"/>
          </p15:clr>
        </p15:guide>
        <p15:guide id="4" orient="horz" pos="974" userDrawn="1">
          <p15:clr>
            <a:srgbClr val="FBAE40"/>
          </p15:clr>
        </p15:guide>
        <p15:guide id="5" orient="horz" pos="2160" userDrawn="1">
          <p15:clr>
            <a:srgbClr val="FBAE40"/>
          </p15:clr>
        </p15:guide>
        <p15:guide id="6" orient="horz" pos="2442" userDrawn="1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Bleed Imag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"/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1" y="0"/>
            <a:ext cx="12195175" cy="6858000"/>
          </a:xfrm>
          <a:noFill/>
        </p:spPr>
        <p:txBody>
          <a:bodyPr vert="horz" lIns="0" tIns="2448000" rIns="0" bIns="0" rtlCol="0" anchor="t" anchorCtr="0">
            <a:noAutofit/>
          </a:bodyPr>
          <a:lstStyle>
            <a:lvl1pPr marL="0" indent="0" algn="ctr" defTabSz="1088558" rtl="0" eaLnBrk="1" latinLnBrk="0" hangingPunct="1">
              <a:spcBef>
                <a:spcPts val="1929"/>
              </a:spcBef>
              <a:buClr>
                <a:schemeClr val="accent1"/>
              </a:buClr>
              <a:buSzPct val="80000"/>
              <a:buFontTx/>
              <a:buNone/>
              <a:defRPr lang="de-DE" sz="1600" b="0" i="0" kern="1200" dirty="0">
                <a:solidFill>
                  <a:schemeClr val="tx1"/>
                </a:solidFill>
                <a:latin typeface="72 Brand" panose="020B0504030603020204" pitchFamily="34" charset="0"/>
                <a:ea typeface="+mn-ea"/>
                <a:cs typeface="+mn-cs"/>
              </a:defRPr>
            </a:lvl1pPr>
          </a:lstStyle>
          <a:p>
            <a:r>
              <a:rPr lang="en-US"/>
              <a:t>Click icon to add image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3979114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bg>
      <p:bgPr>
        <a:solidFill>
          <a:srgbClr val="D1E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Anvil" descr="preencoded.png">
            <a:extLst>
              <a:ext uri="{FF2B5EF4-FFF2-40B4-BE49-F238E27FC236}">
                <a16:creationId xmlns:a16="http://schemas.microsoft.com/office/drawing/2014/main" id="{C4FED2BE-6259-64CE-562B-46975C5747E1}"/>
              </a:ext>
            </a:extLst>
          </p:cNvPr>
          <p:cNvSpPr/>
          <p:nvPr userDrawn="1"/>
        </p:nvSpPr>
        <p:spPr>
          <a:xfrm>
            <a:off x="2409825" y="1543050"/>
            <a:ext cx="8061100" cy="3973513"/>
          </a:xfrm>
          <a:custGeom>
            <a:avLst/>
            <a:gdLst>
              <a:gd name="connsiteX0" fmla="*/ 0 w 8851917"/>
              <a:gd name="connsiteY0" fmla="*/ 0 h 4363327"/>
              <a:gd name="connsiteX1" fmla="*/ 0 w 8851917"/>
              <a:gd name="connsiteY1" fmla="*/ 4363327 h 4363327"/>
              <a:gd name="connsiteX2" fmla="*/ 4498517 w 8851917"/>
              <a:gd name="connsiteY2" fmla="*/ 4363327 h 4363327"/>
              <a:gd name="connsiteX3" fmla="*/ 8851917 w 8851917"/>
              <a:gd name="connsiteY3" fmla="*/ 0 h 4363327"/>
              <a:gd name="connsiteX4" fmla="*/ 0 w 8851917"/>
              <a:gd name="connsiteY4" fmla="*/ 0 h 43633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51917" h="4363327">
                <a:moveTo>
                  <a:pt x="0" y="0"/>
                </a:moveTo>
                <a:lnTo>
                  <a:pt x="0" y="4363327"/>
                </a:lnTo>
                <a:lnTo>
                  <a:pt x="4498517" y="4363327"/>
                </a:lnTo>
                <a:lnTo>
                  <a:pt x="8851917" y="0"/>
                </a:lnTo>
                <a:lnTo>
                  <a:pt x="0" y="0"/>
                </a:lnTo>
                <a:close/>
              </a:path>
            </a:pathLst>
          </a:custGeom>
          <a:solidFill>
            <a:srgbClr val="89D1FF"/>
          </a:solidFill>
          <a:ln w="1523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72 Brand" panose="020B0504030603020204" pitchFamily="34" charset="0"/>
            </a:endParaRPr>
          </a:p>
        </p:txBody>
      </p:sp>
      <p:sp>
        <p:nvSpPr>
          <p:cNvPr id="6" name="Title">
            <a:extLst>
              <a:ext uri="{FF2B5EF4-FFF2-40B4-BE49-F238E27FC236}">
                <a16:creationId xmlns:a16="http://schemas.microsoft.com/office/drawing/2014/main" id="{729E6C33-847C-5792-E2BD-5963C662ECE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55738" y="3256398"/>
            <a:ext cx="9282112" cy="646112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>
              <a:lnSpc>
                <a:spcPct val="100000"/>
              </a:lnSpc>
              <a:defRPr sz="3600" b="0" i="0">
                <a:solidFill>
                  <a:schemeClr val="tx1"/>
                </a:solidFill>
                <a:latin typeface="72 Brand Medium" panose="020B0504030603020204" pitchFamily="34" charset="0"/>
              </a:defRPr>
            </a:lvl1pPr>
          </a:lstStyle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/>
              <a:t>“Add Quote”</a:t>
            </a:r>
            <a:endParaRPr lang="de-DE" sz="3600" kern="0" err="1">
              <a:ea typeface="72 Brand" pitchFamily="34" charset="-128"/>
              <a:cs typeface="72 Brand" pitchFamily="34" charset="-128"/>
            </a:endParaRP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F45BB20-CC77-71AE-A785-DCD42C2AECF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409825" y="5832475"/>
            <a:ext cx="8328025" cy="520700"/>
          </a:xfrm>
        </p:spPr>
        <p:txBody>
          <a:bodyPr/>
          <a:lstStyle>
            <a:lvl1pPr>
              <a:defRPr sz="1400"/>
            </a:lvl1pPr>
          </a:lstStyle>
          <a:p>
            <a:pPr lvl="0"/>
            <a:r>
              <a:rPr lang="en-GB"/>
              <a:t>Speaker,</a:t>
            </a:r>
          </a:p>
          <a:p>
            <a:pPr lvl="0"/>
            <a:r>
              <a:rPr lang="en-GB"/>
              <a:t>Company, Role</a:t>
            </a:r>
            <a:endParaRPr lang="en-DE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E96E6B39-45BC-B141-4D4B-63CD006D461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03238" y="503238"/>
            <a:ext cx="11183937" cy="370800"/>
          </a:xfrm>
        </p:spPr>
        <p:txBody>
          <a:bodyPr/>
          <a:lstStyle>
            <a:lvl1pPr>
              <a:defRPr sz="2400">
                <a:latin typeface="72 Brand Medium" panose="020B0604030603020204" pitchFamily="34" charset="0"/>
              </a:defRPr>
            </a:lvl1pPr>
          </a:lstStyle>
          <a:p>
            <a:pPr lvl="0"/>
            <a:r>
              <a:rPr lang="en-GB"/>
              <a:t>Insert page title (sentence case)</a:t>
            </a:r>
          </a:p>
        </p:txBody>
      </p:sp>
      <p:sp>
        <p:nvSpPr>
          <p:cNvPr id="14" name="Slide number">
            <a:extLst>
              <a:ext uri="{FF2B5EF4-FFF2-40B4-BE49-F238E27FC236}">
                <a16:creationId xmlns:a16="http://schemas.microsoft.com/office/drawing/2014/main" id="{5F0AAD8A-B1FC-600E-7D99-98736F5CDDB9}"/>
              </a:ext>
            </a:extLst>
          </p:cNvPr>
          <p:cNvSpPr txBox="1"/>
          <p:nvPr userDrawn="1"/>
        </p:nvSpPr>
        <p:spPr bwMode="black">
          <a:xfrm>
            <a:off x="11546207" y="6536751"/>
            <a:ext cx="144270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de-DE"/>
            </a:defPPr>
            <a:lvl1pPr marL="84138" indent="-84138">
              <a:buClr>
                <a:schemeClr val="tx1"/>
              </a:buClr>
              <a:buFont typeface="Arial" pitchFamily="34" charset="0"/>
              <a:buChar char="©"/>
              <a:tabLst/>
              <a:defRPr sz="600"/>
            </a:lvl1pPr>
          </a:lstStyle>
          <a:p>
            <a:pPr marL="0" lvl="0" indent="0" algn="r">
              <a:buNone/>
            </a:pPr>
            <a:fld id="{0BDC132A-5C91-4078-9777-31DA19A62E0A}" type="slidenum">
              <a:rPr lang="en-US" sz="900" b="0" i="0" noProof="0" smtClean="0">
                <a:latin typeface="+mn-lt"/>
              </a:rPr>
              <a:pPr marL="0" lvl="0" indent="0" algn="r">
                <a:buNone/>
              </a:pPr>
              <a:t>‹#›</a:t>
            </a:fld>
            <a:endParaRPr lang="en-US" sz="900" b="0" i="0" noProof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76870121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4" orient="horz" pos="2341">
          <p15:clr>
            <a:srgbClr val="FBAE40"/>
          </p15:clr>
        </p15:guide>
        <p15:guide id="7" orient="horz" pos="3475" userDrawn="1">
          <p15:clr>
            <a:srgbClr val="FBAE40"/>
          </p15:clr>
        </p15:guide>
        <p15:guide id="8" orient="horz" pos="323" userDrawn="1">
          <p15:clr>
            <a:srgbClr val="FBAE40"/>
          </p15:clr>
        </p15:guide>
        <p15:guide id="9" orient="horz" pos="550" userDrawn="1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 &amp; A">
    <p:bg>
      <p:bgPr>
        <a:solidFill>
          <a:srgbClr val="D1E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">
            <a:extLst>
              <a:ext uri="{FF2B5EF4-FFF2-40B4-BE49-F238E27FC236}">
                <a16:creationId xmlns:a16="http://schemas.microsoft.com/office/drawing/2014/main" id="{729E6C33-847C-5792-E2BD-5963C662ECE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3238" y="2781300"/>
            <a:ext cx="4765675" cy="646112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>
              <a:lnSpc>
                <a:spcPct val="100000"/>
              </a:lnSpc>
              <a:defRPr sz="3600" b="0" i="0">
                <a:solidFill>
                  <a:schemeClr val="tx1"/>
                </a:solidFill>
                <a:latin typeface="72 Brand Medium" panose="020B0504030603020204" pitchFamily="34" charset="0"/>
              </a:defRPr>
            </a:lvl1pPr>
          </a:lstStyle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/>
              <a:t>What's On Your Mind?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E96E6B39-45BC-B141-4D4B-63CD006D461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03238" y="503238"/>
            <a:ext cx="11183937" cy="370800"/>
          </a:xfrm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72 Brand Medium" panose="020B0604030603020204" pitchFamily="34" charset="0"/>
              </a:defRPr>
            </a:lvl1pPr>
          </a:lstStyle>
          <a:p>
            <a:pPr lvl="0"/>
            <a:r>
              <a:rPr lang="en-GB"/>
              <a:t>Insert page title (sentence case)</a:t>
            </a:r>
          </a:p>
        </p:txBody>
      </p:sp>
      <p:sp>
        <p:nvSpPr>
          <p:cNvPr id="14" name="Slide number">
            <a:extLst>
              <a:ext uri="{FF2B5EF4-FFF2-40B4-BE49-F238E27FC236}">
                <a16:creationId xmlns:a16="http://schemas.microsoft.com/office/drawing/2014/main" id="{5F0AAD8A-B1FC-600E-7D99-98736F5CDDB9}"/>
              </a:ext>
            </a:extLst>
          </p:cNvPr>
          <p:cNvSpPr txBox="1"/>
          <p:nvPr userDrawn="1"/>
        </p:nvSpPr>
        <p:spPr bwMode="black">
          <a:xfrm>
            <a:off x="11546207" y="6536751"/>
            <a:ext cx="144270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de-DE"/>
            </a:defPPr>
            <a:lvl1pPr marL="84138" indent="-84138">
              <a:buClr>
                <a:schemeClr val="tx1"/>
              </a:buClr>
              <a:buFont typeface="Arial" pitchFamily="34" charset="0"/>
              <a:buChar char="©"/>
              <a:tabLst/>
              <a:defRPr sz="600"/>
            </a:lvl1pPr>
          </a:lstStyle>
          <a:p>
            <a:pPr marL="0" lvl="0" indent="0" algn="r">
              <a:buNone/>
            </a:pPr>
            <a:fld id="{0BDC132A-5C91-4078-9777-31DA19A62E0A}" type="slidenum">
              <a:rPr lang="en-US" sz="900" b="0" i="0" noProof="0" smtClean="0">
                <a:latin typeface="+mn-lt"/>
              </a:rPr>
              <a:pPr marL="0" lvl="0" indent="0" algn="r">
                <a:buNone/>
              </a:pPr>
              <a:t>‹#›</a:t>
            </a:fld>
            <a:endParaRPr lang="en-US" sz="900" b="0" i="0" noProof="0">
              <a:latin typeface="+mn-lt"/>
            </a:endParaRP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15DED969-77E2-26AA-CB6C-CBBE1D08826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03238" y="3725638"/>
            <a:ext cx="4765675" cy="393925"/>
          </a:xfrm>
        </p:spPr>
        <p:txBody>
          <a:bodyPr/>
          <a:lstStyle>
            <a:lvl1pPr>
              <a:defRPr sz="2000">
                <a:solidFill>
                  <a:schemeClr val="tx1"/>
                </a:solidFill>
              </a:defRPr>
            </a:lvl1pPr>
            <a:lvl5pPr>
              <a:defRPr/>
            </a:lvl5pPr>
          </a:lstStyle>
          <a:p>
            <a:pPr lvl="0"/>
            <a:r>
              <a:rPr lang="en-GB"/>
              <a:t>You Ask, We Answer.</a:t>
            </a:r>
          </a:p>
        </p:txBody>
      </p:sp>
      <p:sp>
        <p:nvSpPr>
          <p:cNvPr id="15" name="Freeform 139">
            <a:extLst>
              <a:ext uri="{FF2B5EF4-FFF2-40B4-BE49-F238E27FC236}">
                <a16:creationId xmlns:a16="http://schemas.microsoft.com/office/drawing/2014/main" id="{56FC0E0D-AC3F-5FC3-96B0-FC51FA509DAC}"/>
              </a:ext>
            </a:extLst>
          </p:cNvPr>
          <p:cNvSpPr>
            <a:spLocks noChangeAspect="1"/>
          </p:cNvSpPr>
          <p:nvPr userDrawn="1"/>
        </p:nvSpPr>
        <p:spPr>
          <a:xfrm>
            <a:off x="5970588" y="1931313"/>
            <a:ext cx="5660044" cy="2829600"/>
          </a:xfrm>
          <a:custGeom>
            <a:avLst/>
            <a:gdLst>
              <a:gd name="connsiteX0" fmla="*/ 3258914 w 3582451"/>
              <a:gd name="connsiteY0" fmla="*/ 133987 h 1790958"/>
              <a:gd name="connsiteX1" fmla="*/ 1735702 w 3582451"/>
              <a:gd name="connsiteY1" fmla="*/ 1656971 h 1790958"/>
              <a:gd name="connsiteX2" fmla="*/ 134007 w 3582451"/>
              <a:gd name="connsiteY2" fmla="*/ 1656971 h 1790958"/>
              <a:gd name="connsiteX3" fmla="*/ 134007 w 3582451"/>
              <a:gd name="connsiteY3" fmla="*/ 133987 h 1790958"/>
              <a:gd name="connsiteX4" fmla="*/ 3258914 w 3582451"/>
              <a:gd name="connsiteY4" fmla="*/ 133987 h 1790958"/>
              <a:gd name="connsiteX5" fmla="*/ 3582451 w 3582451"/>
              <a:gd name="connsiteY5" fmla="*/ 0 h 1790958"/>
              <a:gd name="connsiteX6" fmla="*/ 0 w 3582451"/>
              <a:gd name="connsiteY6" fmla="*/ 0 h 1790958"/>
              <a:gd name="connsiteX7" fmla="*/ 0 w 3582451"/>
              <a:gd name="connsiteY7" fmla="*/ 1790958 h 1790958"/>
              <a:gd name="connsiteX8" fmla="*/ 1791226 w 3582451"/>
              <a:gd name="connsiteY8" fmla="*/ 1790958 h 1790958"/>
              <a:gd name="connsiteX9" fmla="*/ 3582451 w 3582451"/>
              <a:gd name="connsiteY9" fmla="*/ 0 h 1790958"/>
              <a:gd name="connsiteX10" fmla="*/ 3582451 w 3582451"/>
              <a:gd name="connsiteY10" fmla="*/ 0 h 1790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3582451" h="1790958">
                <a:moveTo>
                  <a:pt x="3258914" y="133987"/>
                </a:moveTo>
                <a:lnTo>
                  <a:pt x="1735702" y="1656971"/>
                </a:lnTo>
                <a:lnTo>
                  <a:pt x="134007" y="1656971"/>
                </a:lnTo>
                <a:lnTo>
                  <a:pt x="134007" y="133987"/>
                </a:lnTo>
                <a:lnTo>
                  <a:pt x="3258914" y="133987"/>
                </a:lnTo>
                <a:moveTo>
                  <a:pt x="3582451" y="0"/>
                </a:moveTo>
                <a:lnTo>
                  <a:pt x="0" y="0"/>
                </a:lnTo>
                <a:lnTo>
                  <a:pt x="0" y="1790958"/>
                </a:lnTo>
                <a:lnTo>
                  <a:pt x="1791226" y="1790958"/>
                </a:lnTo>
                <a:lnTo>
                  <a:pt x="3582451" y="0"/>
                </a:lnTo>
                <a:lnTo>
                  <a:pt x="3582451" y="0"/>
                </a:lnTo>
                <a:close/>
              </a:path>
            </a:pathLst>
          </a:custGeom>
          <a:solidFill>
            <a:srgbClr val="1B90FF"/>
          </a:solidFill>
          <a:ln w="4467" cap="flat">
            <a:noFill/>
            <a:prstDash val="solid"/>
            <a:miter/>
          </a:ln>
        </p:spPr>
        <p:txBody>
          <a:bodyPr rtlCol="0" anchor="ctr"/>
          <a:lstStyle/>
          <a:p>
            <a:pPr defTabSz="1088654"/>
            <a:endParaRPr lang="en-US" sz="2100">
              <a:solidFill>
                <a:srgbClr val="000000"/>
              </a:solidFill>
              <a:latin typeface="72 Brand" panose="020B05040306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0874458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4" orient="horz" pos="2341">
          <p15:clr>
            <a:srgbClr val="FBAE40"/>
          </p15:clr>
        </p15:guide>
        <p15:guide id="7" orient="horz" pos="1752" userDrawn="1">
          <p15:clr>
            <a:srgbClr val="FBAE40"/>
          </p15:clr>
        </p15:guide>
        <p15:guide id="8" orient="horz" pos="323">
          <p15:clr>
            <a:srgbClr val="FBAE40"/>
          </p15:clr>
        </p15:guide>
        <p15:guide id="9" orient="horz" pos="550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B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3364293" y="4024430"/>
            <a:ext cx="5466588" cy="99842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 algn="ctr">
              <a:lnSpc>
                <a:spcPct val="90000"/>
              </a:lnSpc>
              <a:defRPr lang="de-DE" sz="5500" b="0" i="0" dirty="0">
                <a:latin typeface="72 Brand Medium" panose="020B0504030603020204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Thank you.</a:t>
            </a:r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4FA78832-C268-4EC5-BB82-7F9D7F5B51B2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0" y="-1"/>
            <a:ext cx="12195175" cy="3430800"/>
          </a:xfrm>
        </p:spPr>
        <p:txBody>
          <a:bodyPr anchor="ctr" anchorCtr="0"/>
          <a:lstStyle>
            <a:lvl1pPr marL="0" marR="0" indent="0" algn="ctr" defTabSz="1088558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1"/>
              </a:buClr>
              <a:buSzPct val="80000"/>
              <a:buFontTx/>
              <a:buNone/>
              <a:tabLst/>
              <a:defRPr/>
            </a:lvl1pPr>
          </a:lstStyle>
          <a:p>
            <a:pPr marL="0" marR="0" lvl="0" indent="0" algn="ctr" defTabSz="1088558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1"/>
              </a:buClr>
              <a:buSzPct val="80000"/>
              <a:buFontTx/>
              <a:buNone/>
              <a:tabLst/>
              <a:defRPr/>
            </a:pPr>
            <a:r>
              <a:rPr lang="en-US"/>
              <a:t>Click to insert picture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EC35C5B-3872-7864-2787-0C648AA99BB6}"/>
              </a:ext>
            </a:extLst>
          </p:cNvPr>
          <p:cNvSpPr/>
          <p:nvPr userDrawn="1"/>
        </p:nvSpPr>
        <p:spPr bwMode="gray">
          <a:xfrm>
            <a:off x="11296650" y="6494825"/>
            <a:ext cx="898525" cy="360000"/>
          </a:xfrm>
          <a:prstGeom prst="rect">
            <a:avLst/>
          </a:prstGeom>
          <a:solidFill>
            <a:schemeClr val="bg1"/>
          </a:solidFill>
          <a:ln w="28575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R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endParaRPr kumimoji="0" lang="en-DE" sz="1400" b="0" i="0" u="none" strike="noStrike" kern="0" cap="none" spc="0" normalizeH="0" baseline="0" noProof="0" err="1">
              <a:ln>
                <a:noFill/>
              </a:ln>
              <a:effectLst/>
              <a:uLnTx/>
              <a:uFillTx/>
              <a:latin typeface="+mn-lt"/>
              <a:ea typeface="72 Brand" pitchFamily="34" charset="-128"/>
              <a:cs typeface="72 Brand" pitchFamily="34" charset="-128"/>
            </a:endParaRPr>
          </a:p>
        </p:txBody>
      </p:sp>
      <p:pic>
        <p:nvPicPr>
          <p:cNvPr id="4" name="Picture 3" descr="File:Logo Ziyo.png">
            <a:extLst>
              <a:ext uri="{FF2B5EF4-FFF2-40B4-BE49-F238E27FC236}">
                <a16:creationId xmlns:a16="http://schemas.microsoft.com/office/drawing/2014/main" id="{A02F3090-399D-7BA0-BF93-1572FC1A27E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097654" y="3929024"/>
            <a:ext cx="1866754" cy="844099"/>
          </a:xfrm>
          <a:prstGeom prst="rect">
            <a:avLst/>
          </a:prstGeom>
        </p:spPr>
      </p:pic>
      <p:pic>
        <p:nvPicPr>
          <p:cNvPr id="5" name="LogoWhite-Dynamic" descr="{&quot;templafy&quot;:{&quot;id&quot;:&quot;6d5d147f-96be-424e-b54a-e907ed10c5df&quot;}}">
            <a:extLst>
              <a:ext uri="{FF2B5EF4-FFF2-40B4-BE49-F238E27FC236}">
                <a16:creationId xmlns:a16="http://schemas.microsoft.com/office/drawing/2014/main" id="{D16479FC-8799-B55A-F466-58CE17E2B90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94240" y="4024430"/>
            <a:ext cx="1319627" cy="6532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596775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3" orient="horz" pos="2162">
          <p15:clr>
            <a:srgbClr val="FBAE40"/>
          </p15:clr>
        </p15:guide>
        <p15:guide id="4" pos="326" userDrawn="1">
          <p15:clr>
            <a:srgbClr val="A4A3A4"/>
          </p15:clr>
        </p15:guide>
        <p15:guide id="5" orient="horz" pos="2534">
          <p15:clr>
            <a:srgbClr val="FBAE40"/>
          </p15:clr>
        </p15:guide>
        <p15:guide id="6" orient="horz" pos="3164">
          <p15:clr>
            <a:srgbClr val="FBAE40"/>
          </p15:clr>
        </p15:guide>
        <p15:guide id="7" orient="horz" pos="3232">
          <p15:clr>
            <a:srgbClr val="FBAE40"/>
          </p15:clr>
        </p15:guide>
        <p15:guide id="8" orient="horz" pos="3543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ser guide TIPS &amp; TRIC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B8A4BFCE-B81D-CBD1-C182-360E8B61B7D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-57173"/>
          <a:stretch/>
        </p:blipFill>
        <p:spPr>
          <a:xfrm>
            <a:off x="8283791" y="1604962"/>
            <a:ext cx="343400" cy="568302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0B9183E9-C13E-58A0-4347-EB86D2AEA0F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129588" y="2073216"/>
            <a:ext cx="651804" cy="347377"/>
          </a:xfrm>
          <a:prstGeom prst="rect">
            <a:avLst/>
          </a:prstGeom>
        </p:spPr>
      </p:pic>
      <p:sp>
        <p:nvSpPr>
          <p:cNvPr id="23" name="Text Box 3">
            <a:extLst>
              <a:ext uri="{FF2B5EF4-FFF2-40B4-BE49-F238E27FC236}">
                <a16:creationId xmlns:a16="http://schemas.microsoft.com/office/drawing/2014/main" id="{19798472-DC87-414E-BC4E-CFAF99EF0ED7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3105509" y="1142617"/>
            <a:ext cx="2177030" cy="4924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144000" bIns="0" anchor="t" anchorCtr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GB" sz="1200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PICTURES</a:t>
            </a:r>
            <a:endParaRPr lang="en-GB" sz="1400">
              <a:solidFill>
                <a:srgbClr val="000000"/>
              </a:solidFill>
              <a:latin typeface="+mn-lt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GB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Insert corporate picture from Templafy</a:t>
            </a:r>
            <a:endParaRPr lang="en-GB" altLang="da-DK" sz="900" b="0" noProof="1">
              <a:solidFill>
                <a:srgbClr val="000000"/>
              </a:solidFill>
              <a:latin typeface="+mn-lt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GB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1.</a:t>
            </a:r>
            <a: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 Click the blue </a:t>
            </a:r>
            <a:r>
              <a:rPr lang="en-GB" altLang="da-DK" sz="900" b="1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Templafy </a:t>
            </a:r>
            <a:r>
              <a:rPr lang="en-GB" altLang="da-DK" sz="900" b="0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button to view Templafy pane on right side of the screen, if it is not already there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GB" altLang="da-DK" sz="900" b="1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2. </a:t>
            </a:r>
            <a:r>
              <a:rPr lang="en-GB" altLang="da-DK" sz="900" b="0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Select picture placeholder by clicking on the frame (at the edge)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GB" altLang="da-DK" sz="900" b="1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3</a:t>
            </a:r>
            <a:r>
              <a:rPr lang="en-GB" altLang="da-DK" sz="900" b="0" baseline="0" noProof="1">
                <a:solidFill>
                  <a:srgbClr val="000000"/>
                </a:solidFill>
                <a:latin typeface="+mn-lt"/>
                <a:cs typeface="Lundbeck Display" panose="020B0402040504020204" pitchFamily="34" charset="0"/>
              </a:rPr>
              <a:t> Click the </a:t>
            </a:r>
            <a:r>
              <a:rPr lang="en-GB" altLang="da-DK" sz="900" b="1" baseline="0" noProof="1">
                <a:solidFill>
                  <a:srgbClr val="000000"/>
                </a:solidFill>
                <a:latin typeface="+mn-lt"/>
                <a:cs typeface="Lundbeck Display" panose="020B0402040504020204" pitchFamily="34" charset="0"/>
              </a:rPr>
              <a:t>Images </a:t>
            </a:r>
            <a:r>
              <a:rPr lang="en-GB" altLang="da-DK" sz="900" b="0" i="0" baseline="0" noProof="1">
                <a:solidFill>
                  <a:srgbClr val="000000"/>
                </a:solidFill>
                <a:latin typeface="+mn-lt"/>
                <a:cs typeface="Lundbeck Display" panose="020B0402040504020204" pitchFamily="34" charset="0"/>
              </a:rPr>
              <a:t>button</a:t>
            </a:r>
            <a:r>
              <a:rPr lang="en-GB" altLang="da-DK" sz="900" b="0" baseline="0" noProof="1">
                <a:solidFill>
                  <a:srgbClr val="000000"/>
                </a:solidFill>
                <a:latin typeface="+mn-lt"/>
                <a:cs typeface="Lundbeck Display" panose="020B0402040504020204" pitchFamily="34" charset="0"/>
              </a:rPr>
              <a:t> in the Templafy pane</a:t>
            </a:r>
            <a:endParaRPr lang="en-GB" altLang="da-DK" sz="900" b="0" baseline="0" noProof="1">
              <a:solidFill>
                <a:srgbClr val="000000"/>
              </a:solidFill>
              <a:latin typeface="+mn-lt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GB" altLang="da-DK" sz="900" b="1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Hint: </a:t>
            </a:r>
            <a:r>
              <a:rPr lang="en-GB" altLang="da-DK" sz="900" b="0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You can search for images in the search field.</a:t>
            </a:r>
            <a:br>
              <a:rPr lang="en-GB" altLang="da-DK" sz="900" b="0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</a:br>
            <a:endParaRPr lang="en-GB" altLang="da-DK" sz="900" noProof="1">
              <a:solidFill>
                <a:srgbClr val="000000"/>
              </a:solidFill>
              <a:latin typeface="+mn-lt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GB" altLang="da-DK" sz="900" b="1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Insert picture from other location</a:t>
            </a:r>
          </a:p>
          <a:p>
            <a:pPr eaLnBrk="1" hangingPunct="1">
              <a:lnSpc>
                <a:spcPct val="100000"/>
              </a:lnSpc>
              <a:spcAft>
                <a:spcPts val="600"/>
              </a:spcAft>
              <a:defRPr/>
            </a:pPr>
            <a: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On slides with pictureplaceholder, click on the icon and choose </a:t>
            </a:r>
            <a:r>
              <a:rPr lang="en-GB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Insert </a:t>
            </a:r>
            <a: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to browse for picture</a:t>
            </a:r>
            <a:endParaRPr lang="en-GB" altLang="da-DK" sz="900" b="1" noProof="1">
              <a:solidFill>
                <a:srgbClr val="000000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100000"/>
              </a:lnSpc>
              <a:spcBef>
                <a:spcPts val="1200"/>
              </a:spcBef>
              <a:spcAft>
                <a:spcPts val="600"/>
              </a:spcAft>
              <a:defRPr/>
            </a:pPr>
            <a:r>
              <a:rPr lang="en-GB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Crop picture</a:t>
            </a:r>
          </a:p>
          <a:p>
            <a:pPr eaLnBrk="1" hangingPunct="1">
              <a:lnSpc>
                <a:spcPct val="100000"/>
              </a:lnSpc>
              <a:spcAft>
                <a:spcPts val="600"/>
              </a:spcAft>
              <a:defRPr/>
            </a:pPr>
            <a:r>
              <a:rPr lang="en-GB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1. </a:t>
            </a:r>
            <a: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Click </a:t>
            </a:r>
            <a:r>
              <a:rPr lang="en-GB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Crop</a:t>
            </a:r>
            <a: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 to change size or focus of the picture</a:t>
            </a:r>
          </a:p>
          <a:p>
            <a:pPr eaLnBrk="1" hangingPunct="1">
              <a:lnSpc>
                <a:spcPct val="100000"/>
              </a:lnSpc>
              <a:spcAft>
                <a:spcPts val="600"/>
              </a:spcAft>
              <a:defRPr/>
            </a:pPr>
            <a:r>
              <a:rPr lang="en-GB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2. </a:t>
            </a:r>
            <a: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If you want to scale the picture, hold </a:t>
            </a:r>
            <a:r>
              <a:rPr lang="en-GB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SHIFT</a:t>
            </a:r>
            <a: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-key down while dragging the corners of the picture</a:t>
            </a:r>
          </a:p>
          <a:p>
            <a:pPr eaLnBrk="1" hangingPunct="1">
              <a:lnSpc>
                <a:spcPct val="100000"/>
              </a:lnSpc>
              <a:spcAft>
                <a:spcPts val="600"/>
              </a:spcAft>
              <a:defRPr/>
            </a:pPr>
            <a:r>
              <a:rPr lang="en-GB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HINT: </a:t>
            </a:r>
            <a: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If you delete the picture and insert a new one, the picture may lie in front of the text or graphic. If this happens, select the picture, right-click and choose </a:t>
            </a:r>
            <a:r>
              <a:rPr lang="en-GB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Send to Back</a:t>
            </a:r>
          </a:p>
        </p:txBody>
      </p:sp>
      <p:sp>
        <p:nvSpPr>
          <p:cNvPr id="42" name="Text Box 2">
            <a:extLst>
              <a:ext uri="{FF2B5EF4-FFF2-40B4-BE49-F238E27FC236}">
                <a16:creationId xmlns:a16="http://schemas.microsoft.com/office/drawing/2014/main" id="{00AD0EBC-0A41-4B26-9D79-79E0C00BBA85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503238" y="1142617"/>
            <a:ext cx="1741943" cy="47956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144000" bIns="0" anchor="t" anchorCtr="0">
            <a:no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GB" sz="1200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TEXT STYLES</a:t>
            </a:r>
            <a:endParaRPr lang="en-GB" altLang="da-DK" sz="1200" b="0" noProof="1">
              <a:solidFill>
                <a:srgbClr val="000000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spcAft>
                <a:spcPts val="600"/>
              </a:spcAft>
              <a:defRPr/>
            </a:pPr>
            <a: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Use the </a:t>
            </a:r>
            <a:r>
              <a:rPr lang="en-GB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TAB</a:t>
            </a:r>
            <a: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-key</a:t>
            </a:r>
            <a:r>
              <a:rPr lang="en-GB" altLang="da-DK" sz="900" b="0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 to jump through levels. Click </a:t>
            </a:r>
            <a:r>
              <a:rPr lang="en-GB" altLang="da-DK" sz="900" b="1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ENTER</a:t>
            </a:r>
            <a:r>
              <a:rPr lang="en-GB" altLang="da-DK" sz="900" b="0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, then </a:t>
            </a:r>
            <a:r>
              <a:rPr lang="en-GB" altLang="da-DK" sz="900" b="1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TAB</a:t>
            </a:r>
            <a:r>
              <a:rPr lang="en-GB" altLang="da-DK" sz="900" b="0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 to switch from one level to the next level</a:t>
            </a:r>
          </a:p>
          <a:p>
            <a:pPr eaLnBrk="1" hangingPunct="1">
              <a:spcAft>
                <a:spcPts val="600"/>
              </a:spcAft>
              <a:defRPr/>
            </a:pPr>
            <a:r>
              <a:rPr lang="en-GB" altLang="da-DK" sz="900" b="0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To go back in levels use </a:t>
            </a:r>
            <a:r>
              <a:rPr lang="en-GB" altLang="da-DK" sz="900" b="1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SHIFT+TAB</a:t>
            </a:r>
            <a:endParaRPr lang="en-GB" sz="900" b="1" noProof="1">
              <a:solidFill>
                <a:srgbClr val="000000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spcAft>
                <a:spcPts val="600"/>
              </a:spcAft>
              <a:defRPr/>
            </a:pPr>
            <a:r>
              <a:rPr lang="en-GB" sz="90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Alternatively, </a:t>
            </a:r>
            <a:r>
              <a:rPr lang="en-GB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Increase</a:t>
            </a:r>
            <a:r>
              <a:rPr lang="en-GB" sz="900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 and </a:t>
            </a:r>
            <a:r>
              <a:rPr lang="en-GB" sz="900" b="1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Decrease </a:t>
            </a:r>
            <a:r>
              <a:rPr lang="en-GB" sz="900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list level can be used</a:t>
            </a:r>
          </a:p>
          <a:p>
            <a:pPr eaLnBrk="1" hangingPunct="1">
              <a:spcAft>
                <a:spcPts val="600"/>
              </a:spcAft>
              <a:defRPr/>
            </a:pPr>
            <a:r>
              <a:rPr lang="en-GB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HINT: </a:t>
            </a:r>
            <a:r>
              <a:rPr lang="en-GB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Use bullet button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Delete bullet for regular text.</a:t>
            </a:r>
            <a:b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</a:br>
            <a: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Click on the bullet button to reaply the correct bullet again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b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</a:br>
            <a:r>
              <a:rPr lang="en-GB" sz="1200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SLIDES &amp; LAYOUTS</a:t>
            </a:r>
            <a:endParaRPr lang="en-GB" sz="1200" b="1" noProof="1">
              <a:solidFill>
                <a:srgbClr val="000000"/>
              </a:solidFill>
              <a:latin typeface="+mn-lt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Click on the menu </a:t>
            </a:r>
            <a:r>
              <a:rPr lang="en-GB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New Slide </a:t>
            </a:r>
            <a: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in the </a:t>
            </a:r>
            <a:r>
              <a:rPr lang="en-GB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Home</a:t>
            </a:r>
            <a: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 tab to insert a new slide</a:t>
            </a:r>
            <a:b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</a:br>
            <a:b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</a:br>
            <a:r>
              <a:rPr lang="en-GB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Change layout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GB" sz="900" noProof="1">
                <a:solidFill>
                  <a:srgbClr val="000000"/>
                </a:solidFill>
                <a:latin typeface="+mn-lt"/>
                <a:ea typeface="Arial" panose="020B0604020202020204" pitchFamily="34" charset="0"/>
                <a:cs typeface="Arial" panose="020B0604020202020204" pitchFamily="34" charset="0"/>
              </a:rPr>
              <a:t>Click on the arrow next to </a:t>
            </a:r>
            <a:r>
              <a:rPr lang="en-GB" sz="900" b="1" noProof="1">
                <a:solidFill>
                  <a:srgbClr val="000000"/>
                </a:solidFill>
                <a:latin typeface="+mn-lt"/>
                <a:ea typeface="Arial" panose="020B0604020202020204" pitchFamily="34" charset="0"/>
                <a:cs typeface="Arial" panose="020B0604020202020204" pitchFamily="34" charset="0"/>
              </a:rPr>
              <a:t>Layout </a:t>
            </a:r>
            <a:r>
              <a:rPr lang="en-GB" sz="900" noProof="1">
                <a:solidFill>
                  <a:srgbClr val="000000"/>
                </a:solidFill>
                <a:latin typeface="+mn-lt"/>
                <a:ea typeface="Arial" panose="020B0604020202020204" pitchFamily="34" charset="0"/>
                <a:cs typeface="Arial" panose="020B0604020202020204" pitchFamily="34" charset="0"/>
              </a:rPr>
              <a:t>to view a dropdown menu of possible slide layouts</a:t>
            </a:r>
            <a:br>
              <a:rPr lang="en-GB" altLang="da-DK" sz="900" b="0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</a:br>
            <a:br>
              <a:rPr lang="en-GB" altLang="da-DK" sz="900" b="0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</a:br>
            <a:r>
              <a:rPr lang="en-GB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Reset slide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+mj-lt"/>
              <a:buNone/>
              <a:tabLst/>
              <a:defRPr/>
            </a:pPr>
            <a:r>
              <a:rPr lang="en-GB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1. </a:t>
            </a:r>
            <a:r>
              <a:rPr lang="en-GB" altLang="da-DK" sz="90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Click the </a:t>
            </a:r>
            <a:r>
              <a:rPr lang="en-GB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Home</a:t>
            </a:r>
            <a:r>
              <a:rPr lang="en-GB" altLang="da-DK" sz="90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 tab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+mj-lt"/>
              <a:buNone/>
              <a:tabLst/>
              <a:defRPr/>
            </a:pPr>
            <a:r>
              <a:rPr lang="en-GB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2. </a:t>
            </a:r>
            <a:r>
              <a:rPr lang="en-GB" altLang="da-DK" sz="90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Click the </a:t>
            </a:r>
            <a:r>
              <a:rPr lang="en-GB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Reset</a:t>
            </a:r>
            <a:r>
              <a:rPr lang="en-GB" altLang="da-DK" sz="90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 menu to reset position, size and formatting of the slide placeholders to their default settings</a:t>
            </a:r>
          </a:p>
          <a:p>
            <a:pPr eaLnBrk="1" hangingPunct="1">
              <a:spcAft>
                <a:spcPts val="600"/>
              </a:spcAft>
              <a:defRPr/>
            </a:pPr>
            <a:endParaRPr lang="en-GB" altLang="da-DK" sz="900" b="0" noProof="1">
              <a:solidFill>
                <a:srgbClr val="000000"/>
              </a:solidFill>
              <a:latin typeface="+mn-lt"/>
              <a:cs typeface="Arial" panose="020B0604020202020204" pitchFamily="34" charset="0"/>
            </a:endParaRPr>
          </a:p>
        </p:txBody>
      </p:sp>
      <p:pic>
        <p:nvPicPr>
          <p:cNvPr id="46" name="Picture 29">
            <a:extLst>
              <a:ext uri="{FF2B5EF4-FFF2-40B4-BE49-F238E27FC236}">
                <a16:creationId xmlns:a16="http://schemas.microsoft.com/office/drawing/2014/main" id="{6B35B93D-CCEE-48AF-A769-8729CC05BE8A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251212" y="2382611"/>
            <a:ext cx="457262" cy="257143"/>
          </a:xfrm>
          <a:prstGeom prst="rect">
            <a:avLst/>
          </a:prstGeom>
        </p:spPr>
      </p:pic>
      <p:pic>
        <p:nvPicPr>
          <p:cNvPr id="55" name="Picture 16">
            <a:extLst>
              <a:ext uri="{FF2B5EF4-FFF2-40B4-BE49-F238E27FC236}">
                <a16:creationId xmlns:a16="http://schemas.microsoft.com/office/drawing/2014/main" id="{A13B127D-1BE4-4C8F-96F6-59C8D10D8F4E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2251212" y="3852636"/>
            <a:ext cx="328967" cy="505501"/>
          </a:xfrm>
          <a:prstGeom prst="rect">
            <a:avLst/>
          </a:prstGeom>
        </p:spPr>
      </p:pic>
      <p:pic>
        <p:nvPicPr>
          <p:cNvPr id="56" name="Picture 20">
            <a:extLst>
              <a:ext uri="{FF2B5EF4-FFF2-40B4-BE49-F238E27FC236}">
                <a16:creationId xmlns:a16="http://schemas.microsoft.com/office/drawing/2014/main" id="{5730DD9A-26F6-4C14-AE7D-221D2B3F38DD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2251212" y="5922364"/>
            <a:ext cx="538605" cy="172841"/>
          </a:xfrm>
          <a:prstGeom prst="rect">
            <a:avLst/>
          </a:prstGeom>
        </p:spPr>
      </p:pic>
      <p:pic>
        <p:nvPicPr>
          <p:cNvPr id="57" name="Picture 19">
            <a:extLst>
              <a:ext uri="{FF2B5EF4-FFF2-40B4-BE49-F238E27FC236}">
                <a16:creationId xmlns:a16="http://schemas.microsoft.com/office/drawing/2014/main" id="{E210FBD4-B8B9-4AFA-9670-2FEBAA1CF374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5259301" y="4485830"/>
            <a:ext cx="313870" cy="543900"/>
          </a:xfrm>
          <a:prstGeom prst="rect">
            <a:avLst/>
          </a:prstGeom>
        </p:spPr>
      </p:pic>
      <p:sp>
        <p:nvSpPr>
          <p:cNvPr id="61" name="Text Box 4">
            <a:extLst>
              <a:ext uri="{FF2B5EF4-FFF2-40B4-BE49-F238E27FC236}">
                <a16:creationId xmlns:a16="http://schemas.microsoft.com/office/drawing/2014/main" id="{DD6A81B7-1FEE-46CF-A623-23E99CFEAFBC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6238181" y="1142617"/>
            <a:ext cx="2176236" cy="27699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144000" bIns="0" anchor="t" anchorCtr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GB" sz="1200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SLIDES &amp; SLIDE ELEMENTS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GB" altLang="da-DK" sz="900" b="0" noProof="1">
                <a:solidFill>
                  <a:srgbClr val="000000"/>
                </a:solidFill>
                <a:latin typeface="+mn-lt"/>
                <a:cs typeface="Lundbeck Display" panose="020B0402040504020204" pitchFamily="34" charset="0"/>
              </a:rPr>
              <a:t>Insert predefined slides and elements using the Templafy pane. Choose </a:t>
            </a:r>
            <a:r>
              <a:rPr lang="en-GB" altLang="da-DK" sz="900" b="1" noProof="1">
                <a:solidFill>
                  <a:srgbClr val="000000"/>
                </a:solidFill>
                <a:latin typeface="+mn-lt"/>
                <a:cs typeface="Lundbeck Display" panose="020B0402040504020204" pitchFamily="34" charset="0"/>
              </a:rPr>
              <a:t>Slides</a:t>
            </a:r>
            <a:r>
              <a:rPr lang="en-GB" altLang="da-DK" sz="900" b="0" noProof="1">
                <a:solidFill>
                  <a:srgbClr val="000000"/>
                </a:solidFill>
                <a:latin typeface="+mn-lt"/>
                <a:cs typeface="Lundbeck Display" panose="020B0402040504020204" pitchFamily="34" charset="0"/>
              </a:rPr>
              <a:t> or </a:t>
            </a:r>
            <a:r>
              <a:rPr lang="en-GB" altLang="da-DK" sz="900" b="1" noProof="1">
                <a:solidFill>
                  <a:srgbClr val="000000"/>
                </a:solidFill>
                <a:latin typeface="+mn-lt"/>
                <a:cs typeface="Lundbeck Display" panose="020B0402040504020204" pitchFamily="34" charset="0"/>
              </a:rPr>
              <a:t>Slide elements </a:t>
            </a:r>
            <a:r>
              <a:rPr lang="en-GB" altLang="da-DK" sz="900" b="0" noProof="1">
                <a:solidFill>
                  <a:srgbClr val="000000"/>
                </a:solidFill>
                <a:latin typeface="+mn-lt"/>
                <a:cs typeface="Lundbeck Display" panose="020B0402040504020204" pitchFamily="34" charset="0"/>
              </a:rPr>
              <a:t>from the buttons in the Templafy pane on the right side of the screen</a:t>
            </a:r>
            <a:endParaRPr lang="en-GB" altLang="da-DK" sz="900" b="1" noProof="1">
              <a:solidFill>
                <a:srgbClr val="000000"/>
              </a:solidFill>
              <a:latin typeface="+mn-lt"/>
              <a:cs typeface="Lundbeck Display" panose="020B0402040504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GB" sz="1200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GUIDES</a:t>
            </a:r>
            <a:endParaRPr lang="en-GB" sz="1600" b="1" noProof="1">
              <a:solidFill>
                <a:srgbClr val="000000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100000"/>
              </a:lnSpc>
              <a:spcAft>
                <a:spcPts val="600"/>
              </a:spcAft>
              <a:defRPr/>
            </a:pPr>
            <a: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Click the </a:t>
            </a:r>
            <a:r>
              <a:rPr lang="en-GB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View</a:t>
            </a:r>
            <a: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 tab and set tick mark next to </a:t>
            </a:r>
            <a:r>
              <a:rPr lang="en-GB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Guides</a:t>
            </a:r>
            <a:endParaRPr lang="en-GB" altLang="da-DK" sz="900" b="0" noProof="1">
              <a:solidFill>
                <a:srgbClr val="000000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100000"/>
              </a:lnSpc>
              <a:spcAft>
                <a:spcPts val="600"/>
              </a:spcAft>
              <a:defRPr/>
            </a:pPr>
            <a:r>
              <a:rPr lang="en-GB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HINT: Alt + F9 </a:t>
            </a:r>
            <a: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for quick view of guides</a:t>
            </a:r>
            <a:b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</a:br>
            <a:r>
              <a:rPr lang="en-GB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Mac: </a:t>
            </a:r>
            <a:r>
              <a:rPr lang="en-GB" sz="900" b="0" i="0">
                <a:solidFill>
                  <a:srgbClr val="000000"/>
                </a:solidFill>
                <a:effectLst/>
                <a:latin typeface="+mn-lt"/>
              </a:rPr>
              <a:t>⌘ </a:t>
            </a:r>
            <a: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+ option + ctrl + G</a:t>
            </a:r>
            <a:r>
              <a:rPr lang="en-GB" altLang="da-DK" sz="898" b="0" kern="1200" noProof="1">
                <a:solidFill>
                  <a:srgbClr val="000000"/>
                </a:solidFill>
                <a:latin typeface="+mn-lt"/>
                <a:ea typeface="+mn-ea"/>
                <a:cs typeface="Arial" panose="020B0604020202020204" pitchFamily="34" charset="0"/>
              </a:rPr>
              <a:t>.</a:t>
            </a:r>
            <a:endParaRPr lang="en-GB" altLang="da-DK" sz="900" b="0" noProof="1">
              <a:solidFill>
                <a:srgbClr val="000000"/>
              </a:solidFill>
              <a:latin typeface="+mn-lt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GB" sz="1200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COLOR</a:t>
            </a:r>
            <a:br>
              <a:rPr lang="en-GB" sz="1200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</a:br>
            <a:r>
              <a:rPr lang="en-GB" sz="900" b="0" kern="1200">
                <a:solidFill>
                  <a:srgbClr val="000000"/>
                </a:solidFill>
                <a:latin typeface="+mn-lt"/>
                <a:ea typeface="+mn-ea"/>
                <a:cs typeface="Arial" panose="020B0604020202020204" pitchFamily="34" charset="0"/>
              </a:rPr>
              <a:t>Use the top colors in the Theme Colors or from the Custom Colors</a:t>
            </a:r>
            <a:endParaRPr lang="en-GB" altLang="da-DK" sz="900" b="0" kern="1200" noProof="1">
              <a:solidFill>
                <a:srgbClr val="000000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6D83AD9C-98AE-450E-B202-15860002D528}"/>
              </a:ext>
            </a:extLst>
          </p:cNvPr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2251212" y="4832123"/>
            <a:ext cx="475552" cy="176762"/>
          </a:xfrm>
          <a:prstGeom prst="rect">
            <a:avLst/>
          </a:prstGeom>
        </p:spPr>
      </p:pic>
      <p:sp>
        <p:nvSpPr>
          <p:cNvPr id="20" name="Date Placeholder 6" hidden="1">
            <a:extLst>
              <a:ext uri="{FF2B5EF4-FFF2-40B4-BE49-F238E27FC236}">
                <a16:creationId xmlns:a16="http://schemas.microsoft.com/office/drawing/2014/main" id="{56AA1691-6753-45B8-AB77-1105989467F7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540000" y="6433200"/>
            <a:ext cx="2743200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rgbClr val="FF000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27BBD34-DD59-49E1-9776-D67684F06344}" type="datetime4">
              <a:rPr lang="en-GB" smtClean="0"/>
              <a:pPr/>
              <a:t>13 October 2026</a:t>
            </a:fld>
            <a:endParaRPr lang="en-GB"/>
          </a:p>
        </p:txBody>
      </p:sp>
      <p:sp>
        <p:nvSpPr>
          <p:cNvPr id="21" name="Footer Placeholder 8" hidden="1">
            <a:extLst>
              <a:ext uri="{FF2B5EF4-FFF2-40B4-BE49-F238E27FC236}">
                <a16:creationId xmlns:a16="http://schemas.microsoft.com/office/drawing/2014/main" id="{2F8C9320-E8BF-471F-8DD3-1BC479021917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4038600" y="6433200"/>
            <a:ext cx="4114800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algn="ctr" defTabSz="914400" rtl="0" eaLnBrk="1" latinLnBrk="0" hangingPunct="1">
              <a:defRPr sz="1000" kern="1200">
                <a:solidFill>
                  <a:srgbClr val="FF000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/>
          </a:p>
        </p:txBody>
      </p:sp>
      <p:sp>
        <p:nvSpPr>
          <p:cNvPr id="22" name="Slide Number Placeholder 10" hidden="1">
            <a:extLst>
              <a:ext uri="{FF2B5EF4-FFF2-40B4-BE49-F238E27FC236}">
                <a16:creationId xmlns:a16="http://schemas.microsoft.com/office/drawing/2014/main" id="{B01A309B-80AB-481C-AE3F-3C56C2C92EE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313553" y="6433200"/>
            <a:ext cx="335521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rgbClr val="FF000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3AA811B-2EBD-4900-905E-5BE206449611}" type="slidenum">
              <a:rPr lang="en-GB" smtClean="0"/>
              <a:pPr/>
              <a:t>‹#›</a:t>
            </a:fld>
            <a:endParaRPr lang="en-GB"/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06599777-CEE9-4330-8A6A-3069D39183B6}"/>
              </a:ext>
            </a:extLst>
          </p:cNvPr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2251212" y="3134689"/>
            <a:ext cx="257210" cy="285714"/>
          </a:xfrm>
          <a:prstGeom prst="rect">
            <a:avLst/>
          </a:prstGeom>
        </p:spPr>
      </p:pic>
      <p:pic>
        <p:nvPicPr>
          <p:cNvPr id="9" name="Picture 33">
            <a:extLst>
              <a:ext uri="{FF2B5EF4-FFF2-40B4-BE49-F238E27FC236}">
                <a16:creationId xmlns:a16="http://schemas.microsoft.com/office/drawing/2014/main" id="{B03E872F-21DD-423D-B6DE-4945F155FB8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0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245589" y="3691782"/>
            <a:ext cx="341293" cy="321707"/>
          </a:xfrm>
          <a:prstGeom prst="rect">
            <a:avLst/>
          </a:prstGeom>
        </p:spPr>
      </p:pic>
      <p:sp>
        <p:nvSpPr>
          <p:cNvPr id="28" name="Text Box 3">
            <a:extLst>
              <a:ext uri="{FF2B5EF4-FFF2-40B4-BE49-F238E27FC236}">
                <a16:creationId xmlns:a16="http://schemas.microsoft.com/office/drawing/2014/main" id="{DDCB523A-48A3-4250-B4C1-AF02601BB1BD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9082088" y="1142616"/>
            <a:ext cx="2239735" cy="24314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t" anchorCtr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lnSpc>
                <a:spcPct val="100000"/>
              </a:lnSpc>
              <a:spcAft>
                <a:spcPts val="600"/>
              </a:spcAft>
              <a:defRPr/>
            </a:pPr>
            <a:r>
              <a:rPr lang="en-GB" altLang="da-DK" sz="12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COPY/PASTE CONTENT</a:t>
            </a:r>
          </a:p>
          <a:p>
            <a:pPr eaLnBrk="1" hangingPunct="1">
              <a:lnSpc>
                <a:spcPct val="100000"/>
              </a:lnSpc>
              <a:spcAft>
                <a:spcPts val="600"/>
              </a:spcAft>
              <a:defRPr/>
            </a:pPr>
            <a: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When copying old content to your new presentation, 2 options are available:</a:t>
            </a:r>
          </a:p>
          <a:p>
            <a:pPr eaLnBrk="1" hangingPunct="1">
              <a:lnSpc>
                <a:spcPct val="100000"/>
              </a:lnSpc>
              <a:spcAft>
                <a:spcPts val="600"/>
              </a:spcAft>
              <a:defRPr/>
            </a:pPr>
            <a:r>
              <a:rPr lang="en-GB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1. Best practice: </a:t>
            </a:r>
            <a: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Create a slide in your new presentation and copy </a:t>
            </a:r>
            <a:r>
              <a:rPr lang="en-GB" altLang="da-DK" sz="900" b="0" i="0" u="sng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one</a:t>
            </a:r>
            <a:r>
              <a:rPr lang="en-GB" altLang="da-DK" sz="900" b="0" i="0" u="none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 piece of content at a time (e.g. copy all text from </a:t>
            </a:r>
            <a:r>
              <a:rPr lang="en-GB" altLang="da-DK" sz="900" b="0" i="0" u="sng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one</a:t>
            </a:r>
            <a:r>
              <a:rPr lang="en-GB" altLang="da-DK" sz="900" b="0" i="0" u="none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 textbox)</a:t>
            </a:r>
            <a:endParaRPr lang="en-GB" altLang="da-DK" sz="900" b="1" i="0" u="sng" noProof="1">
              <a:solidFill>
                <a:srgbClr val="000000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100000"/>
              </a:lnSpc>
              <a:spcAft>
                <a:spcPts val="600"/>
              </a:spcAft>
              <a:defRPr/>
            </a:pPr>
            <a:r>
              <a:rPr lang="en-GB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2. </a:t>
            </a:r>
            <a: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Or copy an entire slide into your new presentation and then choose a fitting layout. When presentation is done, open an empty presentation (press Ctrl+N). Copy all slides from presentation, paste them into empty one. This will ensure that there are no extra layouts</a:t>
            </a:r>
          </a:p>
          <a:p>
            <a:pPr eaLnBrk="1" hangingPunct="1">
              <a:lnSpc>
                <a:spcPct val="100000"/>
              </a:lnSpc>
              <a:spcAft>
                <a:spcPts val="600"/>
              </a:spcAft>
              <a:defRPr/>
            </a:pPr>
            <a:endParaRPr lang="en-GB" altLang="da-DK" sz="900" b="0" noProof="1">
              <a:solidFill>
                <a:srgbClr val="000000"/>
              </a:solidFill>
              <a:latin typeface="+mn-lt"/>
              <a:cs typeface="Arial" panose="020B0604020202020204" pitchFamily="34" charset="0"/>
            </a:endParaRP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E066EECC-2461-0C49-FFE7-C164DD64926E}"/>
              </a:ext>
            </a:extLst>
          </p:cNvPr>
          <p:cNvGrpSpPr/>
          <p:nvPr userDrawn="1"/>
        </p:nvGrpSpPr>
        <p:grpSpPr>
          <a:xfrm>
            <a:off x="6251270" y="4056806"/>
            <a:ext cx="1322734" cy="2015520"/>
            <a:chOff x="6199540" y="4122121"/>
            <a:chExt cx="1322734" cy="2015520"/>
          </a:xfrm>
        </p:grpSpPr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BDFE5DB9-990F-7667-F2A7-10A554709507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1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6221970" y="4122121"/>
              <a:ext cx="1265349" cy="2015520"/>
            </a:xfrm>
            <a:prstGeom prst="rect">
              <a:avLst/>
            </a:prstGeom>
          </p:spPr>
        </p:pic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B67F39F8-AFAA-4F1A-823C-3AD53FA01A6C}"/>
                </a:ext>
              </a:extLst>
            </p:cNvPr>
            <p:cNvSpPr/>
            <p:nvPr userDrawn="1"/>
          </p:nvSpPr>
          <p:spPr>
            <a:xfrm>
              <a:off x="6199540" y="4135123"/>
              <a:ext cx="1322734" cy="322462"/>
            </a:xfrm>
            <a:prstGeom prst="rect">
              <a:avLst/>
            </a:prstGeom>
            <a:noFill/>
            <a:ln w="254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/>
              <a:endParaRPr lang="en-GB" sz="1796" err="1"/>
            </a:p>
          </p:txBody>
        </p: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71F8064C-EA32-2695-A62E-0FD19E6488D2}"/>
                </a:ext>
              </a:extLst>
            </p:cNvPr>
            <p:cNvGrpSpPr/>
            <p:nvPr userDrawn="1"/>
          </p:nvGrpSpPr>
          <p:grpSpPr>
            <a:xfrm>
              <a:off x="6264683" y="4489006"/>
              <a:ext cx="1227581" cy="430507"/>
              <a:chOff x="9633073" y="4865213"/>
              <a:chExt cx="1340678" cy="543868"/>
            </a:xfrm>
          </p:grpSpPr>
          <p:cxnSp>
            <p:nvCxnSpPr>
              <p:cNvPr id="33" name="Straight Connector 32">
                <a:extLst>
                  <a:ext uri="{FF2B5EF4-FFF2-40B4-BE49-F238E27FC236}">
                    <a16:creationId xmlns:a16="http://schemas.microsoft.com/office/drawing/2014/main" id="{275A4E6E-E1F4-43FD-B8CF-26E4922501BE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9633073" y="4865213"/>
                <a:ext cx="1340678" cy="543868"/>
              </a:xfrm>
              <a:prstGeom prst="line">
                <a:avLst/>
              </a:prstGeom>
              <a:ln w="254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Connector 33">
                <a:extLst>
                  <a:ext uri="{FF2B5EF4-FFF2-40B4-BE49-F238E27FC236}">
                    <a16:creationId xmlns:a16="http://schemas.microsoft.com/office/drawing/2014/main" id="{41D1501F-27A0-4700-9931-9C3FAB584CBF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flipV="1">
                <a:off x="9638376" y="4871464"/>
                <a:ext cx="1325413" cy="537617"/>
              </a:xfrm>
              <a:prstGeom prst="line">
                <a:avLst/>
              </a:prstGeom>
              <a:ln w="254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A5D02872-5612-DE62-3C76-69A4C63D6028}"/>
                </a:ext>
              </a:extLst>
            </p:cNvPr>
            <p:cNvGrpSpPr/>
            <p:nvPr userDrawn="1"/>
          </p:nvGrpSpPr>
          <p:grpSpPr>
            <a:xfrm>
              <a:off x="6272862" y="5981737"/>
              <a:ext cx="1210972" cy="131714"/>
              <a:chOff x="9641250" y="5721348"/>
              <a:chExt cx="1322539" cy="131714"/>
            </a:xfrm>
          </p:grpSpPr>
          <p:cxnSp>
            <p:nvCxnSpPr>
              <p:cNvPr id="35" name="Straight Connector 34">
                <a:extLst>
                  <a:ext uri="{FF2B5EF4-FFF2-40B4-BE49-F238E27FC236}">
                    <a16:creationId xmlns:a16="http://schemas.microsoft.com/office/drawing/2014/main" id="{3B373B96-DCE8-4A3E-B352-6213002B76DB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9644154" y="5721348"/>
                <a:ext cx="1319634" cy="131713"/>
              </a:xfrm>
              <a:prstGeom prst="line">
                <a:avLst/>
              </a:prstGeom>
              <a:ln w="254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Straight Connector 35">
                <a:extLst>
                  <a:ext uri="{FF2B5EF4-FFF2-40B4-BE49-F238E27FC236}">
                    <a16:creationId xmlns:a16="http://schemas.microsoft.com/office/drawing/2014/main" id="{31E09DDC-6C4A-434B-BFC0-03680F334496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flipV="1">
                <a:off x="9641250" y="5721349"/>
                <a:ext cx="1322539" cy="131713"/>
              </a:xfrm>
              <a:prstGeom prst="line">
                <a:avLst/>
              </a:prstGeom>
              <a:ln w="254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7D6A5B63-704C-D12A-FEDD-DDC178A0A966}"/>
                </a:ext>
              </a:extLst>
            </p:cNvPr>
            <p:cNvSpPr/>
            <p:nvPr userDrawn="1"/>
          </p:nvSpPr>
          <p:spPr>
            <a:xfrm>
              <a:off x="6199540" y="5068106"/>
              <a:ext cx="1322734" cy="784053"/>
            </a:xfrm>
            <a:prstGeom prst="rect">
              <a:avLst/>
            </a:prstGeom>
            <a:noFill/>
            <a:ln w="254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/>
              <a:endParaRPr lang="en-GB" sz="1796" err="1"/>
            </a:p>
          </p:txBody>
        </p:sp>
      </p:grpSp>
      <p:pic>
        <p:nvPicPr>
          <p:cNvPr id="37" name="Picture 36">
            <a:extLst>
              <a:ext uri="{FF2B5EF4-FFF2-40B4-BE49-F238E27FC236}">
                <a16:creationId xmlns:a16="http://schemas.microsoft.com/office/drawing/2014/main" id="{B7425079-9463-D918-BC58-9BB2E4C1F1F7}"/>
              </a:ext>
            </a:extLst>
          </p:cNvPr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5207406" y="2480919"/>
            <a:ext cx="417662" cy="410818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875D611D-0D6D-59ED-1752-C7417ADF4A76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5229878" y="1718612"/>
            <a:ext cx="372718" cy="501344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7801A068-E3DD-7FA1-3B63-14C6C3EFB0AB}"/>
              </a:ext>
            </a:extLst>
          </p:cNvPr>
          <p:cNvSpPr txBox="1"/>
          <p:nvPr userDrawn="1"/>
        </p:nvSpPr>
        <p:spPr>
          <a:xfrm>
            <a:off x="504001" y="309985"/>
            <a:ext cx="5560809" cy="1938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GB" sz="1400">
                <a:latin typeface="72 Brand" panose="020B0504030603020204" pitchFamily="34" charset="0"/>
              </a:rPr>
              <a:t>Delete this slide after reading</a:t>
            </a: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B0FFC81C-DE75-1214-530C-10EC7C6CE1D9}"/>
              </a:ext>
            </a:extLst>
          </p:cNvPr>
          <p:cNvCxnSpPr/>
          <p:nvPr userDrawn="1"/>
        </p:nvCxnSpPr>
        <p:spPr>
          <a:xfrm>
            <a:off x="2863780" y="1142616"/>
            <a:ext cx="0" cy="5210559"/>
          </a:xfrm>
          <a:prstGeom prst="line">
            <a:avLst/>
          </a:prstGeom>
          <a:ln w="12700">
            <a:solidFill>
              <a:srgbClr val="D1EFFF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68E604B8-AFBB-5795-1B7C-568E9E9D9EF4}"/>
              </a:ext>
            </a:extLst>
          </p:cNvPr>
          <p:cNvCxnSpPr/>
          <p:nvPr userDrawn="1"/>
        </p:nvCxnSpPr>
        <p:spPr>
          <a:xfrm>
            <a:off x="5970588" y="1142616"/>
            <a:ext cx="0" cy="5210559"/>
          </a:xfrm>
          <a:prstGeom prst="line">
            <a:avLst/>
          </a:prstGeom>
          <a:ln w="12700">
            <a:solidFill>
              <a:srgbClr val="D1EFFF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72DB3B3D-C6F0-D7B9-3B2E-EFBC939A7A54}"/>
              </a:ext>
            </a:extLst>
          </p:cNvPr>
          <p:cNvCxnSpPr/>
          <p:nvPr userDrawn="1"/>
        </p:nvCxnSpPr>
        <p:spPr>
          <a:xfrm>
            <a:off x="8829781" y="1142616"/>
            <a:ext cx="0" cy="5210559"/>
          </a:xfrm>
          <a:prstGeom prst="line">
            <a:avLst/>
          </a:prstGeom>
          <a:ln w="12700">
            <a:solidFill>
              <a:srgbClr val="D1EFFF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C95C9E5E-6280-581F-FC2E-BF17F0A6F2DE}"/>
              </a:ext>
            </a:extLst>
          </p:cNvPr>
          <p:cNvSpPr txBox="1"/>
          <p:nvPr userDrawn="1"/>
        </p:nvSpPr>
        <p:spPr>
          <a:xfrm>
            <a:off x="505575" y="537299"/>
            <a:ext cx="10728000" cy="332399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>
              <a:lnSpc>
                <a:spcPct val="90000"/>
              </a:lnSpc>
            </a:pPr>
            <a:r>
              <a:rPr lang="en-GB" sz="2400">
                <a:latin typeface="72 Brand Medium" panose="020B0604030603020204" pitchFamily="34" charset="0"/>
              </a:rPr>
              <a:t>Tips &amp; tricks – your user guide</a:t>
            </a:r>
          </a:p>
        </p:txBody>
      </p:sp>
      <p:sp>
        <p:nvSpPr>
          <p:cNvPr id="49" name="Slide number">
            <a:extLst>
              <a:ext uri="{FF2B5EF4-FFF2-40B4-BE49-F238E27FC236}">
                <a16:creationId xmlns:a16="http://schemas.microsoft.com/office/drawing/2014/main" id="{08E6B7AB-6B75-1AD1-90E9-9F668FFE5B71}"/>
              </a:ext>
            </a:extLst>
          </p:cNvPr>
          <p:cNvSpPr txBox="1"/>
          <p:nvPr userDrawn="1"/>
        </p:nvSpPr>
        <p:spPr bwMode="black">
          <a:xfrm>
            <a:off x="11546207" y="6536751"/>
            <a:ext cx="144270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de-DE"/>
            </a:defPPr>
            <a:lvl1pPr marL="84138" indent="-84138">
              <a:buClr>
                <a:schemeClr val="tx1"/>
              </a:buClr>
              <a:buFont typeface="Arial" pitchFamily="34" charset="0"/>
              <a:buChar char="©"/>
              <a:tabLst/>
              <a:defRPr sz="600"/>
            </a:lvl1pPr>
          </a:lstStyle>
          <a:p>
            <a:pPr marL="0" lvl="0" indent="0" algn="r">
              <a:buNone/>
            </a:pPr>
            <a:fld id="{0BDC132A-5C91-4078-9777-31DA19A62E0A}" type="slidenum">
              <a:rPr lang="en-US" sz="900" b="0" i="0" noProof="0" smtClean="0">
                <a:latin typeface="+mn-lt"/>
              </a:rPr>
              <a:pPr marL="0" lvl="0" indent="0" algn="r">
                <a:buNone/>
              </a:pPr>
              <a:t>‹#›</a:t>
            </a:fld>
            <a:endParaRPr lang="en-US" sz="900" b="0" i="0" noProof="0">
              <a:latin typeface="+mn-lt"/>
            </a:endParaRPr>
          </a:p>
        </p:txBody>
      </p:sp>
      <p:pic>
        <p:nvPicPr>
          <p:cNvPr id="50" name="Picture 49">
            <a:extLst>
              <a:ext uri="{FF2B5EF4-FFF2-40B4-BE49-F238E27FC236}">
                <a16:creationId xmlns:a16="http://schemas.microsoft.com/office/drawing/2014/main" id="{E41DC4AD-29D6-BA7E-0AC2-2D78A458DFDB}"/>
              </a:ext>
            </a:extLst>
          </p:cNvPr>
          <p:cNvPicPr>
            <a:picLocks noChangeAspect="1"/>
          </p:cNvPicPr>
          <p:nvPr userDrawn="1"/>
        </p:nvPicPr>
        <p:blipFill>
          <a:blip r:embed="rId1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082088" y="6085528"/>
            <a:ext cx="2606884" cy="2676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210884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ser guide SAP BRAND S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Date Placeholder 6" hidden="1">
            <a:extLst>
              <a:ext uri="{FF2B5EF4-FFF2-40B4-BE49-F238E27FC236}">
                <a16:creationId xmlns:a16="http://schemas.microsoft.com/office/drawing/2014/main" id="{56AA1691-6753-45B8-AB77-1105989467F7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540000" y="6433200"/>
            <a:ext cx="2743200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rgbClr val="FF000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27BBD34-DD59-49E1-9776-D67684F06344}" type="datetime4">
              <a:rPr lang="en-GB" smtClean="0"/>
              <a:pPr/>
              <a:t>13 October 2026</a:t>
            </a:fld>
            <a:endParaRPr lang="en-GB"/>
          </a:p>
        </p:txBody>
      </p:sp>
      <p:sp>
        <p:nvSpPr>
          <p:cNvPr id="21" name="Footer Placeholder 8" hidden="1">
            <a:extLst>
              <a:ext uri="{FF2B5EF4-FFF2-40B4-BE49-F238E27FC236}">
                <a16:creationId xmlns:a16="http://schemas.microsoft.com/office/drawing/2014/main" id="{2F8C9320-E8BF-471F-8DD3-1BC479021917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4038600" y="6433200"/>
            <a:ext cx="4114800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algn="ctr" defTabSz="914400" rtl="0" eaLnBrk="1" latinLnBrk="0" hangingPunct="1">
              <a:defRPr sz="1000" kern="1200">
                <a:solidFill>
                  <a:srgbClr val="FF000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/>
          </a:p>
        </p:txBody>
      </p:sp>
      <p:sp>
        <p:nvSpPr>
          <p:cNvPr id="22" name="Slide Number Placeholder 10" hidden="1">
            <a:extLst>
              <a:ext uri="{FF2B5EF4-FFF2-40B4-BE49-F238E27FC236}">
                <a16:creationId xmlns:a16="http://schemas.microsoft.com/office/drawing/2014/main" id="{B01A309B-80AB-481C-AE3F-3C56C2C92EE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313553" y="6433200"/>
            <a:ext cx="335521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rgbClr val="FF000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3AA811B-2EBD-4900-905E-5BE206449611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801A068-E3DD-7FA1-3B63-14C6C3EFB0AB}"/>
              </a:ext>
            </a:extLst>
          </p:cNvPr>
          <p:cNvSpPr txBox="1"/>
          <p:nvPr userDrawn="1"/>
        </p:nvSpPr>
        <p:spPr>
          <a:xfrm>
            <a:off x="504001" y="309985"/>
            <a:ext cx="5560809" cy="1938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GB" sz="1400">
                <a:latin typeface="72 Brand" panose="020B0504030603020204" pitchFamily="34" charset="0"/>
              </a:rPr>
              <a:t>Delete this slide after reading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C95C9E5E-6280-581F-FC2E-BF17F0A6F2DE}"/>
              </a:ext>
            </a:extLst>
          </p:cNvPr>
          <p:cNvSpPr txBox="1"/>
          <p:nvPr userDrawn="1"/>
        </p:nvSpPr>
        <p:spPr>
          <a:xfrm>
            <a:off x="505575" y="537299"/>
            <a:ext cx="10728000" cy="332399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>
              <a:lnSpc>
                <a:spcPct val="90000"/>
              </a:lnSpc>
            </a:pPr>
            <a:r>
              <a:rPr lang="en-GB" sz="2400">
                <a:latin typeface="72 Brand Medium" panose="020B0604030603020204" pitchFamily="34" charset="0"/>
              </a:rPr>
              <a:t>Tips &amp; tricks – your user guide – SAP brand site</a:t>
            </a:r>
          </a:p>
        </p:txBody>
      </p:sp>
      <p:sp>
        <p:nvSpPr>
          <p:cNvPr id="49" name="Slide number">
            <a:extLst>
              <a:ext uri="{FF2B5EF4-FFF2-40B4-BE49-F238E27FC236}">
                <a16:creationId xmlns:a16="http://schemas.microsoft.com/office/drawing/2014/main" id="{08E6B7AB-6B75-1AD1-90E9-9F668FFE5B71}"/>
              </a:ext>
            </a:extLst>
          </p:cNvPr>
          <p:cNvSpPr txBox="1"/>
          <p:nvPr userDrawn="1"/>
        </p:nvSpPr>
        <p:spPr bwMode="black">
          <a:xfrm>
            <a:off x="11546207" y="6536751"/>
            <a:ext cx="144270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de-DE"/>
            </a:defPPr>
            <a:lvl1pPr marL="84138" indent="-84138">
              <a:buClr>
                <a:schemeClr val="tx1"/>
              </a:buClr>
              <a:buFont typeface="Arial" pitchFamily="34" charset="0"/>
              <a:buChar char="©"/>
              <a:tabLst/>
              <a:defRPr sz="600"/>
            </a:lvl1pPr>
          </a:lstStyle>
          <a:p>
            <a:pPr marL="0" lvl="0" indent="0" algn="r">
              <a:buNone/>
            </a:pPr>
            <a:fld id="{0BDC132A-5C91-4078-9777-31DA19A62E0A}" type="slidenum">
              <a:rPr lang="en-US" sz="900" b="0" i="0" noProof="0" smtClean="0">
                <a:latin typeface="+mn-lt"/>
              </a:rPr>
              <a:pPr marL="0" lvl="0" indent="0" algn="r">
                <a:buNone/>
              </a:pPr>
              <a:t>‹#›</a:t>
            </a:fld>
            <a:endParaRPr lang="en-US" sz="900" b="0" i="0" noProof="0">
              <a:latin typeface="+mn-lt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6943137-62A8-B3EC-D111-2BA192EF3065}"/>
              </a:ext>
            </a:extLst>
          </p:cNvPr>
          <p:cNvSpPr txBox="1"/>
          <p:nvPr userDrawn="1"/>
        </p:nvSpPr>
        <p:spPr>
          <a:xfrm>
            <a:off x="3375642" y="2402037"/>
            <a:ext cx="2607498" cy="147732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222250" indent="-222250" fontAlgn="base"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1600">
                <a:latin typeface="72 Brand" panose="020B0504030603020204" pitchFamily="34" charset="0"/>
              </a:rPr>
              <a:t>Download and request licensed and approved photographs, videos, pictograms, icons, and sounds for use in SAP assets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2C7D176-86E4-BAA4-EAFA-777197DB11FB}"/>
              </a:ext>
            </a:extLst>
          </p:cNvPr>
          <p:cNvSpPr txBox="1"/>
          <p:nvPr userDrawn="1"/>
        </p:nvSpPr>
        <p:spPr>
          <a:xfrm>
            <a:off x="4066177" y="1881656"/>
            <a:ext cx="1296830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 sz="1600" kern="0">
                <a:latin typeface="72 Brand Medium" panose="020B0504030603020204" pitchFamily="34" charset="0"/>
                <a:ea typeface="Arial Unicode MS" pitchFamily="34" charset="-128"/>
                <a:cs typeface="Arial Unicode MS" pitchFamily="34" charset="-128"/>
              </a:rPr>
              <a:t>Media Library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FB243CE-B0B3-55AC-0615-A3583693E365}"/>
              </a:ext>
            </a:extLst>
          </p:cNvPr>
          <p:cNvSpPr txBox="1"/>
          <p:nvPr userDrawn="1"/>
        </p:nvSpPr>
        <p:spPr>
          <a:xfrm>
            <a:off x="1198576" y="1881656"/>
            <a:ext cx="570669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 sz="1600" kern="0">
                <a:latin typeface="72 Brand Medium" panose="020B0504030603020204" pitchFamily="34" charset="0"/>
                <a:ea typeface="Arial Unicode MS" pitchFamily="34" charset="-128"/>
                <a:cs typeface="Arial Unicode MS" pitchFamily="34" charset="-128"/>
              </a:rPr>
              <a:t>Brand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366C5F3-F425-CE4C-8D95-04E9E9BDB6FD}"/>
              </a:ext>
            </a:extLst>
          </p:cNvPr>
          <p:cNvSpPr txBox="1"/>
          <p:nvPr userDrawn="1"/>
        </p:nvSpPr>
        <p:spPr>
          <a:xfrm>
            <a:off x="504001" y="2402037"/>
            <a:ext cx="2607498" cy="123110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222250" indent="-222250" fontAlgn="base"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1600">
                <a:latin typeface="72 Brand" panose="020B0504030603020204" pitchFamily="34" charset="0"/>
              </a:rPr>
              <a:t>Find information on our brand strategy, logo, colors, tone of voice, graphics, font, and photography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FCF45A1-A43E-037C-50A7-9B62EBFB00BA}"/>
              </a:ext>
            </a:extLst>
          </p:cNvPr>
          <p:cNvSpPr txBox="1"/>
          <p:nvPr userDrawn="1"/>
        </p:nvSpPr>
        <p:spPr>
          <a:xfrm>
            <a:off x="6245122" y="2380971"/>
            <a:ext cx="2607498" cy="196977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222250" indent="-222250" fontAlgn="base"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1600">
                <a:latin typeface="72 Brand" panose="020B0504030603020204" pitchFamily="34" charset="0"/>
              </a:rPr>
              <a:t>Learn how we name our offerings, review the naming process, and guidelines</a:t>
            </a:r>
          </a:p>
          <a:p>
            <a:pPr marL="222250" indent="-222250" fontAlgn="base"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1600">
                <a:latin typeface="72 Brand" panose="020B0504030603020204" pitchFamily="34" charset="0"/>
              </a:rPr>
              <a:t>Request a name</a:t>
            </a:r>
          </a:p>
          <a:p>
            <a:pPr marL="222250" indent="-222250" fontAlgn="base"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1600">
                <a:latin typeface="72 Brand" panose="020B0504030603020204" pitchFamily="34" charset="0"/>
              </a:rPr>
              <a:t>Search for approved names in real time</a:t>
            </a:r>
            <a:endParaRPr lang="en-US" sz="1600" kern="0">
              <a:latin typeface="72 Brand" panose="020B0504030603020204" pitchFamily="34" charset="0"/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E0F1F97-371F-BB20-9044-8D5885634D9A}"/>
              </a:ext>
            </a:extLst>
          </p:cNvPr>
          <p:cNvSpPr txBox="1"/>
          <p:nvPr userDrawn="1"/>
        </p:nvSpPr>
        <p:spPr>
          <a:xfrm>
            <a:off x="6914073" y="1881656"/>
            <a:ext cx="1407437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 sz="1600" kern="0">
                <a:latin typeface="72 Brand Medium" panose="020B0504030603020204" pitchFamily="34" charset="0"/>
                <a:ea typeface="Arial Unicode MS" pitchFamily="34" charset="-128"/>
                <a:cs typeface="Arial Unicode MS" pitchFamily="34" charset="-128"/>
              </a:rPr>
              <a:t>Naming Center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A279038-CDF3-3E09-8F1B-8E1CB8249534}"/>
              </a:ext>
            </a:extLst>
          </p:cNvPr>
          <p:cNvSpPr txBox="1"/>
          <p:nvPr userDrawn="1"/>
        </p:nvSpPr>
        <p:spPr>
          <a:xfrm>
            <a:off x="9770347" y="1881656"/>
            <a:ext cx="1572546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 sz="1600" kern="0">
                <a:latin typeface="72 Brand Medium" panose="020B0504030603020204" pitchFamily="34" charset="0"/>
                <a:ea typeface="Arial Unicode MS" pitchFamily="34" charset="-128"/>
                <a:cs typeface="Arial Unicode MS" pitchFamily="34" charset="-128"/>
              </a:rPr>
              <a:t>Writing Assistant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06834DC-FA81-04FD-71E7-2A06BCC314CA}"/>
              </a:ext>
            </a:extLst>
          </p:cNvPr>
          <p:cNvSpPr txBox="1"/>
          <p:nvPr userDrawn="1"/>
        </p:nvSpPr>
        <p:spPr>
          <a:xfrm>
            <a:off x="9082852" y="2402037"/>
            <a:ext cx="2607498" cy="123110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222250" indent="-222250" fontAlgn="base"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1600">
                <a:latin typeface="72 Brand" panose="020B0504030603020204" pitchFamily="34" charset="0"/>
              </a:rPr>
              <a:t>Copy and paste text </a:t>
            </a:r>
            <a:br>
              <a:rPr lang="en-US" sz="1600">
                <a:latin typeface="72 Brand" panose="020B0504030603020204" pitchFamily="34" charset="0"/>
              </a:rPr>
            </a:br>
            <a:r>
              <a:rPr lang="en-US" sz="1600">
                <a:latin typeface="72 Brand" panose="020B0504030603020204" pitchFamily="34" charset="0"/>
              </a:rPr>
              <a:t>to get instant feedback on grammar, spelling, approved names, style, and tone</a:t>
            </a:r>
          </a:p>
        </p:txBody>
      </p:sp>
      <p:pic>
        <p:nvPicPr>
          <p:cNvPr id="19" name="Grafik 6">
            <a:extLst>
              <a:ext uri="{FF2B5EF4-FFF2-40B4-BE49-F238E27FC236}">
                <a16:creationId xmlns:a16="http://schemas.microsoft.com/office/drawing/2014/main" id="{52486A61-E0EB-5E0A-0E7F-A76057F037D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4874" y="1802913"/>
            <a:ext cx="406400" cy="406400"/>
          </a:xfrm>
          <a:prstGeom prst="rect">
            <a:avLst/>
          </a:prstGeom>
        </p:spPr>
      </p:pic>
      <p:pic>
        <p:nvPicPr>
          <p:cNvPr id="24" name="Grafik 12">
            <a:extLst>
              <a:ext uri="{FF2B5EF4-FFF2-40B4-BE49-F238E27FC236}">
                <a16:creationId xmlns:a16="http://schemas.microsoft.com/office/drawing/2014/main" id="{B44DB29B-4BB4-3CE3-8DF7-1725FDBE0BA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080327" y="1802913"/>
            <a:ext cx="406400" cy="406400"/>
          </a:xfrm>
          <a:prstGeom prst="rect">
            <a:avLst/>
          </a:prstGeom>
        </p:spPr>
      </p:pic>
      <p:pic>
        <p:nvPicPr>
          <p:cNvPr id="29" name="Grafik 16">
            <a:extLst>
              <a:ext uri="{FF2B5EF4-FFF2-40B4-BE49-F238E27FC236}">
                <a16:creationId xmlns:a16="http://schemas.microsoft.com/office/drawing/2014/main" id="{3212A1EA-544F-FF7B-C47D-411B0FE581B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23096" y="1802913"/>
            <a:ext cx="406400" cy="406400"/>
          </a:xfrm>
          <a:prstGeom prst="rect">
            <a:avLst/>
          </a:prstGeom>
        </p:spPr>
      </p:pic>
      <p:pic>
        <p:nvPicPr>
          <p:cNvPr id="39" name="Grafik 24">
            <a:extLst>
              <a:ext uri="{FF2B5EF4-FFF2-40B4-BE49-F238E27FC236}">
                <a16:creationId xmlns:a16="http://schemas.microsoft.com/office/drawing/2014/main" id="{03846BE7-EFF3-71C4-7BE3-FFB1423B275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372970" y="1802913"/>
            <a:ext cx="406400" cy="406400"/>
          </a:xfrm>
          <a:prstGeom prst="rect">
            <a:avLst/>
          </a:prstGeom>
        </p:spPr>
      </p:pic>
      <p:sp>
        <p:nvSpPr>
          <p:cNvPr id="40" name="TextBox 39">
            <a:extLst>
              <a:ext uri="{FF2B5EF4-FFF2-40B4-BE49-F238E27FC236}">
                <a16:creationId xmlns:a16="http://schemas.microsoft.com/office/drawing/2014/main" id="{F3E3413D-190F-15AA-863F-0D61520E01E4}"/>
              </a:ext>
            </a:extLst>
          </p:cNvPr>
          <p:cNvSpPr txBox="1"/>
          <p:nvPr userDrawn="1"/>
        </p:nvSpPr>
        <p:spPr>
          <a:xfrm>
            <a:off x="504001" y="5422515"/>
            <a:ext cx="11202163" cy="338554"/>
          </a:xfrm>
          <a:prstGeom prst="rect">
            <a:avLst/>
          </a:prstGeom>
          <a:solidFill>
            <a:srgbClr val="0070F2"/>
          </a:solidFill>
          <a:ln w="28575">
            <a:noFill/>
          </a:ln>
        </p:spPr>
        <p:txBody>
          <a:bodyPr wrap="square">
            <a:spAutoFit/>
          </a:bodyPr>
          <a:lstStyle/>
          <a:p>
            <a:pPr algn="ctr"/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72 Brand Medium" panose="020B0504030603020204" pitchFamily="34" charset="0"/>
                <a:ea typeface="+mj-ea"/>
                <a:cs typeface="+mj-cs"/>
              </a:rPr>
              <a:t>The SAP Brand site has all of the resources you need to bring our brand to life! </a:t>
            </a:r>
            <a:endParaRPr lang="en-DE" sz="1600">
              <a:solidFill>
                <a:schemeClr val="bg1"/>
              </a:solidFill>
              <a:latin typeface="+mj-lt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A73180C-291D-F405-90B9-18910307A62C}"/>
              </a:ext>
            </a:extLst>
          </p:cNvPr>
          <p:cNvSpPr/>
          <p:nvPr userDrawn="1"/>
        </p:nvSpPr>
        <p:spPr bwMode="gray">
          <a:xfrm>
            <a:off x="3362325" y="4611087"/>
            <a:ext cx="2607498" cy="594886"/>
          </a:xfrm>
          <a:prstGeom prst="rect">
            <a:avLst/>
          </a:prstGeom>
          <a:solidFill>
            <a:srgbClr val="D1EFFF"/>
          </a:solidFill>
          <a:ln w="28575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fontAlgn="base"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100000"/>
            </a:pPr>
            <a:r>
              <a:rPr lang="en-US" sz="1400">
                <a:latin typeface="72 Brand" panose="020B0504030603020204" pitchFamily="34" charset="0"/>
                <a:sym typeface="Wingdings" panose="05000000000000000000" pitchFamily="2" charset="2"/>
              </a:rPr>
              <a:t> </a:t>
            </a:r>
            <a:r>
              <a:rPr lang="en-US" sz="1400">
                <a:latin typeface="72 Brand" panose="020B0504030603020204" pitchFamily="34" charset="0"/>
              </a:rPr>
              <a:t>Go to </a:t>
            </a:r>
            <a:r>
              <a:rPr lang="en-US" sz="1400">
                <a:latin typeface="72 Brand" panose="020B0504030603020204" pitchFamily="34" charset="0"/>
                <a:hlinkClick r:id="rId6"/>
              </a:rPr>
              <a:t>Media Library</a:t>
            </a:r>
            <a:endParaRPr lang="en-US" sz="1400">
              <a:latin typeface="72 Brand" panose="020B0504030603020204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EAEA906-0573-FC48-FBB0-4BC3ACE96483}"/>
              </a:ext>
            </a:extLst>
          </p:cNvPr>
          <p:cNvSpPr/>
          <p:nvPr userDrawn="1"/>
        </p:nvSpPr>
        <p:spPr bwMode="gray">
          <a:xfrm>
            <a:off x="503238" y="4600214"/>
            <a:ext cx="2607498" cy="594886"/>
          </a:xfrm>
          <a:prstGeom prst="rect">
            <a:avLst/>
          </a:prstGeom>
          <a:solidFill>
            <a:srgbClr val="D1EFFF"/>
          </a:solidFill>
          <a:ln w="28575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fontAlgn="base"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100000"/>
            </a:pPr>
            <a:r>
              <a:rPr lang="en-US" sz="1400">
                <a:latin typeface="72 Brand" panose="020B0504030603020204" pitchFamily="34" charset="0"/>
                <a:sym typeface="Wingdings" panose="05000000000000000000" pitchFamily="2" charset="2"/>
              </a:rPr>
              <a:t> </a:t>
            </a:r>
            <a:r>
              <a:rPr lang="en-US" sz="1400">
                <a:latin typeface="72 Brand" panose="020B0504030603020204" pitchFamily="34" charset="0"/>
              </a:rPr>
              <a:t>Go to </a:t>
            </a:r>
            <a:r>
              <a:rPr lang="en-US" sz="1400">
                <a:latin typeface="72 Brand" panose="020B0504030603020204" pitchFamily="34" charset="0"/>
                <a:hlinkClick r:id="rId7"/>
              </a:rPr>
              <a:t>Brand</a:t>
            </a:r>
            <a:endParaRPr lang="en-US" sz="1400">
              <a:latin typeface="72 Brand" panose="020B050403060302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4FD586B-C108-1309-C995-0AA9A96F0840}"/>
              </a:ext>
            </a:extLst>
          </p:cNvPr>
          <p:cNvSpPr/>
          <p:nvPr userDrawn="1"/>
        </p:nvSpPr>
        <p:spPr bwMode="gray">
          <a:xfrm>
            <a:off x="6223765" y="4591589"/>
            <a:ext cx="2607498" cy="594886"/>
          </a:xfrm>
          <a:prstGeom prst="rect">
            <a:avLst/>
          </a:prstGeom>
          <a:solidFill>
            <a:srgbClr val="D1EFFF"/>
          </a:solidFill>
          <a:ln w="28575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fontAlgn="base"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100000"/>
            </a:pPr>
            <a:r>
              <a:rPr lang="en-US" sz="1400">
                <a:latin typeface="72 Brand" panose="020B0504030603020204" pitchFamily="34" charset="0"/>
                <a:sym typeface="Wingdings" panose="05000000000000000000" pitchFamily="2" charset="2"/>
              </a:rPr>
              <a:t> </a:t>
            </a:r>
            <a:r>
              <a:rPr lang="en-US" sz="1400">
                <a:latin typeface="72 Brand" panose="020B0504030603020204" pitchFamily="34" charset="0"/>
              </a:rPr>
              <a:t>Go to </a:t>
            </a:r>
            <a:r>
              <a:rPr lang="en-US" sz="1400">
                <a:latin typeface="72 Brand" panose="020B0504030603020204" pitchFamily="34" charset="0"/>
                <a:hlinkClick r:id="rId8"/>
              </a:rPr>
              <a:t>Naming Center</a:t>
            </a:r>
            <a:endParaRPr lang="en-US" sz="1400">
              <a:latin typeface="72 Brand" panose="020B0504030603020204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32E1815-E9CD-805A-4AB9-E4EFC9E839C8}"/>
              </a:ext>
            </a:extLst>
          </p:cNvPr>
          <p:cNvSpPr/>
          <p:nvPr userDrawn="1"/>
        </p:nvSpPr>
        <p:spPr bwMode="gray">
          <a:xfrm>
            <a:off x="9079677" y="4586781"/>
            <a:ext cx="2607498" cy="594886"/>
          </a:xfrm>
          <a:prstGeom prst="rect">
            <a:avLst/>
          </a:prstGeom>
          <a:solidFill>
            <a:srgbClr val="D1EFFF"/>
          </a:solidFill>
          <a:ln w="28575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fontAlgn="base"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100000"/>
            </a:pPr>
            <a:r>
              <a:rPr lang="en-US" sz="1400">
                <a:latin typeface="72 Brand" panose="020B0504030603020204" pitchFamily="34" charset="0"/>
                <a:sym typeface="Wingdings" panose="05000000000000000000" pitchFamily="2" charset="2"/>
              </a:rPr>
              <a:t> </a:t>
            </a:r>
            <a:r>
              <a:rPr lang="en-US" sz="1400">
                <a:latin typeface="72 Brand" panose="020B0504030603020204" pitchFamily="34" charset="0"/>
              </a:rPr>
              <a:t>Go to </a:t>
            </a:r>
            <a:r>
              <a:rPr lang="en-US" sz="1400">
                <a:latin typeface="72 Brand" panose="020B0504030603020204" pitchFamily="34" charset="0"/>
                <a:hlinkClick r:id="rId9"/>
              </a:rPr>
              <a:t>Writing </a:t>
            </a:r>
            <a:r>
              <a:rPr lang="en-US" sz="1400" err="1">
                <a:latin typeface="72 Brand" panose="020B0504030603020204" pitchFamily="34" charset="0"/>
                <a:hlinkClick r:id="rId9"/>
              </a:rPr>
              <a:t>Assitant</a:t>
            </a:r>
            <a:endParaRPr lang="en-US" sz="1400">
              <a:latin typeface="72 Brand" panose="020B05040306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7073464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ser guide COLOR PALET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63">
            <a:extLst>
              <a:ext uri="{FF2B5EF4-FFF2-40B4-BE49-F238E27FC236}">
                <a16:creationId xmlns:a16="http://schemas.microsoft.com/office/drawing/2014/main" id="{02E2A64A-8B37-7F95-C23A-C3D93C8DEC23}"/>
              </a:ext>
            </a:extLst>
          </p:cNvPr>
          <p:cNvSpPr/>
          <p:nvPr userDrawn="1"/>
        </p:nvSpPr>
        <p:spPr>
          <a:xfrm>
            <a:off x="504001" y="1141007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D1EFFF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000000"/>
                </a:solidFill>
                <a:latin typeface="72 Brand"/>
              </a:rPr>
              <a:t>Blue 2</a:t>
            </a:r>
            <a:br>
              <a:rPr lang="en-US" sz="1200">
                <a:solidFill>
                  <a:srgbClr val="000000"/>
                </a:solidFill>
                <a:latin typeface="72 Brand"/>
              </a:rPr>
            </a:br>
            <a:r>
              <a:rPr lang="en-US" sz="1200">
                <a:solidFill>
                  <a:srgbClr val="000000"/>
                </a:solidFill>
                <a:latin typeface="72 Brand"/>
              </a:rPr>
              <a:t>#D1EFFF</a:t>
            </a:r>
          </a:p>
        </p:txBody>
      </p:sp>
      <p:sp>
        <p:nvSpPr>
          <p:cNvPr id="4" name="Freeform 70">
            <a:extLst>
              <a:ext uri="{FF2B5EF4-FFF2-40B4-BE49-F238E27FC236}">
                <a16:creationId xmlns:a16="http://schemas.microsoft.com/office/drawing/2014/main" id="{1F2619C0-AA6B-F516-A35F-C9F0906EB840}"/>
              </a:ext>
            </a:extLst>
          </p:cNvPr>
          <p:cNvSpPr/>
          <p:nvPr userDrawn="1"/>
        </p:nvSpPr>
        <p:spPr>
          <a:xfrm>
            <a:off x="2405161" y="1141007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chemeClr val="bg2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000000"/>
                </a:solidFill>
                <a:latin typeface="72 Brand"/>
              </a:rPr>
              <a:t>Blue 4</a:t>
            </a:r>
            <a:br>
              <a:rPr lang="en-US" sz="1200">
                <a:solidFill>
                  <a:srgbClr val="000000"/>
                </a:solidFill>
                <a:latin typeface="72 Brand"/>
              </a:rPr>
            </a:br>
            <a:r>
              <a:rPr lang="en-US" sz="1200">
                <a:solidFill>
                  <a:srgbClr val="000000"/>
                </a:solidFill>
                <a:latin typeface="72 Brand"/>
              </a:rPr>
              <a:t>#89D1FF</a:t>
            </a:r>
          </a:p>
        </p:txBody>
      </p:sp>
      <p:sp>
        <p:nvSpPr>
          <p:cNvPr id="5" name="Freeform 69">
            <a:extLst>
              <a:ext uri="{FF2B5EF4-FFF2-40B4-BE49-F238E27FC236}">
                <a16:creationId xmlns:a16="http://schemas.microsoft.com/office/drawing/2014/main" id="{C529F71A-E6DD-53C4-14B3-0F3BF62A05F0}"/>
              </a:ext>
            </a:extLst>
          </p:cNvPr>
          <p:cNvSpPr/>
          <p:nvPr userDrawn="1"/>
        </p:nvSpPr>
        <p:spPr>
          <a:xfrm>
            <a:off x="4306321" y="1141007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chemeClr val="tx2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latin typeface="72 Brand"/>
              </a:rPr>
              <a:t>Blue 6</a:t>
            </a:r>
            <a:br>
              <a:rPr lang="en-US" sz="1200">
                <a:latin typeface="72 Brand"/>
              </a:rPr>
            </a:br>
            <a:r>
              <a:rPr lang="en-US" sz="1200">
                <a:latin typeface="72 Brand"/>
              </a:rPr>
              <a:t>#1B90FF</a:t>
            </a:r>
          </a:p>
        </p:txBody>
      </p:sp>
      <p:sp>
        <p:nvSpPr>
          <p:cNvPr id="6" name="Freeform 68">
            <a:extLst>
              <a:ext uri="{FF2B5EF4-FFF2-40B4-BE49-F238E27FC236}">
                <a16:creationId xmlns:a16="http://schemas.microsoft.com/office/drawing/2014/main" id="{9CBF79FE-F787-9301-81AD-A56220775062}"/>
              </a:ext>
            </a:extLst>
          </p:cNvPr>
          <p:cNvSpPr/>
          <p:nvPr userDrawn="1"/>
        </p:nvSpPr>
        <p:spPr>
          <a:xfrm>
            <a:off x="6227422" y="1141007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0070F2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FFFFFF"/>
                </a:solidFill>
                <a:latin typeface="72 Brand"/>
              </a:rPr>
              <a:t>Blue 7</a:t>
            </a:r>
            <a:br>
              <a:rPr lang="en-US" sz="1200">
                <a:solidFill>
                  <a:srgbClr val="FFFFFF"/>
                </a:solidFill>
                <a:latin typeface="72 Brand"/>
              </a:rPr>
            </a:br>
            <a:r>
              <a:rPr lang="en-US" sz="1200">
                <a:solidFill>
                  <a:srgbClr val="FFFFFF"/>
                </a:solidFill>
                <a:latin typeface="72 Brand"/>
              </a:rPr>
              <a:t>#0070F2</a:t>
            </a:r>
          </a:p>
        </p:txBody>
      </p:sp>
      <p:sp>
        <p:nvSpPr>
          <p:cNvPr id="7" name="Freeform 67">
            <a:extLst>
              <a:ext uri="{FF2B5EF4-FFF2-40B4-BE49-F238E27FC236}">
                <a16:creationId xmlns:a16="http://schemas.microsoft.com/office/drawing/2014/main" id="{5BB0975A-0779-6CF9-4471-2FA97BA36738}"/>
              </a:ext>
            </a:extLst>
          </p:cNvPr>
          <p:cNvSpPr/>
          <p:nvPr userDrawn="1"/>
        </p:nvSpPr>
        <p:spPr>
          <a:xfrm>
            <a:off x="8129588" y="1140182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002A86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FFFFFF"/>
                </a:solidFill>
                <a:latin typeface="72 Brand"/>
              </a:rPr>
              <a:t>Blue 10</a:t>
            </a:r>
            <a:br>
              <a:rPr lang="en-US" sz="1200">
                <a:solidFill>
                  <a:srgbClr val="FFFFFF"/>
                </a:solidFill>
                <a:latin typeface="72 Brand"/>
              </a:rPr>
            </a:br>
            <a:r>
              <a:rPr lang="en-US" sz="1200">
                <a:solidFill>
                  <a:srgbClr val="FFFFFF"/>
                </a:solidFill>
                <a:latin typeface="72 Brand"/>
              </a:rPr>
              <a:t>#002A86</a:t>
            </a:r>
          </a:p>
        </p:txBody>
      </p:sp>
      <p:sp>
        <p:nvSpPr>
          <p:cNvPr id="8" name="Freeform 66">
            <a:extLst>
              <a:ext uri="{FF2B5EF4-FFF2-40B4-BE49-F238E27FC236}">
                <a16:creationId xmlns:a16="http://schemas.microsoft.com/office/drawing/2014/main" id="{4C6C152D-4698-69B9-D198-F3DD5C9473B5}"/>
              </a:ext>
            </a:extLst>
          </p:cNvPr>
          <p:cNvSpPr/>
          <p:nvPr userDrawn="1"/>
        </p:nvSpPr>
        <p:spPr>
          <a:xfrm>
            <a:off x="10050689" y="1140182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00144A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FFFFFF"/>
                </a:solidFill>
                <a:latin typeface="72 Brand"/>
              </a:rPr>
              <a:t>Blue 11</a:t>
            </a:r>
            <a:br>
              <a:rPr lang="en-US" sz="1200">
                <a:solidFill>
                  <a:srgbClr val="FFFFFF"/>
                </a:solidFill>
                <a:latin typeface="72 Brand"/>
              </a:rPr>
            </a:br>
            <a:r>
              <a:rPr lang="en-US" sz="1200">
                <a:solidFill>
                  <a:srgbClr val="FFFFFF"/>
                </a:solidFill>
                <a:latin typeface="72 Brand"/>
              </a:rPr>
              <a:t>#00144A</a:t>
            </a:r>
          </a:p>
        </p:txBody>
      </p:sp>
      <p:sp>
        <p:nvSpPr>
          <p:cNvPr id="9" name="Freeform 1">
            <a:extLst>
              <a:ext uri="{FF2B5EF4-FFF2-40B4-BE49-F238E27FC236}">
                <a16:creationId xmlns:a16="http://schemas.microsoft.com/office/drawing/2014/main" id="{B6FD5DF5-B272-7F32-7D3F-4B4DE8830832}"/>
              </a:ext>
            </a:extLst>
          </p:cNvPr>
          <p:cNvSpPr/>
          <p:nvPr userDrawn="1"/>
        </p:nvSpPr>
        <p:spPr>
          <a:xfrm>
            <a:off x="504001" y="1735645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EAECEE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000000"/>
                </a:solidFill>
                <a:latin typeface="72 Brand"/>
              </a:rPr>
              <a:t>Grey 2</a:t>
            </a:r>
            <a:br>
              <a:rPr lang="en-US" sz="1200">
                <a:solidFill>
                  <a:srgbClr val="000000"/>
                </a:solidFill>
                <a:latin typeface="72 Brand"/>
              </a:rPr>
            </a:br>
            <a:r>
              <a:rPr lang="en-US" sz="1200">
                <a:solidFill>
                  <a:srgbClr val="000000"/>
                </a:solidFill>
                <a:latin typeface="72 Brand"/>
              </a:rPr>
              <a:t>#EAECEE</a:t>
            </a:r>
          </a:p>
        </p:txBody>
      </p:sp>
      <p:sp>
        <p:nvSpPr>
          <p:cNvPr id="10" name="Freeform 62">
            <a:extLst>
              <a:ext uri="{FF2B5EF4-FFF2-40B4-BE49-F238E27FC236}">
                <a16:creationId xmlns:a16="http://schemas.microsoft.com/office/drawing/2014/main" id="{2A5C5A51-CFBC-CA03-038B-F25ECA420C8D}"/>
              </a:ext>
            </a:extLst>
          </p:cNvPr>
          <p:cNvSpPr/>
          <p:nvPr userDrawn="1"/>
        </p:nvSpPr>
        <p:spPr>
          <a:xfrm>
            <a:off x="2405161" y="1735645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A9B4BE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000000"/>
                </a:solidFill>
                <a:latin typeface="72 Brand"/>
              </a:rPr>
              <a:t>Grey 4</a:t>
            </a:r>
            <a:br>
              <a:rPr lang="en-US" sz="1200">
                <a:solidFill>
                  <a:srgbClr val="000000"/>
                </a:solidFill>
                <a:latin typeface="72 Brand"/>
              </a:rPr>
            </a:br>
            <a:r>
              <a:rPr lang="en-US" sz="1200">
                <a:solidFill>
                  <a:srgbClr val="000000"/>
                </a:solidFill>
                <a:latin typeface="72 Brand"/>
              </a:rPr>
              <a:t>#A9B4BE</a:t>
            </a:r>
          </a:p>
        </p:txBody>
      </p:sp>
      <p:sp>
        <p:nvSpPr>
          <p:cNvPr id="11" name="Freeform 61">
            <a:extLst>
              <a:ext uri="{FF2B5EF4-FFF2-40B4-BE49-F238E27FC236}">
                <a16:creationId xmlns:a16="http://schemas.microsoft.com/office/drawing/2014/main" id="{FD45E536-EBC7-3EE1-021A-E61DE17D01EB}"/>
              </a:ext>
            </a:extLst>
          </p:cNvPr>
          <p:cNvSpPr/>
          <p:nvPr userDrawn="1"/>
        </p:nvSpPr>
        <p:spPr>
          <a:xfrm>
            <a:off x="4306321" y="1735645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5B738B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FFFFFF"/>
                </a:solidFill>
                <a:latin typeface="72 Brand"/>
              </a:rPr>
              <a:t>Grey 6</a:t>
            </a:r>
            <a:br>
              <a:rPr lang="en-US" sz="1200">
                <a:solidFill>
                  <a:srgbClr val="FFFFFF"/>
                </a:solidFill>
                <a:latin typeface="72 Brand"/>
              </a:rPr>
            </a:br>
            <a:r>
              <a:rPr lang="en-US" sz="1200">
                <a:solidFill>
                  <a:srgbClr val="FFFFFF"/>
                </a:solidFill>
                <a:latin typeface="72 Brand"/>
              </a:rPr>
              <a:t>#5B738B</a:t>
            </a:r>
          </a:p>
        </p:txBody>
      </p:sp>
      <p:sp>
        <p:nvSpPr>
          <p:cNvPr id="12" name="Freeform 5">
            <a:extLst>
              <a:ext uri="{FF2B5EF4-FFF2-40B4-BE49-F238E27FC236}">
                <a16:creationId xmlns:a16="http://schemas.microsoft.com/office/drawing/2014/main" id="{791E1C1C-66AE-2057-3C91-8B50C4A75DCF}"/>
              </a:ext>
            </a:extLst>
          </p:cNvPr>
          <p:cNvSpPr/>
          <p:nvPr userDrawn="1"/>
        </p:nvSpPr>
        <p:spPr>
          <a:xfrm>
            <a:off x="6227422" y="1735645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475E75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FFFFFF"/>
                </a:solidFill>
                <a:latin typeface="72 Brand"/>
              </a:rPr>
              <a:t>Grey 7</a:t>
            </a:r>
            <a:br>
              <a:rPr lang="en-US" sz="1200">
                <a:solidFill>
                  <a:srgbClr val="FFFFFF"/>
                </a:solidFill>
                <a:latin typeface="72 Brand"/>
              </a:rPr>
            </a:br>
            <a:r>
              <a:rPr lang="en-US" sz="1200">
                <a:solidFill>
                  <a:srgbClr val="FFFFFF"/>
                </a:solidFill>
                <a:latin typeface="72 Brand"/>
              </a:rPr>
              <a:t>#475E75</a:t>
            </a:r>
          </a:p>
        </p:txBody>
      </p:sp>
      <p:sp>
        <p:nvSpPr>
          <p:cNvPr id="13" name="Freeform 4">
            <a:extLst>
              <a:ext uri="{FF2B5EF4-FFF2-40B4-BE49-F238E27FC236}">
                <a16:creationId xmlns:a16="http://schemas.microsoft.com/office/drawing/2014/main" id="{E588F81B-1126-0FBD-D1B7-6E42C034BA69}"/>
              </a:ext>
            </a:extLst>
          </p:cNvPr>
          <p:cNvSpPr/>
          <p:nvPr userDrawn="1"/>
        </p:nvSpPr>
        <p:spPr>
          <a:xfrm>
            <a:off x="8129588" y="1734820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1A2733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FFFFFF"/>
                </a:solidFill>
                <a:latin typeface="72 Brand"/>
              </a:rPr>
              <a:t>Grey 10</a:t>
            </a:r>
            <a:br>
              <a:rPr lang="en-US" sz="1200">
                <a:solidFill>
                  <a:srgbClr val="FFFFFF"/>
                </a:solidFill>
                <a:latin typeface="72 Brand"/>
              </a:rPr>
            </a:br>
            <a:r>
              <a:rPr lang="en-US" sz="1200">
                <a:solidFill>
                  <a:srgbClr val="FFFFFF"/>
                </a:solidFill>
                <a:latin typeface="72 Brand"/>
              </a:rPr>
              <a:t>#1A2733</a:t>
            </a:r>
          </a:p>
        </p:txBody>
      </p:sp>
      <p:sp>
        <p:nvSpPr>
          <p:cNvPr id="14" name="Freeform 3">
            <a:extLst>
              <a:ext uri="{FF2B5EF4-FFF2-40B4-BE49-F238E27FC236}">
                <a16:creationId xmlns:a16="http://schemas.microsoft.com/office/drawing/2014/main" id="{B135EB5F-EDA8-1AEE-E89C-944D272C6FDF}"/>
              </a:ext>
            </a:extLst>
          </p:cNvPr>
          <p:cNvSpPr/>
          <p:nvPr userDrawn="1"/>
        </p:nvSpPr>
        <p:spPr>
          <a:xfrm>
            <a:off x="10050689" y="1734820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12171C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FFFFFF"/>
                </a:solidFill>
                <a:latin typeface="72 Brand"/>
              </a:rPr>
              <a:t>Grey 11</a:t>
            </a:r>
            <a:br>
              <a:rPr lang="en-US" sz="1200">
                <a:solidFill>
                  <a:srgbClr val="FFFFFF"/>
                </a:solidFill>
                <a:latin typeface="72 Brand"/>
              </a:rPr>
            </a:br>
            <a:r>
              <a:rPr lang="en-US" sz="1200">
                <a:solidFill>
                  <a:srgbClr val="FFFFFF"/>
                </a:solidFill>
                <a:latin typeface="72 Brand"/>
              </a:rPr>
              <a:t>#12171C</a:t>
            </a:r>
          </a:p>
        </p:txBody>
      </p:sp>
      <p:sp>
        <p:nvSpPr>
          <p:cNvPr id="15" name="Freeform 71">
            <a:extLst>
              <a:ext uri="{FF2B5EF4-FFF2-40B4-BE49-F238E27FC236}">
                <a16:creationId xmlns:a16="http://schemas.microsoft.com/office/drawing/2014/main" id="{8CA86CA8-FB25-362E-AAA0-57D65C85EE8A}"/>
              </a:ext>
            </a:extLst>
          </p:cNvPr>
          <p:cNvSpPr/>
          <p:nvPr userDrawn="1"/>
        </p:nvSpPr>
        <p:spPr>
          <a:xfrm>
            <a:off x="504001" y="2330283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C2FCEE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000000"/>
                </a:solidFill>
                <a:latin typeface="72 Brand"/>
              </a:rPr>
              <a:t>Teal 2</a:t>
            </a:r>
            <a:br>
              <a:rPr lang="en-US" sz="1200">
                <a:solidFill>
                  <a:srgbClr val="000000"/>
                </a:solidFill>
                <a:latin typeface="72 Brand"/>
              </a:rPr>
            </a:br>
            <a:r>
              <a:rPr lang="en-US" sz="1200">
                <a:solidFill>
                  <a:srgbClr val="000000"/>
                </a:solidFill>
                <a:latin typeface="72 Brand"/>
              </a:rPr>
              <a:t>#C2FCEE</a:t>
            </a:r>
          </a:p>
        </p:txBody>
      </p:sp>
      <p:sp>
        <p:nvSpPr>
          <p:cNvPr id="16" name="Freeform 76">
            <a:extLst>
              <a:ext uri="{FF2B5EF4-FFF2-40B4-BE49-F238E27FC236}">
                <a16:creationId xmlns:a16="http://schemas.microsoft.com/office/drawing/2014/main" id="{3DF36DDD-3194-0FFA-03CE-7942BFAC4F73}"/>
              </a:ext>
            </a:extLst>
          </p:cNvPr>
          <p:cNvSpPr/>
          <p:nvPr userDrawn="1"/>
        </p:nvSpPr>
        <p:spPr>
          <a:xfrm>
            <a:off x="2405161" y="2330283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2CE0BF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000000"/>
                </a:solidFill>
                <a:latin typeface="72 Brand"/>
              </a:rPr>
              <a:t>Teal 4</a:t>
            </a:r>
            <a:br>
              <a:rPr lang="en-US" sz="1200">
                <a:solidFill>
                  <a:srgbClr val="000000"/>
                </a:solidFill>
                <a:latin typeface="72 Brand"/>
              </a:rPr>
            </a:br>
            <a:r>
              <a:rPr lang="en-US" sz="1200">
                <a:solidFill>
                  <a:srgbClr val="000000"/>
                </a:solidFill>
                <a:latin typeface="72 Brand"/>
              </a:rPr>
              <a:t>#2CE0BF</a:t>
            </a:r>
          </a:p>
        </p:txBody>
      </p:sp>
      <p:sp>
        <p:nvSpPr>
          <p:cNvPr id="17" name="Freeform 75">
            <a:extLst>
              <a:ext uri="{FF2B5EF4-FFF2-40B4-BE49-F238E27FC236}">
                <a16:creationId xmlns:a16="http://schemas.microsoft.com/office/drawing/2014/main" id="{DB3A75C6-40E1-8418-08FF-2615CB58D2FB}"/>
              </a:ext>
            </a:extLst>
          </p:cNvPr>
          <p:cNvSpPr/>
          <p:nvPr userDrawn="1"/>
        </p:nvSpPr>
        <p:spPr>
          <a:xfrm>
            <a:off x="4306321" y="2330283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chemeClr val="accent2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latin typeface="72 Brand"/>
              </a:rPr>
              <a:t>Teal 6</a:t>
            </a:r>
            <a:br>
              <a:rPr lang="en-US" sz="1200">
                <a:latin typeface="72 Brand"/>
              </a:rPr>
            </a:br>
            <a:r>
              <a:rPr lang="en-US" sz="1200">
                <a:latin typeface="72 Brand"/>
              </a:rPr>
              <a:t>#049F9A</a:t>
            </a:r>
          </a:p>
        </p:txBody>
      </p:sp>
      <p:sp>
        <p:nvSpPr>
          <p:cNvPr id="18" name="Freeform 74">
            <a:extLst>
              <a:ext uri="{FF2B5EF4-FFF2-40B4-BE49-F238E27FC236}">
                <a16:creationId xmlns:a16="http://schemas.microsoft.com/office/drawing/2014/main" id="{533C3A8A-C333-3134-26BC-8FDFA21FBFA9}"/>
              </a:ext>
            </a:extLst>
          </p:cNvPr>
          <p:cNvSpPr/>
          <p:nvPr userDrawn="1"/>
        </p:nvSpPr>
        <p:spPr>
          <a:xfrm>
            <a:off x="6227422" y="2330283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07838F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FFFFFF"/>
                </a:solidFill>
                <a:latin typeface="72 Brand"/>
              </a:rPr>
              <a:t>Teal 7</a:t>
            </a:r>
            <a:br>
              <a:rPr lang="en-US" sz="1200">
                <a:solidFill>
                  <a:srgbClr val="FFFFFF"/>
                </a:solidFill>
                <a:latin typeface="72 Brand"/>
              </a:rPr>
            </a:br>
            <a:r>
              <a:rPr lang="en-US" sz="1200">
                <a:solidFill>
                  <a:srgbClr val="FFFFFF"/>
                </a:solidFill>
                <a:latin typeface="72 Brand"/>
              </a:rPr>
              <a:t>#07838F</a:t>
            </a:r>
          </a:p>
        </p:txBody>
      </p:sp>
      <p:sp>
        <p:nvSpPr>
          <p:cNvPr id="19" name="Freeform 73">
            <a:extLst>
              <a:ext uri="{FF2B5EF4-FFF2-40B4-BE49-F238E27FC236}">
                <a16:creationId xmlns:a16="http://schemas.microsoft.com/office/drawing/2014/main" id="{B60C9F30-077E-14E2-CB14-97988F26E630}"/>
              </a:ext>
            </a:extLst>
          </p:cNvPr>
          <p:cNvSpPr/>
          <p:nvPr userDrawn="1"/>
        </p:nvSpPr>
        <p:spPr>
          <a:xfrm>
            <a:off x="8129588" y="2329458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02414C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FFFFFF"/>
                </a:solidFill>
                <a:latin typeface="72 Brand"/>
              </a:rPr>
              <a:t>Teal 10</a:t>
            </a:r>
            <a:br>
              <a:rPr lang="en-US" sz="1200">
                <a:solidFill>
                  <a:srgbClr val="FFFFFF"/>
                </a:solidFill>
                <a:latin typeface="72 Brand"/>
              </a:rPr>
            </a:br>
            <a:r>
              <a:rPr lang="en-US" sz="1200">
                <a:solidFill>
                  <a:srgbClr val="FFFFFF"/>
                </a:solidFill>
                <a:latin typeface="72 Brand"/>
              </a:rPr>
              <a:t>#02414C</a:t>
            </a:r>
          </a:p>
        </p:txBody>
      </p:sp>
      <p:sp>
        <p:nvSpPr>
          <p:cNvPr id="20" name="Freeform 72">
            <a:extLst>
              <a:ext uri="{FF2B5EF4-FFF2-40B4-BE49-F238E27FC236}">
                <a16:creationId xmlns:a16="http://schemas.microsoft.com/office/drawing/2014/main" id="{85E1218C-9B56-A04B-B32B-BF5584E7EB24}"/>
              </a:ext>
            </a:extLst>
          </p:cNvPr>
          <p:cNvSpPr/>
          <p:nvPr userDrawn="1"/>
        </p:nvSpPr>
        <p:spPr>
          <a:xfrm>
            <a:off x="10050689" y="2329458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012931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FFFFFF"/>
                </a:solidFill>
                <a:latin typeface="72 Brand"/>
              </a:rPr>
              <a:t>Teal 11</a:t>
            </a:r>
            <a:br>
              <a:rPr lang="en-US" sz="1200">
                <a:solidFill>
                  <a:srgbClr val="FFFFFF"/>
                </a:solidFill>
                <a:latin typeface="72 Brand"/>
              </a:rPr>
            </a:br>
            <a:r>
              <a:rPr lang="en-US" sz="1200">
                <a:solidFill>
                  <a:srgbClr val="FFFFFF"/>
                </a:solidFill>
                <a:latin typeface="72 Brand"/>
              </a:rPr>
              <a:t>#012931</a:t>
            </a:r>
          </a:p>
        </p:txBody>
      </p:sp>
      <p:sp>
        <p:nvSpPr>
          <p:cNvPr id="21" name="Freeform 77">
            <a:extLst>
              <a:ext uri="{FF2B5EF4-FFF2-40B4-BE49-F238E27FC236}">
                <a16:creationId xmlns:a16="http://schemas.microsoft.com/office/drawing/2014/main" id="{B96DC701-A49C-D4B6-0FAE-8C4D1FE14217}"/>
              </a:ext>
            </a:extLst>
          </p:cNvPr>
          <p:cNvSpPr/>
          <p:nvPr userDrawn="1"/>
        </p:nvSpPr>
        <p:spPr>
          <a:xfrm>
            <a:off x="504001" y="2924921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EBF5CB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000000"/>
                </a:solidFill>
                <a:latin typeface="72 Brand"/>
              </a:rPr>
              <a:t>Green 2</a:t>
            </a:r>
            <a:br>
              <a:rPr lang="en-US" sz="1200">
                <a:solidFill>
                  <a:srgbClr val="000000"/>
                </a:solidFill>
                <a:latin typeface="72 Brand"/>
              </a:rPr>
            </a:br>
            <a:r>
              <a:rPr lang="en-US" sz="1200">
                <a:solidFill>
                  <a:srgbClr val="000000"/>
                </a:solidFill>
                <a:latin typeface="72 Brand"/>
              </a:rPr>
              <a:t>#EBF5CB</a:t>
            </a:r>
          </a:p>
        </p:txBody>
      </p:sp>
      <p:sp>
        <p:nvSpPr>
          <p:cNvPr id="22" name="Freeform 82">
            <a:extLst>
              <a:ext uri="{FF2B5EF4-FFF2-40B4-BE49-F238E27FC236}">
                <a16:creationId xmlns:a16="http://schemas.microsoft.com/office/drawing/2014/main" id="{D3F535AB-FBBB-CC41-AFDB-6251499A2CC3}"/>
              </a:ext>
            </a:extLst>
          </p:cNvPr>
          <p:cNvSpPr/>
          <p:nvPr userDrawn="1"/>
        </p:nvSpPr>
        <p:spPr>
          <a:xfrm>
            <a:off x="2405161" y="2924921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97DD40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000000"/>
                </a:solidFill>
                <a:latin typeface="72 Brand"/>
              </a:rPr>
              <a:t>Green 4</a:t>
            </a:r>
            <a:br>
              <a:rPr lang="en-US" sz="1200">
                <a:solidFill>
                  <a:srgbClr val="000000"/>
                </a:solidFill>
                <a:latin typeface="72 Brand"/>
              </a:rPr>
            </a:br>
            <a:r>
              <a:rPr lang="en-US" sz="1200">
                <a:solidFill>
                  <a:srgbClr val="000000"/>
                </a:solidFill>
                <a:latin typeface="72 Brand"/>
              </a:rPr>
              <a:t>#97DD40</a:t>
            </a:r>
          </a:p>
        </p:txBody>
      </p:sp>
      <p:sp>
        <p:nvSpPr>
          <p:cNvPr id="23" name="Freeform 81">
            <a:extLst>
              <a:ext uri="{FF2B5EF4-FFF2-40B4-BE49-F238E27FC236}">
                <a16:creationId xmlns:a16="http://schemas.microsoft.com/office/drawing/2014/main" id="{FF2D987A-1AEE-FB6C-9091-4D01FA950169}"/>
              </a:ext>
            </a:extLst>
          </p:cNvPr>
          <p:cNvSpPr/>
          <p:nvPr userDrawn="1"/>
        </p:nvSpPr>
        <p:spPr>
          <a:xfrm>
            <a:off x="4306321" y="2924921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chemeClr val="accent3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latin typeface="72 Brand"/>
              </a:rPr>
              <a:t>Green 6</a:t>
            </a:r>
            <a:br>
              <a:rPr lang="en-US" sz="1200">
                <a:latin typeface="72 Brand"/>
              </a:rPr>
            </a:br>
            <a:r>
              <a:rPr lang="en-US" sz="1200">
                <a:latin typeface="72 Brand"/>
              </a:rPr>
              <a:t>#36A41D</a:t>
            </a:r>
          </a:p>
        </p:txBody>
      </p:sp>
      <p:sp>
        <p:nvSpPr>
          <p:cNvPr id="24" name="Freeform 80">
            <a:extLst>
              <a:ext uri="{FF2B5EF4-FFF2-40B4-BE49-F238E27FC236}">
                <a16:creationId xmlns:a16="http://schemas.microsoft.com/office/drawing/2014/main" id="{AA53ACC2-4E92-5B3D-5509-AE0FC7AE540D}"/>
              </a:ext>
            </a:extLst>
          </p:cNvPr>
          <p:cNvSpPr/>
          <p:nvPr userDrawn="1"/>
        </p:nvSpPr>
        <p:spPr>
          <a:xfrm>
            <a:off x="6227422" y="2924921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188918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FFFFFF"/>
                </a:solidFill>
                <a:latin typeface="72 Brand"/>
              </a:rPr>
              <a:t>Green 7</a:t>
            </a:r>
            <a:br>
              <a:rPr lang="en-US" sz="1200">
                <a:solidFill>
                  <a:srgbClr val="FFFFFF"/>
                </a:solidFill>
                <a:latin typeface="72 Brand"/>
              </a:rPr>
            </a:br>
            <a:r>
              <a:rPr lang="en-US" sz="1200">
                <a:solidFill>
                  <a:srgbClr val="FFFFFF"/>
                </a:solidFill>
                <a:latin typeface="72 Brand"/>
              </a:rPr>
              <a:t>#188918</a:t>
            </a:r>
          </a:p>
        </p:txBody>
      </p:sp>
      <p:sp>
        <p:nvSpPr>
          <p:cNvPr id="25" name="Freeform 79">
            <a:extLst>
              <a:ext uri="{FF2B5EF4-FFF2-40B4-BE49-F238E27FC236}">
                <a16:creationId xmlns:a16="http://schemas.microsoft.com/office/drawing/2014/main" id="{D105CE5F-854F-E5AA-CD56-9B210266B1D7}"/>
              </a:ext>
            </a:extLst>
          </p:cNvPr>
          <p:cNvSpPr/>
          <p:nvPr userDrawn="1"/>
        </p:nvSpPr>
        <p:spPr>
          <a:xfrm>
            <a:off x="8129588" y="2924096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164323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FFFFFF"/>
                </a:solidFill>
                <a:latin typeface="72 Brand"/>
              </a:rPr>
              <a:t>Green 10</a:t>
            </a:r>
            <a:br>
              <a:rPr lang="en-US" sz="1200">
                <a:solidFill>
                  <a:srgbClr val="FFFFFF"/>
                </a:solidFill>
                <a:latin typeface="72 Brand"/>
              </a:rPr>
            </a:br>
            <a:r>
              <a:rPr lang="en-US" sz="1200">
                <a:solidFill>
                  <a:srgbClr val="FFFFFF"/>
                </a:solidFill>
                <a:latin typeface="72 Brand"/>
              </a:rPr>
              <a:t>#164323</a:t>
            </a:r>
          </a:p>
        </p:txBody>
      </p:sp>
      <p:sp>
        <p:nvSpPr>
          <p:cNvPr id="26" name="Freeform 78">
            <a:extLst>
              <a:ext uri="{FF2B5EF4-FFF2-40B4-BE49-F238E27FC236}">
                <a16:creationId xmlns:a16="http://schemas.microsoft.com/office/drawing/2014/main" id="{44AC23F7-268E-D9FD-AC0B-EB4A4CB13536}"/>
              </a:ext>
            </a:extLst>
          </p:cNvPr>
          <p:cNvSpPr/>
          <p:nvPr userDrawn="1"/>
        </p:nvSpPr>
        <p:spPr>
          <a:xfrm>
            <a:off x="10050689" y="2924096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0E2B16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FFFFFF"/>
                </a:solidFill>
                <a:latin typeface="72 Brand"/>
              </a:rPr>
              <a:t>Green 11</a:t>
            </a:r>
            <a:br>
              <a:rPr lang="en-US" sz="1200">
                <a:solidFill>
                  <a:srgbClr val="FFFFFF"/>
                </a:solidFill>
                <a:latin typeface="72 Brand"/>
              </a:rPr>
            </a:br>
            <a:r>
              <a:rPr lang="en-US" sz="1200">
                <a:solidFill>
                  <a:srgbClr val="FFFFFF"/>
                </a:solidFill>
                <a:latin typeface="72 Brand"/>
              </a:rPr>
              <a:t>#0E2B16</a:t>
            </a:r>
          </a:p>
        </p:txBody>
      </p:sp>
      <p:sp>
        <p:nvSpPr>
          <p:cNvPr id="27" name="Freeform 83">
            <a:extLst>
              <a:ext uri="{FF2B5EF4-FFF2-40B4-BE49-F238E27FC236}">
                <a16:creationId xmlns:a16="http://schemas.microsoft.com/office/drawing/2014/main" id="{FCD2E78F-C379-DA9E-AC51-45BB0ACD8CDC}"/>
              </a:ext>
            </a:extLst>
          </p:cNvPr>
          <p:cNvSpPr/>
          <p:nvPr userDrawn="1"/>
        </p:nvSpPr>
        <p:spPr>
          <a:xfrm>
            <a:off x="504001" y="3519559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FFF3B8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000000"/>
                </a:solidFill>
                <a:latin typeface="72 Brand"/>
              </a:rPr>
              <a:t>Mango 2</a:t>
            </a:r>
            <a:br>
              <a:rPr lang="en-US" sz="1200">
                <a:solidFill>
                  <a:srgbClr val="000000"/>
                </a:solidFill>
                <a:latin typeface="72 Brand"/>
              </a:rPr>
            </a:br>
            <a:r>
              <a:rPr lang="en-US" sz="1200">
                <a:solidFill>
                  <a:srgbClr val="000000"/>
                </a:solidFill>
                <a:latin typeface="72 Brand"/>
              </a:rPr>
              <a:t>#FFF3B8</a:t>
            </a:r>
          </a:p>
        </p:txBody>
      </p:sp>
      <p:sp>
        <p:nvSpPr>
          <p:cNvPr id="28" name="Freeform 88">
            <a:extLst>
              <a:ext uri="{FF2B5EF4-FFF2-40B4-BE49-F238E27FC236}">
                <a16:creationId xmlns:a16="http://schemas.microsoft.com/office/drawing/2014/main" id="{8F604492-C37F-A63E-B6EF-C1D9DA958F6A}"/>
              </a:ext>
            </a:extLst>
          </p:cNvPr>
          <p:cNvSpPr/>
          <p:nvPr userDrawn="1"/>
        </p:nvSpPr>
        <p:spPr>
          <a:xfrm>
            <a:off x="2405161" y="3519559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FFC933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000000"/>
                </a:solidFill>
                <a:latin typeface="72 Brand"/>
              </a:rPr>
              <a:t>Mango 4</a:t>
            </a:r>
            <a:br>
              <a:rPr lang="en-US" sz="1200">
                <a:solidFill>
                  <a:srgbClr val="000000"/>
                </a:solidFill>
                <a:latin typeface="72 Brand"/>
              </a:rPr>
            </a:br>
            <a:r>
              <a:rPr lang="en-US" sz="1200">
                <a:solidFill>
                  <a:srgbClr val="000000"/>
                </a:solidFill>
                <a:latin typeface="72 Brand"/>
              </a:rPr>
              <a:t>#FFC933</a:t>
            </a:r>
          </a:p>
        </p:txBody>
      </p:sp>
      <p:sp>
        <p:nvSpPr>
          <p:cNvPr id="29" name="Freeform 87">
            <a:extLst>
              <a:ext uri="{FF2B5EF4-FFF2-40B4-BE49-F238E27FC236}">
                <a16:creationId xmlns:a16="http://schemas.microsoft.com/office/drawing/2014/main" id="{1903B33E-7553-03DE-1850-350C0DCE0478}"/>
              </a:ext>
            </a:extLst>
          </p:cNvPr>
          <p:cNvSpPr/>
          <p:nvPr userDrawn="1"/>
        </p:nvSpPr>
        <p:spPr>
          <a:xfrm>
            <a:off x="4306321" y="3519559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chemeClr val="accent1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latin typeface="72 Brand"/>
              </a:rPr>
              <a:t>Mango 6</a:t>
            </a:r>
            <a:br>
              <a:rPr lang="en-US" sz="1200">
                <a:latin typeface="72 Brand"/>
              </a:rPr>
            </a:br>
            <a:r>
              <a:rPr lang="en-US" sz="1200">
                <a:latin typeface="72 Brand"/>
              </a:rPr>
              <a:t>#E76500</a:t>
            </a:r>
          </a:p>
        </p:txBody>
      </p:sp>
      <p:sp>
        <p:nvSpPr>
          <p:cNvPr id="30" name="Freeform 86">
            <a:extLst>
              <a:ext uri="{FF2B5EF4-FFF2-40B4-BE49-F238E27FC236}">
                <a16:creationId xmlns:a16="http://schemas.microsoft.com/office/drawing/2014/main" id="{220419B0-04C2-995C-B267-365BA4A8314C}"/>
              </a:ext>
            </a:extLst>
          </p:cNvPr>
          <p:cNvSpPr/>
          <p:nvPr userDrawn="1"/>
        </p:nvSpPr>
        <p:spPr>
          <a:xfrm>
            <a:off x="6227422" y="3519559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C35500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FFFFFF"/>
                </a:solidFill>
                <a:latin typeface="72 Brand"/>
              </a:rPr>
              <a:t>Mango 7</a:t>
            </a:r>
            <a:br>
              <a:rPr lang="en-US" sz="1200">
                <a:solidFill>
                  <a:srgbClr val="FFFFFF"/>
                </a:solidFill>
                <a:latin typeface="72 Brand"/>
              </a:rPr>
            </a:br>
            <a:r>
              <a:rPr lang="en-US" sz="1200">
                <a:solidFill>
                  <a:srgbClr val="FFFFFF"/>
                </a:solidFill>
                <a:latin typeface="72 Brand"/>
              </a:rPr>
              <a:t>#C35500</a:t>
            </a:r>
          </a:p>
        </p:txBody>
      </p:sp>
      <p:sp>
        <p:nvSpPr>
          <p:cNvPr id="31" name="Freeform 85">
            <a:extLst>
              <a:ext uri="{FF2B5EF4-FFF2-40B4-BE49-F238E27FC236}">
                <a16:creationId xmlns:a16="http://schemas.microsoft.com/office/drawing/2014/main" id="{5291C6D6-3C0A-1EC1-0DE4-3468327A01FC}"/>
              </a:ext>
            </a:extLst>
          </p:cNvPr>
          <p:cNvSpPr/>
          <p:nvPr userDrawn="1"/>
        </p:nvSpPr>
        <p:spPr>
          <a:xfrm>
            <a:off x="8129588" y="3518734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6D1900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FFFFFF"/>
                </a:solidFill>
                <a:latin typeface="72 Brand"/>
              </a:rPr>
              <a:t>Mango 10</a:t>
            </a:r>
            <a:br>
              <a:rPr lang="en-US" sz="1200">
                <a:solidFill>
                  <a:srgbClr val="FFFFFF"/>
                </a:solidFill>
                <a:latin typeface="72 Brand"/>
              </a:rPr>
            </a:br>
            <a:r>
              <a:rPr lang="en-US" sz="1200">
                <a:solidFill>
                  <a:srgbClr val="FFFFFF"/>
                </a:solidFill>
                <a:latin typeface="72 Brand"/>
              </a:rPr>
              <a:t>#6D1900</a:t>
            </a:r>
          </a:p>
        </p:txBody>
      </p:sp>
      <p:sp>
        <p:nvSpPr>
          <p:cNvPr id="32" name="Freeform 84">
            <a:extLst>
              <a:ext uri="{FF2B5EF4-FFF2-40B4-BE49-F238E27FC236}">
                <a16:creationId xmlns:a16="http://schemas.microsoft.com/office/drawing/2014/main" id="{0C8AFC63-A495-CD19-A678-5D1C65A0F630}"/>
              </a:ext>
            </a:extLst>
          </p:cNvPr>
          <p:cNvSpPr/>
          <p:nvPr userDrawn="1"/>
        </p:nvSpPr>
        <p:spPr>
          <a:xfrm>
            <a:off x="10050689" y="3518734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450B00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FFFFFF"/>
                </a:solidFill>
                <a:latin typeface="72 Brand"/>
              </a:rPr>
              <a:t>Mango 11</a:t>
            </a:r>
            <a:br>
              <a:rPr lang="en-US" sz="1200">
                <a:solidFill>
                  <a:srgbClr val="FFFFFF"/>
                </a:solidFill>
                <a:latin typeface="72 Brand"/>
              </a:rPr>
            </a:br>
            <a:r>
              <a:rPr lang="en-US" sz="1200">
                <a:solidFill>
                  <a:srgbClr val="FFFFFF"/>
                </a:solidFill>
                <a:latin typeface="72 Brand"/>
              </a:rPr>
              <a:t>#450B00</a:t>
            </a:r>
          </a:p>
        </p:txBody>
      </p:sp>
      <p:sp>
        <p:nvSpPr>
          <p:cNvPr id="33" name="Freeform 89">
            <a:extLst>
              <a:ext uri="{FF2B5EF4-FFF2-40B4-BE49-F238E27FC236}">
                <a16:creationId xmlns:a16="http://schemas.microsoft.com/office/drawing/2014/main" id="{88F1E754-E8C5-5438-3533-D344315E7FC2}"/>
              </a:ext>
            </a:extLst>
          </p:cNvPr>
          <p:cNvSpPr/>
          <p:nvPr userDrawn="1"/>
        </p:nvSpPr>
        <p:spPr>
          <a:xfrm>
            <a:off x="504001" y="4114197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FFD5EA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000000"/>
                </a:solidFill>
                <a:latin typeface="72 Brand"/>
              </a:rPr>
              <a:t>Red 2</a:t>
            </a:r>
            <a:br>
              <a:rPr lang="en-US" sz="1200">
                <a:solidFill>
                  <a:srgbClr val="000000"/>
                </a:solidFill>
                <a:latin typeface="72 Brand"/>
              </a:rPr>
            </a:br>
            <a:r>
              <a:rPr lang="en-US" sz="1200">
                <a:solidFill>
                  <a:srgbClr val="000000"/>
                </a:solidFill>
                <a:latin typeface="72 Brand"/>
              </a:rPr>
              <a:t>#FFD5EA</a:t>
            </a:r>
          </a:p>
        </p:txBody>
      </p:sp>
      <p:sp>
        <p:nvSpPr>
          <p:cNvPr id="34" name="Freeform 94">
            <a:extLst>
              <a:ext uri="{FF2B5EF4-FFF2-40B4-BE49-F238E27FC236}">
                <a16:creationId xmlns:a16="http://schemas.microsoft.com/office/drawing/2014/main" id="{F9CAB2F5-111E-9B62-A950-2766E6062CBF}"/>
              </a:ext>
            </a:extLst>
          </p:cNvPr>
          <p:cNvSpPr/>
          <p:nvPr userDrawn="1"/>
        </p:nvSpPr>
        <p:spPr>
          <a:xfrm>
            <a:off x="2405161" y="4114197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FF8CB2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000000"/>
                </a:solidFill>
                <a:latin typeface="72 Brand"/>
              </a:rPr>
              <a:t>Red 4</a:t>
            </a:r>
            <a:br>
              <a:rPr lang="en-US" sz="1200">
                <a:solidFill>
                  <a:srgbClr val="000000"/>
                </a:solidFill>
                <a:latin typeface="72 Brand"/>
              </a:rPr>
            </a:br>
            <a:r>
              <a:rPr lang="en-US" sz="1200">
                <a:solidFill>
                  <a:srgbClr val="000000"/>
                </a:solidFill>
                <a:latin typeface="72 Brand"/>
              </a:rPr>
              <a:t>#FF8CB2</a:t>
            </a:r>
          </a:p>
        </p:txBody>
      </p:sp>
      <p:sp>
        <p:nvSpPr>
          <p:cNvPr id="35" name="Freeform 93">
            <a:extLst>
              <a:ext uri="{FF2B5EF4-FFF2-40B4-BE49-F238E27FC236}">
                <a16:creationId xmlns:a16="http://schemas.microsoft.com/office/drawing/2014/main" id="{20875E28-2038-256F-D469-19622F84F475}"/>
              </a:ext>
            </a:extLst>
          </p:cNvPr>
          <p:cNvSpPr/>
          <p:nvPr userDrawn="1"/>
        </p:nvSpPr>
        <p:spPr>
          <a:xfrm>
            <a:off x="4306321" y="4114197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EE3939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latin typeface="72 Brand"/>
              </a:rPr>
              <a:t>Red 6</a:t>
            </a:r>
            <a:br>
              <a:rPr lang="en-US" sz="1200">
                <a:latin typeface="72 Brand"/>
              </a:rPr>
            </a:br>
            <a:r>
              <a:rPr lang="en-US" sz="1200">
                <a:latin typeface="72 Brand"/>
              </a:rPr>
              <a:t>#EE3939</a:t>
            </a:r>
          </a:p>
        </p:txBody>
      </p:sp>
      <p:sp>
        <p:nvSpPr>
          <p:cNvPr id="36" name="Freeform 92">
            <a:extLst>
              <a:ext uri="{FF2B5EF4-FFF2-40B4-BE49-F238E27FC236}">
                <a16:creationId xmlns:a16="http://schemas.microsoft.com/office/drawing/2014/main" id="{54067863-63ED-3E20-7BA9-91BA18863CAC}"/>
              </a:ext>
            </a:extLst>
          </p:cNvPr>
          <p:cNvSpPr/>
          <p:nvPr userDrawn="1"/>
        </p:nvSpPr>
        <p:spPr>
          <a:xfrm>
            <a:off x="6227422" y="4114197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D20A0A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FFFFFF"/>
                </a:solidFill>
                <a:latin typeface="72 Brand"/>
              </a:rPr>
              <a:t>Red 7</a:t>
            </a:r>
            <a:br>
              <a:rPr lang="en-US" sz="1200">
                <a:solidFill>
                  <a:srgbClr val="FFFFFF"/>
                </a:solidFill>
                <a:latin typeface="72 Brand"/>
              </a:rPr>
            </a:br>
            <a:r>
              <a:rPr lang="en-US" sz="1200">
                <a:solidFill>
                  <a:srgbClr val="FFFFFF"/>
                </a:solidFill>
                <a:latin typeface="72 Brand"/>
              </a:rPr>
              <a:t>#D20A0A</a:t>
            </a:r>
          </a:p>
        </p:txBody>
      </p:sp>
      <p:sp>
        <p:nvSpPr>
          <p:cNvPr id="37" name="Freeform 91">
            <a:extLst>
              <a:ext uri="{FF2B5EF4-FFF2-40B4-BE49-F238E27FC236}">
                <a16:creationId xmlns:a16="http://schemas.microsoft.com/office/drawing/2014/main" id="{16AC9816-9312-095C-CA75-9BB225C4252E}"/>
              </a:ext>
            </a:extLst>
          </p:cNvPr>
          <p:cNvSpPr/>
          <p:nvPr userDrawn="1"/>
        </p:nvSpPr>
        <p:spPr>
          <a:xfrm>
            <a:off x="8129588" y="4113372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5A0404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FFFFFF"/>
                </a:solidFill>
                <a:latin typeface="72 Brand"/>
              </a:rPr>
              <a:t>Red 10</a:t>
            </a:r>
            <a:br>
              <a:rPr lang="en-US" sz="1200">
                <a:solidFill>
                  <a:srgbClr val="FFFFFF"/>
                </a:solidFill>
                <a:latin typeface="72 Brand"/>
              </a:rPr>
            </a:br>
            <a:r>
              <a:rPr lang="en-US" sz="1200">
                <a:solidFill>
                  <a:srgbClr val="FFFFFF"/>
                </a:solidFill>
                <a:latin typeface="72 Brand"/>
              </a:rPr>
              <a:t>#5A0404</a:t>
            </a:r>
          </a:p>
        </p:txBody>
      </p:sp>
      <p:sp>
        <p:nvSpPr>
          <p:cNvPr id="38" name="Freeform 90">
            <a:extLst>
              <a:ext uri="{FF2B5EF4-FFF2-40B4-BE49-F238E27FC236}">
                <a16:creationId xmlns:a16="http://schemas.microsoft.com/office/drawing/2014/main" id="{AEF6149F-55EA-8B85-D5DF-EFB6B2FF4645}"/>
              </a:ext>
            </a:extLst>
          </p:cNvPr>
          <p:cNvSpPr/>
          <p:nvPr userDrawn="1"/>
        </p:nvSpPr>
        <p:spPr>
          <a:xfrm>
            <a:off x="10050689" y="4113372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350000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FFFFFF"/>
                </a:solidFill>
                <a:latin typeface="72 Brand"/>
              </a:rPr>
              <a:t>Red 11</a:t>
            </a:r>
            <a:br>
              <a:rPr lang="en-US" sz="1200">
                <a:solidFill>
                  <a:srgbClr val="FFFFFF"/>
                </a:solidFill>
                <a:latin typeface="72 Brand"/>
              </a:rPr>
            </a:br>
            <a:r>
              <a:rPr lang="en-US" sz="1200">
                <a:solidFill>
                  <a:srgbClr val="FFFFFF"/>
                </a:solidFill>
                <a:latin typeface="72 Brand"/>
              </a:rPr>
              <a:t>#350000</a:t>
            </a:r>
          </a:p>
        </p:txBody>
      </p:sp>
      <p:sp>
        <p:nvSpPr>
          <p:cNvPr id="39" name="Freeform 95">
            <a:extLst>
              <a:ext uri="{FF2B5EF4-FFF2-40B4-BE49-F238E27FC236}">
                <a16:creationId xmlns:a16="http://schemas.microsoft.com/office/drawing/2014/main" id="{4027EC94-48C6-D9D1-D350-2C19E151F706}"/>
              </a:ext>
            </a:extLst>
          </p:cNvPr>
          <p:cNvSpPr/>
          <p:nvPr userDrawn="1"/>
        </p:nvSpPr>
        <p:spPr>
          <a:xfrm>
            <a:off x="504001" y="4708836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FFDCE8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000000"/>
                </a:solidFill>
                <a:latin typeface="72 Brand"/>
              </a:rPr>
              <a:t>Raspberry 2</a:t>
            </a:r>
            <a:br>
              <a:rPr lang="en-US" sz="1200">
                <a:solidFill>
                  <a:srgbClr val="000000"/>
                </a:solidFill>
                <a:latin typeface="72 Brand"/>
              </a:rPr>
            </a:br>
            <a:r>
              <a:rPr lang="en-US" sz="1200">
                <a:solidFill>
                  <a:srgbClr val="000000"/>
                </a:solidFill>
                <a:latin typeface="72 Brand"/>
              </a:rPr>
              <a:t>#FFDCE8</a:t>
            </a:r>
          </a:p>
        </p:txBody>
      </p:sp>
      <p:sp>
        <p:nvSpPr>
          <p:cNvPr id="40" name="Freeform 100">
            <a:extLst>
              <a:ext uri="{FF2B5EF4-FFF2-40B4-BE49-F238E27FC236}">
                <a16:creationId xmlns:a16="http://schemas.microsoft.com/office/drawing/2014/main" id="{74AAC3CA-6774-EA05-39D2-6BFA7B4DF9B5}"/>
              </a:ext>
            </a:extLst>
          </p:cNvPr>
          <p:cNvSpPr/>
          <p:nvPr userDrawn="1"/>
        </p:nvSpPr>
        <p:spPr>
          <a:xfrm>
            <a:off x="2405161" y="4708836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FEADC8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000000"/>
                </a:solidFill>
                <a:latin typeface="72 Brand"/>
              </a:rPr>
              <a:t>Raspberry 4</a:t>
            </a:r>
            <a:br>
              <a:rPr lang="en-US" sz="1200">
                <a:solidFill>
                  <a:srgbClr val="000000"/>
                </a:solidFill>
                <a:latin typeface="72 Brand"/>
              </a:rPr>
            </a:br>
            <a:r>
              <a:rPr lang="en-US" sz="1200">
                <a:solidFill>
                  <a:srgbClr val="000000"/>
                </a:solidFill>
                <a:latin typeface="72 Brand"/>
              </a:rPr>
              <a:t>#FEADC8</a:t>
            </a:r>
          </a:p>
        </p:txBody>
      </p:sp>
      <p:sp>
        <p:nvSpPr>
          <p:cNvPr id="41" name="Freeform 99">
            <a:extLst>
              <a:ext uri="{FF2B5EF4-FFF2-40B4-BE49-F238E27FC236}">
                <a16:creationId xmlns:a16="http://schemas.microsoft.com/office/drawing/2014/main" id="{81CE6DC8-B91F-EDAE-0084-E839B0BE2C32}"/>
              </a:ext>
            </a:extLst>
          </p:cNvPr>
          <p:cNvSpPr/>
          <p:nvPr userDrawn="1"/>
        </p:nvSpPr>
        <p:spPr>
          <a:xfrm>
            <a:off x="4306321" y="4708836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chemeClr val="accent4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latin typeface="72 Brand"/>
              </a:rPr>
              <a:t>Raspberry 6</a:t>
            </a:r>
            <a:br>
              <a:rPr lang="en-US" sz="1200">
                <a:latin typeface="72 Brand"/>
              </a:rPr>
            </a:br>
            <a:r>
              <a:rPr lang="en-US" sz="1200">
                <a:latin typeface="72 Brand"/>
              </a:rPr>
              <a:t>#FA4F96</a:t>
            </a:r>
          </a:p>
        </p:txBody>
      </p:sp>
      <p:sp>
        <p:nvSpPr>
          <p:cNvPr id="42" name="Freeform 98">
            <a:extLst>
              <a:ext uri="{FF2B5EF4-FFF2-40B4-BE49-F238E27FC236}">
                <a16:creationId xmlns:a16="http://schemas.microsoft.com/office/drawing/2014/main" id="{445568CB-5C4B-F612-2395-62D135B605D9}"/>
              </a:ext>
            </a:extLst>
          </p:cNvPr>
          <p:cNvSpPr/>
          <p:nvPr userDrawn="1"/>
        </p:nvSpPr>
        <p:spPr>
          <a:xfrm>
            <a:off x="6227422" y="4708836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DF1278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FFFFFF"/>
                </a:solidFill>
                <a:latin typeface="72 Brand"/>
              </a:rPr>
              <a:t>Raspberry 7</a:t>
            </a:r>
            <a:br>
              <a:rPr lang="en-US" sz="1200">
                <a:solidFill>
                  <a:srgbClr val="FFFFFF"/>
                </a:solidFill>
                <a:latin typeface="72 Brand"/>
              </a:rPr>
            </a:br>
            <a:r>
              <a:rPr lang="en-US" sz="1200">
                <a:solidFill>
                  <a:srgbClr val="FFFFFF"/>
                </a:solidFill>
                <a:latin typeface="72 Brand"/>
              </a:rPr>
              <a:t>#DF1278</a:t>
            </a:r>
          </a:p>
        </p:txBody>
      </p:sp>
      <p:sp>
        <p:nvSpPr>
          <p:cNvPr id="43" name="Freeform 97">
            <a:extLst>
              <a:ext uri="{FF2B5EF4-FFF2-40B4-BE49-F238E27FC236}">
                <a16:creationId xmlns:a16="http://schemas.microsoft.com/office/drawing/2014/main" id="{880D550A-2A0C-9B91-BC01-2F055CD55C3E}"/>
              </a:ext>
            </a:extLst>
          </p:cNvPr>
          <p:cNvSpPr/>
          <p:nvPr userDrawn="1"/>
        </p:nvSpPr>
        <p:spPr>
          <a:xfrm>
            <a:off x="8129588" y="4708011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71014B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FFFFFF"/>
                </a:solidFill>
                <a:latin typeface="72 Brand"/>
              </a:rPr>
              <a:t>Raspberry 10</a:t>
            </a:r>
            <a:br>
              <a:rPr lang="en-US" sz="1200">
                <a:solidFill>
                  <a:srgbClr val="FFFFFF"/>
                </a:solidFill>
                <a:latin typeface="72 Brand"/>
              </a:rPr>
            </a:br>
            <a:r>
              <a:rPr lang="en-US" sz="1200">
                <a:solidFill>
                  <a:srgbClr val="FFFFFF"/>
                </a:solidFill>
                <a:latin typeface="72 Brand"/>
              </a:rPr>
              <a:t>#71014B</a:t>
            </a:r>
          </a:p>
        </p:txBody>
      </p:sp>
      <p:sp>
        <p:nvSpPr>
          <p:cNvPr id="44" name="Freeform 96">
            <a:extLst>
              <a:ext uri="{FF2B5EF4-FFF2-40B4-BE49-F238E27FC236}">
                <a16:creationId xmlns:a16="http://schemas.microsoft.com/office/drawing/2014/main" id="{B990BC40-0AED-879D-23F0-E5EC2B7BFC43}"/>
              </a:ext>
            </a:extLst>
          </p:cNvPr>
          <p:cNvSpPr/>
          <p:nvPr userDrawn="1"/>
        </p:nvSpPr>
        <p:spPr>
          <a:xfrm>
            <a:off x="10050689" y="4708011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510136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FFFFFF"/>
                </a:solidFill>
                <a:latin typeface="72 Brand"/>
              </a:rPr>
              <a:t>Raspberry 11</a:t>
            </a:r>
            <a:br>
              <a:rPr lang="en-US" sz="1200">
                <a:solidFill>
                  <a:srgbClr val="FFFFFF"/>
                </a:solidFill>
                <a:latin typeface="72 Brand"/>
              </a:rPr>
            </a:br>
            <a:r>
              <a:rPr lang="en-US" sz="1200">
                <a:solidFill>
                  <a:srgbClr val="FFFFFF"/>
                </a:solidFill>
                <a:latin typeface="72 Brand"/>
              </a:rPr>
              <a:t>#510136</a:t>
            </a:r>
          </a:p>
        </p:txBody>
      </p:sp>
      <p:sp>
        <p:nvSpPr>
          <p:cNvPr id="45" name="Freeform 101">
            <a:extLst>
              <a:ext uri="{FF2B5EF4-FFF2-40B4-BE49-F238E27FC236}">
                <a16:creationId xmlns:a16="http://schemas.microsoft.com/office/drawing/2014/main" id="{917F0007-E6BC-B6A0-B878-68DA78CFED8B}"/>
              </a:ext>
            </a:extLst>
          </p:cNvPr>
          <p:cNvSpPr/>
          <p:nvPr userDrawn="1"/>
        </p:nvSpPr>
        <p:spPr>
          <a:xfrm>
            <a:off x="504001" y="5303474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FFDCF3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000000"/>
                </a:solidFill>
                <a:latin typeface="72 Brand"/>
              </a:rPr>
              <a:t>Pink 2</a:t>
            </a:r>
            <a:br>
              <a:rPr lang="en-US" sz="1200">
                <a:solidFill>
                  <a:srgbClr val="000000"/>
                </a:solidFill>
                <a:latin typeface="72 Brand"/>
              </a:rPr>
            </a:br>
            <a:r>
              <a:rPr lang="en-US" sz="1200">
                <a:solidFill>
                  <a:srgbClr val="000000"/>
                </a:solidFill>
                <a:latin typeface="72 Brand"/>
              </a:rPr>
              <a:t>#FFDCF3</a:t>
            </a:r>
          </a:p>
        </p:txBody>
      </p:sp>
      <p:sp>
        <p:nvSpPr>
          <p:cNvPr id="46" name="Freeform 106">
            <a:extLst>
              <a:ext uri="{FF2B5EF4-FFF2-40B4-BE49-F238E27FC236}">
                <a16:creationId xmlns:a16="http://schemas.microsoft.com/office/drawing/2014/main" id="{0AD9E1EE-5506-751B-38EA-38841C8A80ED}"/>
              </a:ext>
            </a:extLst>
          </p:cNvPr>
          <p:cNvSpPr/>
          <p:nvPr userDrawn="1"/>
        </p:nvSpPr>
        <p:spPr>
          <a:xfrm>
            <a:off x="2405161" y="5303474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FF8AF0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000000"/>
                </a:solidFill>
                <a:latin typeface="72 Brand"/>
              </a:rPr>
              <a:t>Pink 4</a:t>
            </a:r>
            <a:br>
              <a:rPr lang="en-US" sz="1200">
                <a:solidFill>
                  <a:srgbClr val="000000"/>
                </a:solidFill>
                <a:latin typeface="72 Brand"/>
              </a:rPr>
            </a:br>
            <a:r>
              <a:rPr lang="en-US" sz="1200">
                <a:solidFill>
                  <a:srgbClr val="000000"/>
                </a:solidFill>
                <a:latin typeface="72 Brand"/>
              </a:rPr>
              <a:t>#FF8AF0</a:t>
            </a:r>
          </a:p>
        </p:txBody>
      </p:sp>
      <p:sp>
        <p:nvSpPr>
          <p:cNvPr id="47" name="Freeform 105">
            <a:extLst>
              <a:ext uri="{FF2B5EF4-FFF2-40B4-BE49-F238E27FC236}">
                <a16:creationId xmlns:a16="http://schemas.microsoft.com/office/drawing/2014/main" id="{33BC0809-597B-D705-027A-A75FF023724C}"/>
              </a:ext>
            </a:extLst>
          </p:cNvPr>
          <p:cNvSpPr/>
          <p:nvPr userDrawn="1"/>
        </p:nvSpPr>
        <p:spPr>
          <a:xfrm>
            <a:off x="4306321" y="5303474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F31DED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latin typeface="72 Brand"/>
              </a:rPr>
              <a:t>Pink 6</a:t>
            </a:r>
            <a:br>
              <a:rPr lang="en-US" sz="1200">
                <a:latin typeface="72 Brand"/>
              </a:rPr>
            </a:br>
            <a:r>
              <a:rPr lang="en-US" sz="1200">
                <a:latin typeface="72 Brand"/>
              </a:rPr>
              <a:t>#F31DED</a:t>
            </a:r>
          </a:p>
        </p:txBody>
      </p:sp>
      <p:sp>
        <p:nvSpPr>
          <p:cNvPr id="48" name="Freeform 104">
            <a:extLst>
              <a:ext uri="{FF2B5EF4-FFF2-40B4-BE49-F238E27FC236}">
                <a16:creationId xmlns:a16="http://schemas.microsoft.com/office/drawing/2014/main" id="{EA8325A0-3800-3844-7028-1335F7DA6DD4}"/>
              </a:ext>
            </a:extLst>
          </p:cNvPr>
          <p:cNvSpPr/>
          <p:nvPr userDrawn="1"/>
        </p:nvSpPr>
        <p:spPr>
          <a:xfrm>
            <a:off x="6227422" y="5303474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CC00DC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FFFFFF"/>
                </a:solidFill>
                <a:latin typeface="72 Brand"/>
              </a:rPr>
              <a:t>Pink 7</a:t>
            </a:r>
            <a:br>
              <a:rPr lang="en-US" sz="1200">
                <a:solidFill>
                  <a:srgbClr val="FFFFFF"/>
                </a:solidFill>
                <a:latin typeface="72 Brand"/>
              </a:rPr>
            </a:br>
            <a:r>
              <a:rPr lang="en-US" sz="1200">
                <a:solidFill>
                  <a:srgbClr val="FFFFFF"/>
                </a:solidFill>
                <a:latin typeface="72 Brand"/>
              </a:rPr>
              <a:t>#CC00DC</a:t>
            </a:r>
          </a:p>
        </p:txBody>
      </p:sp>
      <p:sp>
        <p:nvSpPr>
          <p:cNvPr id="49" name="Freeform 103">
            <a:extLst>
              <a:ext uri="{FF2B5EF4-FFF2-40B4-BE49-F238E27FC236}">
                <a16:creationId xmlns:a16="http://schemas.microsoft.com/office/drawing/2014/main" id="{0FAC4B6B-3B2C-409E-6B7B-3332654C7A79}"/>
              </a:ext>
            </a:extLst>
          </p:cNvPr>
          <p:cNvSpPr/>
          <p:nvPr userDrawn="1"/>
        </p:nvSpPr>
        <p:spPr>
          <a:xfrm>
            <a:off x="8129588" y="5302649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510080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FFFFFF"/>
                </a:solidFill>
                <a:latin typeface="72 Brand"/>
              </a:rPr>
              <a:t>Pink 10</a:t>
            </a:r>
            <a:br>
              <a:rPr lang="en-US" sz="1200">
                <a:solidFill>
                  <a:srgbClr val="FFFFFF"/>
                </a:solidFill>
                <a:latin typeface="72 Brand"/>
              </a:rPr>
            </a:br>
            <a:r>
              <a:rPr lang="en-US" sz="1200">
                <a:solidFill>
                  <a:srgbClr val="FFFFFF"/>
                </a:solidFill>
                <a:latin typeface="72 Brand"/>
              </a:rPr>
              <a:t>#510080</a:t>
            </a:r>
          </a:p>
        </p:txBody>
      </p:sp>
      <p:sp>
        <p:nvSpPr>
          <p:cNvPr id="50" name="Freeform 102">
            <a:extLst>
              <a:ext uri="{FF2B5EF4-FFF2-40B4-BE49-F238E27FC236}">
                <a16:creationId xmlns:a16="http://schemas.microsoft.com/office/drawing/2014/main" id="{6A62005D-6E71-B214-2A29-BFD9F334AEF1}"/>
              </a:ext>
            </a:extLst>
          </p:cNvPr>
          <p:cNvSpPr/>
          <p:nvPr userDrawn="1"/>
        </p:nvSpPr>
        <p:spPr>
          <a:xfrm>
            <a:off x="10050689" y="5302649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28004A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FFFFFF"/>
                </a:solidFill>
                <a:latin typeface="72 Brand"/>
              </a:rPr>
              <a:t>Pink 11</a:t>
            </a:r>
            <a:br>
              <a:rPr lang="en-US" sz="1200">
                <a:solidFill>
                  <a:srgbClr val="FFFFFF"/>
                </a:solidFill>
                <a:latin typeface="72 Brand"/>
              </a:rPr>
            </a:br>
            <a:r>
              <a:rPr lang="en-US" sz="1200">
                <a:solidFill>
                  <a:srgbClr val="FFFFFF"/>
                </a:solidFill>
                <a:latin typeface="72 Brand"/>
              </a:rPr>
              <a:t>#28004A</a:t>
            </a:r>
          </a:p>
        </p:txBody>
      </p:sp>
      <p:sp>
        <p:nvSpPr>
          <p:cNvPr id="51" name="Freeform 107">
            <a:extLst>
              <a:ext uri="{FF2B5EF4-FFF2-40B4-BE49-F238E27FC236}">
                <a16:creationId xmlns:a16="http://schemas.microsoft.com/office/drawing/2014/main" id="{F9558B7D-AA7B-F466-C1B6-364275904FF5}"/>
              </a:ext>
            </a:extLst>
          </p:cNvPr>
          <p:cNvSpPr/>
          <p:nvPr userDrawn="1"/>
        </p:nvSpPr>
        <p:spPr>
          <a:xfrm>
            <a:off x="504001" y="5898112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E2D8FF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000000"/>
                </a:solidFill>
                <a:latin typeface="72 Brand"/>
              </a:rPr>
              <a:t>Indigo 2</a:t>
            </a:r>
            <a:br>
              <a:rPr lang="en-US" sz="1200">
                <a:solidFill>
                  <a:srgbClr val="000000"/>
                </a:solidFill>
                <a:latin typeface="72 Brand"/>
              </a:rPr>
            </a:br>
            <a:r>
              <a:rPr lang="en-US" sz="1200">
                <a:solidFill>
                  <a:srgbClr val="000000"/>
                </a:solidFill>
                <a:latin typeface="72 Brand"/>
              </a:rPr>
              <a:t>#E2D8FF</a:t>
            </a:r>
          </a:p>
        </p:txBody>
      </p:sp>
      <p:sp>
        <p:nvSpPr>
          <p:cNvPr id="52" name="Freeform 112">
            <a:extLst>
              <a:ext uri="{FF2B5EF4-FFF2-40B4-BE49-F238E27FC236}">
                <a16:creationId xmlns:a16="http://schemas.microsoft.com/office/drawing/2014/main" id="{F58FB485-B376-0DC0-AC60-1825E34C0BFE}"/>
              </a:ext>
            </a:extLst>
          </p:cNvPr>
          <p:cNvSpPr/>
          <p:nvPr userDrawn="1"/>
        </p:nvSpPr>
        <p:spPr>
          <a:xfrm>
            <a:off x="2405161" y="5898112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B894FF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000000"/>
                </a:solidFill>
                <a:latin typeface="72 Brand"/>
              </a:rPr>
              <a:t>Indigo 4</a:t>
            </a:r>
            <a:br>
              <a:rPr lang="en-US" sz="1200">
                <a:solidFill>
                  <a:srgbClr val="000000"/>
                </a:solidFill>
                <a:latin typeface="72 Brand"/>
              </a:rPr>
            </a:br>
            <a:r>
              <a:rPr lang="en-US" sz="1200">
                <a:solidFill>
                  <a:srgbClr val="000000"/>
                </a:solidFill>
                <a:latin typeface="72 Brand"/>
              </a:rPr>
              <a:t>#B894FF</a:t>
            </a:r>
          </a:p>
        </p:txBody>
      </p:sp>
      <p:sp>
        <p:nvSpPr>
          <p:cNvPr id="53" name="Freeform 111">
            <a:extLst>
              <a:ext uri="{FF2B5EF4-FFF2-40B4-BE49-F238E27FC236}">
                <a16:creationId xmlns:a16="http://schemas.microsoft.com/office/drawing/2014/main" id="{E507AF13-4657-238A-2511-149A7719182F}"/>
              </a:ext>
            </a:extLst>
          </p:cNvPr>
          <p:cNvSpPr/>
          <p:nvPr userDrawn="1"/>
        </p:nvSpPr>
        <p:spPr>
          <a:xfrm>
            <a:off x="4306321" y="5898112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7858FF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FFFFFF"/>
                </a:solidFill>
                <a:latin typeface="72 Brand"/>
              </a:rPr>
              <a:t>Indigo 6</a:t>
            </a:r>
            <a:br>
              <a:rPr lang="en-US" sz="1200">
                <a:solidFill>
                  <a:srgbClr val="FFFFFF"/>
                </a:solidFill>
                <a:latin typeface="72 Brand"/>
              </a:rPr>
            </a:br>
            <a:r>
              <a:rPr lang="en-US" sz="1200">
                <a:solidFill>
                  <a:srgbClr val="FFFFFF"/>
                </a:solidFill>
                <a:latin typeface="72 Brand"/>
              </a:rPr>
              <a:t>#7858FF</a:t>
            </a:r>
          </a:p>
        </p:txBody>
      </p:sp>
      <p:sp>
        <p:nvSpPr>
          <p:cNvPr id="54" name="Freeform 110">
            <a:extLst>
              <a:ext uri="{FF2B5EF4-FFF2-40B4-BE49-F238E27FC236}">
                <a16:creationId xmlns:a16="http://schemas.microsoft.com/office/drawing/2014/main" id="{D856B3A7-2366-B45C-16D0-FE87105F81DD}"/>
              </a:ext>
            </a:extLst>
          </p:cNvPr>
          <p:cNvSpPr/>
          <p:nvPr userDrawn="1"/>
        </p:nvSpPr>
        <p:spPr>
          <a:xfrm>
            <a:off x="6227422" y="5898112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5D36FF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FFFFFF"/>
                </a:solidFill>
                <a:latin typeface="72 Brand"/>
              </a:rPr>
              <a:t>Indigo 7</a:t>
            </a:r>
            <a:br>
              <a:rPr lang="en-US" sz="1200">
                <a:solidFill>
                  <a:srgbClr val="FFFFFF"/>
                </a:solidFill>
                <a:latin typeface="72 Brand"/>
              </a:rPr>
            </a:br>
            <a:r>
              <a:rPr lang="en-US" sz="1200">
                <a:solidFill>
                  <a:srgbClr val="FFFFFF"/>
                </a:solidFill>
                <a:latin typeface="72 Brand"/>
              </a:rPr>
              <a:t>#5D36FF</a:t>
            </a:r>
          </a:p>
        </p:txBody>
      </p:sp>
      <p:sp>
        <p:nvSpPr>
          <p:cNvPr id="55" name="Freeform 109">
            <a:extLst>
              <a:ext uri="{FF2B5EF4-FFF2-40B4-BE49-F238E27FC236}">
                <a16:creationId xmlns:a16="http://schemas.microsoft.com/office/drawing/2014/main" id="{7799D5EF-EB56-B65F-BAE3-2C832902B6E1}"/>
              </a:ext>
            </a:extLst>
          </p:cNvPr>
          <p:cNvSpPr/>
          <p:nvPr userDrawn="1"/>
        </p:nvSpPr>
        <p:spPr>
          <a:xfrm>
            <a:off x="8129588" y="5897287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1C0C6E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FFFFFF"/>
                </a:solidFill>
                <a:latin typeface="72 Brand"/>
              </a:rPr>
              <a:t>Indigo 10</a:t>
            </a:r>
            <a:br>
              <a:rPr lang="en-US" sz="1200">
                <a:solidFill>
                  <a:srgbClr val="FFFFFF"/>
                </a:solidFill>
                <a:latin typeface="72 Brand"/>
              </a:rPr>
            </a:br>
            <a:r>
              <a:rPr lang="en-US" sz="1200">
                <a:solidFill>
                  <a:srgbClr val="FFFFFF"/>
                </a:solidFill>
                <a:latin typeface="72 Brand"/>
              </a:rPr>
              <a:t>#1C0C6E</a:t>
            </a:r>
          </a:p>
        </p:txBody>
      </p:sp>
      <p:sp>
        <p:nvSpPr>
          <p:cNvPr id="56" name="Freeform 108">
            <a:extLst>
              <a:ext uri="{FF2B5EF4-FFF2-40B4-BE49-F238E27FC236}">
                <a16:creationId xmlns:a16="http://schemas.microsoft.com/office/drawing/2014/main" id="{FEBFCC16-A965-7C12-80D6-5D77FCCE96ED}"/>
              </a:ext>
            </a:extLst>
          </p:cNvPr>
          <p:cNvSpPr/>
          <p:nvPr userDrawn="1"/>
        </p:nvSpPr>
        <p:spPr>
          <a:xfrm>
            <a:off x="10050689" y="5897287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0E0637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FFFFFF"/>
                </a:solidFill>
                <a:latin typeface="72 Brand"/>
              </a:rPr>
              <a:t>Indigo 11</a:t>
            </a:r>
            <a:br>
              <a:rPr lang="en-US" sz="1200">
                <a:solidFill>
                  <a:srgbClr val="FFFFFF"/>
                </a:solidFill>
                <a:latin typeface="72 Brand"/>
              </a:rPr>
            </a:br>
            <a:r>
              <a:rPr lang="en-US" sz="1200">
                <a:solidFill>
                  <a:srgbClr val="FFFFFF"/>
                </a:solidFill>
                <a:latin typeface="72 Brand"/>
              </a:rPr>
              <a:t>#0E0637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F07FA32D-3AB1-18F1-69D9-16F835A2D5D6}"/>
              </a:ext>
            </a:extLst>
          </p:cNvPr>
          <p:cNvSpPr txBox="1"/>
          <p:nvPr userDrawn="1"/>
        </p:nvSpPr>
        <p:spPr>
          <a:xfrm>
            <a:off x="504001" y="309985"/>
            <a:ext cx="5560809" cy="1938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GB" sz="1400">
                <a:latin typeface="+mn-lt"/>
              </a:rPr>
              <a:t>Delete this slide after reading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B80C01D-E3A8-4569-013D-D597865C884B}"/>
              </a:ext>
            </a:extLst>
          </p:cNvPr>
          <p:cNvSpPr txBox="1"/>
          <p:nvPr userDrawn="1"/>
        </p:nvSpPr>
        <p:spPr>
          <a:xfrm>
            <a:off x="505575" y="537299"/>
            <a:ext cx="10728000" cy="332399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>
              <a:lnSpc>
                <a:spcPct val="90000"/>
              </a:lnSpc>
            </a:pPr>
            <a:r>
              <a:rPr lang="en-GB" sz="2400">
                <a:latin typeface="72 Brand Medium" panose="020B0604030603020204" pitchFamily="34" charset="0"/>
              </a:rPr>
              <a:t>Tips &amp; tricks – your user guide – </a:t>
            </a:r>
            <a:r>
              <a:rPr lang="en-GB" sz="2400" err="1">
                <a:latin typeface="72 Brand Medium" panose="020B0604030603020204" pitchFamily="34" charset="0"/>
              </a:rPr>
              <a:t>color</a:t>
            </a:r>
            <a:r>
              <a:rPr lang="en-GB" sz="2400">
                <a:latin typeface="72 Brand Medium" panose="020B0604030603020204" pitchFamily="34" charset="0"/>
              </a:rPr>
              <a:t> palette</a:t>
            </a:r>
          </a:p>
        </p:txBody>
      </p:sp>
    </p:spTree>
    <p:extLst>
      <p:ext uri="{BB962C8B-B14F-4D97-AF65-F5344CB8AC3E}">
        <p14:creationId xmlns:p14="http://schemas.microsoft.com/office/powerpoint/2010/main" val="192234834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317">
          <p15:clr>
            <a:srgbClr val="FBAE40"/>
          </p15:clr>
        </p15:guide>
        <p15:guide id="4" orient="horz" pos="551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132452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genda items placeholder"/>
          <p:cNvSpPr>
            <a:spLocks noGrp="1"/>
          </p:cNvSpPr>
          <p:nvPr>
            <p:ph type="body" sz="quarter" idx="10" hasCustomPrompt="1"/>
          </p:nvPr>
        </p:nvSpPr>
        <p:spPr>
          <a:xfrm>
            <a:off x="504000" y="1620000"/>
            <a:ext cx="11185200" cy="4509338"/>
          </a:xfrm>
        </p:spPr>
        <p:txBody>
          <a:bodyPr>
            <a:normAutofit/>
          </a:bodyPr>
          <a:lstStyle>
            <a:lvl1pPr marL="0" marR="0" indent="0" algn="l" defTabSz="1088558" rtl="0" eaLnBrk="1" fontAlgn="auto" latinLnBrk="0" hangingPunct="1">
              <a:lnSpc>
                <a:spcPct val="100000"/>
              </a:lnSpc>
              <a:spcBef>
                <a:spcPts val="3000"/>
              </a:spcBef>
              <a:spcAft>
                <a:spcPts val="0"/>
              </a:spcAft>
              <a:buClr>
                <a:schemeClr val="accent1"/>
              </a:buClr>
              <a:buSzPct val="80000"/>
              <a:buFontTx/>
              <a:buNone/>
              <a:tabLst/>
              <a:defRPr sz="2000" b="0"/>
            </a:lvl1pPr>
            <a:lvl2pPr marL="179964" marR="0" indent="-179964" algn="l" defTabSz="1088558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Char char="§"/>
              <a:tabLst/>
              <a:defRPr sz="1800"/>
            </a:lvl2pPr>
            <a:lvl3pPr marL="359928" marR="0" indent="-179352" algn="l" defTabSz="1088558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Arial" pitchFamily="34" charset="0"/>
              <a:buChar char="–"/>
              <a:tabLst/>
              <a:defRPr sz="1800" baseline="0"/>
            </a:lvl3pPr>
            <a:lvl4pPr marL="539892" marR="0" indent="-179964" algn="l" defTabSz="1088558" rtl="0" eaLnBrk="1" fontAlgn="auto" latinLnBrk="0" hangingPunct="1">
              <a:lnSpc>
                <a:spcPct val="100000"/>
              </a:lnSpc>
              <a:spcBef>
                <a:spcPts val="25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Courier New" pitchFamily="49" charset="0"/>
              <a:buChar char="o"/>
              <a:tabLst/>
              <a:defRPr sz="1600"/>
            </a:lvl4pPr>
            <a:lvl5pPr>
              <a:buClr>
                <a:schemeClr val="accent2"/>
              </a:buClr>
              <a:buFont typeface="Arial" pitchFamily="34" charset="0"/>
              <a:buChar char="–"/>
              <a:defRPr/>
            </a:lvl5pPr>
          </a:lstStyle>
          <a:p>
            <a:pPr lvl="0"/>
            <a:r>
              <a:rPr lang="en-US"/>
              <a:t>Agenda Item/Divider Headline</a:t>
            </a:r>
          </a:p>
          <a:p>
            <a:pPr lvl="1"/>
            <a:r>
              <a:rPr lang="en-US"/>
              <a:t>Details</a:t>
            </a:r>
          </a:p>
        </p:txBody>
      </p:sp>
      <p:sp>
        <p:nvSpPr>
          <p:cNvPr id="3" name="Agenda title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Agenda</a:t>
            </a:r>
          </a:p>
        </p:txBody>
      </p:sp>
    </p:spTree>
    <p:extLst>
      <p:ext uri="{BB962C8B-B14F-4D97-AF65-F5344CB8AC3E}">
        <p14:creationId xmlns:p14="http://schemas.microsoft.com/office/powerpoint/2010/main" val="420773893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17">
          <p15:clr>
            <a:srgbClr val="FBAE40"/>
          </p15:clr>
        </p15:guide>
        <p15:guide id="2" orient="horz" pos="1020">
          <p15:clr>
            <a:srgbClr val="FBAE40"/>
          </p15:clr>
        </p15:guide>
        <p15:guide id="3" pos="7369">
          <p15:clr>
            <a:srgbClr val="FBAE40"/>
          </p15:clr>
        </p15:guide>
        <p15:guide id="4" orient="horz" pos="316">
          <p15:clr>
            <a:srgbClr val="FBAE40"/>
          </p15:clr>
        </p15:guide>
        <p15:guide id="5" orient="horz" pos="551">
          <p15:clr>
            <a:srgbClr val="FBAE40"/>
          </p15:clr>
        </p15:guide>
        <p15:guide id="6" orient="horz" pos="3992">
          <p15:clr>
            <a:srgbClr val="FBAE40"/>
          </p15:clr>
        </p15:guide>
      </p15:sldGuideLst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theme" Target="../theme/theme1.xml"/><Relationship Id="rId32" Type="http://schemas.openxmlformats.org/officeDocument/2006/relationships/tags" Target="../tags/tag2.xml"/><Relationship Id="rId33" Type="http://schemas.openxmlformats.org/officeDocument/2006/relationships/tags" Target="../tags/tag3.xml"/><Relationship Id="rId34" Type="http://schemas.openxmlformats.org/officeDocument/2006/relationships/tags" Target="../tags/tag4.xml"/><Relationship Id="rId35" Type="http://schemas.openxmlformats.org/officeDocument/2006/relationships/tags" Target="../tags/tag5.xml"/><Relationship Id="rId36" Type="http://schemas.openxmlformats.org/officeDocument/2006/relationships/tags" Target="../tags/tag6.xml"/><Relationship Id="rId37" Type="http://schemas.openxmlformats.org/officeDocument/2006/relationships/tags" Target="../tags/tag7.xml"/><Relationship Id="rId38" Type="http://schemas.openxmlformats.org/officeDocument/2006/relationships/tags" Target="../tags/tag8.xml"/><Relationship Id="rId39" Type="http://schemas.openxmlformats.org/officeDocument/2006/relationships/tags" Target="../tags/tag9.xml"/><Relationship Id="rId40" Type="http://schemas.openxmlformats.org/officeDocument/2006/relationships/tags" Target="../tags/tag10.xml"/><Relationship Id="rId41" Type="http://schemas.openxmlformats.org/officeDocument/2006/relationships/tags" Target="../tags/tag11.xml"/><Relationship Id="rId42" Type="http://schemas.openxmlformats.org/officeDocument/2006/relationships/tags" Target="../tags/tag12.xml"/><Relationship Id="rId43" Type="http://schemas.openxmlformats.org/officeDocument/2006/relationships/tags" Target="../tags/tag13.xml"/><Relationship Id="rId44" Type="http://schemas.openxmlformats.org/officeDocument/2006/relationships/tags" Target="../tags/tag14.xml"/><Relationship Id="rId45" Type="http://schemas.openxmlformats.org/officeDocument/2006/relationships/tags" Target="../tags/tag15.xml"/><Relationship Id="rId46" Type="http://schemas.openxmlformats.org/officeDocument/2006/relationships/tags" Target="../tags/tag16.xml"/><Relationship Id="rId47" Type="http://schemas.openxmlformats.org/officeDocument/2006/relationships/tags" Target="../tags/tag17.xml"/><Relationship Id="rId48" Type="http://schemas.openxmlformats.org/officeDocument/2006/relationships/tags" Target="../tags/tag18.xml"/><Relationship Id="rId49" Type="http://schemas.openxmlformats.org/officeDocument/2006/relationships/tags" Target="../tags/tag19.xml"/><Relationship Id="rId50" Type="http://schemas.openxmlformats.org/officeDocument/2006/relationships/tags" Target="../tags/tag20.xml"/><Relationship Id="rId51" Type="http://schemas.openxmlformats.org/officeDocument/2006/relationships/tags" Target="../tags/tag21.xml"/><Relationship Id="rId52" Type="http://schemas.openxmlformats.org/officeDocument/2006/relationships/tags" Target="../tags/tag22.xml"/><Relationship Id="rId53" Type="http://schemas.openxmlformats.org/officeDocument/2006/relationships/tags" Target="../tags/tag23.xml"/><Relationship Id="rId54" Type="http://schemas.openxmlformats.org/officeDocument/2006/relationships/tags" Target="../tags/tag24.xml"/><Relationship Id="rId55" Type="http://schemas.openxmlformats.org/officeDocument/2006/relationships/tags" Target="../tags/tag25.xml"/><Relationship Id="rId56" Type="http://schemas.openxmlformats.org/officeDocument/2006/relationships/tags" Target="../tags/tag26.xml"/><Relationship Id="rId57" Type="http://schemas.openxmlformats.org/officeDocument/2006/relationships/tags" Target="../tags/tag27.xml"/><Relationship Id="rId58" Type="http://schemas.openxmlformats.org/officeDocument/2006/relationships/tags" Target="../tags/tag28.xml"/><Relationship Id="rId59" Type="http://schemas.openxmlformats.org/officeDocument/2006/relationships/tags" Target="../tags/tag29.xml"/><Relationship Id="rId60" Type="http://schemas.openxmlformats.org/officeDocument/2006/relationships/tags" Target="../tags/tag30.xml"/><Relationship Id="rId61" Type="http://schemas.openxmlformats.org/officeDocument/2006/relationships/tags" Target="../tags/tag31.xml"/><Relationship Id="rId62" Type="http://schemas.openxmlformats.org/officeDocument/2006/relationships/tags" Target="../tags/tag32.xml"/><Relationship Id="rId63" Type="http://schemas.openxmlformats.org/officeDocument/2006/relationships/tags" Target="../tags/tag33.xml"/><Relationship Id="rId64" Type="http://schemas.openxmlformats.org/officeDocument/2006/relationships/tags" Target="../tags/tag34.xml"/><Relationship Id="rId65" Type="http://schemas.openxmlformats.org/officeDocument/2006/relationships/tags" Target="../tags/tag35.xml"/><Relationship Id="rId66" Type="http://schemas.openxmlformats.org/officeDocument/2006/relationships/tags" Target="../tags/tag36.xml"/><Relationship Id="rId67" Type="http://schemas.openxmlformats.org/officeDocument/2006/relationships/tags" Target="../tags/tag37.xml"/><Relationship Id="rId68" Type="http://schemas.openxmlformats.org/officeDocument/2006/relationships/tags" Target="../tags/tag38.xml"/><Relationship Id="rId69" Type="http://schemas.openxmlformats.org/officeDocument/2006/relationships/tags" Target="../tags/tag39.xml"/><Relationship Id="rId70" Type="http://schemas.openxmlformats.org/officeDocument/2006/relationships/tags" Target="../tags/tag40.xml"/><Relationship Id="rId71" Type="http://schemas.openxmlformats.org/officeDocument/2006/relationships/tags" Target="../tags/tag41.xml"/><Relationship Id="rId72" Type="http://schemas.openxmlformats.org/officeDocument/2006/relationships/tags" Target="../tags/tag42.xml"/><Relationship Id="rId73" Type="http://schemas.openxmlformats.org/officeDocument/2006/relationships/tags" Target="../tags/tag43.xml"/><Relationship Id="rId74" Type="http://schemas.openxmlformats.org/officeDocument/2006/relationships/tags" Target="../tags/tag44.xml"/><Relationship Id="rId75" Type="http://schemas.openxmlformats.org/officeDocument/2006/relationships/tags" Target="../tags/tag45.xml"/><Relationship Id="rId76" Type="http://schemas.openxmlformats.org/officeDocument/2006/relationships/tags" Target="../tags/tag46.xml"/><Relationship Id="rId77" Type="http://schemas.openxmlformats.org/officeDocument/2006/relationships/tags" Target="../tags/tag47.xml"/><Relationship Id="rId78" Type="http://schemas.openxmlformats.org/officeDocument/2006/relationships/tags" Target="../tags/tag48.xml"/><Relationship Id="rId79" Type="http://schemas.openxmlformats.org/officeDocument/2006/relationships/tags" Target="../tags/tag49.xml"/><Relationship Id="rId80" Type="http://schemas.openxmlformats.org/officeDocument/2006/relationships/tags" Target="../tags/tag50.xml"/><Relationship Id="rId81" Type="http://schemas.openxmlformats.org/officeDocument/2006/relationships/tags" Target="../tags/tag51.xml"/><Relationship Id="rId82" Type="http://schemas.openxmlformats.org/officeDocument/2006/relationships/tags" Target="../tags/tag52.xml"/><Relationship Id="rId83" Type="http://schemas.openxmlformats.org/officeDocument/2006/relationships/tags" Target="../tags/tag53.xml"/><Relationship Id="rId84" Type="http://schemas.openxmlformats.org/officeDocument/2006/relationships/tags" Target="../tags/tag54.xml"/><Relationship Id="rId85" Type="http://schemas.openxmlformats.org/officeDocument/2006/relationships/tags" Target="../tags/tag55.xml"/><Relationship Id="rId86" Type="http://schemas.openxmlformats.org/officeDocument/2006/relationships/tags" Target="../tags/tag56.xml"/><Relationship Id="rId87" Type="http://schemas.openxmlformats.org/officeDocument/2006/relationships/tags" Target="../tags/tag57.xml"/><Relationship Id="rId88" Type="http://schemas.openxmlformats.org/officeDocument/2006/relationships/tags" Target="../tags/tag58.xml"/><Relationship Id="rId89" Type="http://schemas.openxmlformats.org/officeDocument/2006/relationships/tags" Target="../tags/tag59.xml"/><Relationship Id="rId90" Type="http://schemas.openxmlformats.org/officeDocument/2006/relationships/tags" Target="../tags/tag60.xml"/><Relationship Id="rId91" Type="http://schemas.openxmlformats.org/officeDocument/2006/relationships/tags" Target="../tags/tag61.xml"/><Relationship Id="rId92" Type="http://schemas.openxmlformats.org/officeDocument/2006/relationships/tags" Target="../tags/tag62.xml"/><Relationship Id="rId93" Type="http://schemas.openxmlformats.org/officeDocument/2006/relationships/tags" Target="../tags/tag63.xml"/><Relationship Id="rId94" Type="http://schemas.openxmlformats.org/officeDocument/2006/relationships/tags" Target="../tags/tag64.xml"/><Relationship Id="rId95" Type="http://schemas.openxmlformats.org/officeDocument/2006/relationships/tags" Target="../tags/tag65.xml"/><Relationship Id="rId96" Type="http://schemas.openxmlformats.org/officeDocument/2006/relationships/tags" Target="../tags/tag66.xml"/><Relationship Id="rId97" Type="http://schemas.openxmlformats.org/officeDocument/2006/relationships/tags" Target="../tags/tag67.xml"/><Relationship Id="rId98" Type="http://schemas.openxmlformats.org/officeDocument/2006/relationships/tags" Target="../tags/tag68.xml"/><Relationship Id="rId99" Type="http://schemas.openxmlformats.org/officeDocument/2006/relationships/tags" Target="../tags/tag69.xml"/><Relationship Id="rId100" Type="http://schemas.openxmlformats.org/officeDocument/2006/relationships/tags" Target="../tags/tag70.xml"/><Relationship Id="rId101" Type="http://schemas.openxmlformats.org/officeDocument/2006/relationships/tags" Target="../tags/tag71.xml"/><Relationship Id="rId102" Type="http://schemas.openxmlformats.org/officeDocument/2006/relationships/tags" Target="../tags/tag72.xml"/><Relationship Id="rId103" Type="http://schemas.openxmlformats.org/officeDocument/2006/relationships/tags" Target="../tags/tag73.xml"/><Relationship Id="rId104" Type="http://schemas.openxmlformats.org/officeDocument/2006/relationships/tags" Target="../tags/tag74.xml"/><Relationship Id="rId105" Type="http://schemas.openxmlformats.org/officeDocument/2006/relationships/tags" Target="../tags/tag75.xml"/><Relationship Id="rId106" Type="http://schemas.openxmlformats.org/officeDocument/2006/relationships/tags" Target="../tags/tag76.xml"/><Relationship Id="rId107" Type="http://schemas.openxmlformats.org/officeDocument/2006/relationships/tags" Target="../tags/tag77.xml"/><Relationship Id="rId108" Type="http://schemas.openxmlformats.org/officeDocument/2006/relationships/tags" Target="../tags/tag78.xml"/><Relationship Id="rId109" Type="http://schemas.openxmlformats.org/officeDocument/2006/relationships/tags" Target="../tags/tag79.xml"/><Relationship Id="rId110" Type="http://schemas.openxmlformats.org/officeDocument/2006/relationships/tags" Target="../tags/tag80.xml"/><Relationship Id="rId111" Type="http://schemas.openxmlformats.org/officeDocument/2006/relationships/tags" Target="../tags/tag81.xml"/><Relationship Id="rId112" Type="http://schemas.openxmlformats.org/officeDocument/2006/relationships/tags" Target="../tags/tag82.xml"/><Relationship Id="rId113" Type="http://schemas.openxmlformats.org/officeDocument/2006/relationships/tags" Target="../tags/tag83.xml"/><Relationship Id="rId114" Type="http://schemas.openxmlformats.org/officeDocument/2006/relationships/tags" Target="../tags/tag84.xml"/><Relationship Id="rId115" Type="http://schemas.openxmlformats.org/officeDocument/2006/relationships/tags" Target="../tags/tag85.xml"/><Relationship Id="rId116" Type="http://schemas.openxmlformats.org/officeDocument/2006/relationships/tags" Target="../tags/tag86.xml"/><Relationship Id="rId117" Type="http://schemas.openxmlformats.org/officeDocument/2006/relationships/tags" Target="../tags/tag87.xml"/><Relationship Id="rId118" Type="http://schemas.openxmlformats.org/officeDocument/2006/relationships/tags" Target="../tags/tag88.xml"/><Relationship Id="rId119" Type="http://schemas.openxmlformats.org/officeDocument/2006/relationships/tags" Target="../tags/tag89.xml"/><Relationship Id="rId120" Type="http://schemas.openxmlformats.org/officeDocument/2006/relationships/tags" Target="../tags/tag90.xml"/><Relationship Id="rId121" Type="http://schemas.openxmlformats.org/officeDocument/2006/relationships/tags" Target="../tags/tag91.xml"/><Relationship Id="rId122" Type="http://schemas.openxmlformats.org/officeDocument/2006/relationships/tags" Target="../tags/tag92.xml"/><Relationship Id="rId123" Type="http://schemas.openxmlformats.org/officeDocument/2006/relationships/tags" Target="../tags/tag93.xml"/><Relationship Id="rId124" Type="http://schemas.openxmlformats.org/officeDocument/2006/relationships/tags" Target="../tags/tag94.xml"/><Relationship Id="rId125" Type="http://schemas.openxmlformats.org/officeDocument/2006/relationships/tags" Target="../tags/tag95.xml"/><Relationship Id="rId126" Type="http://schemas.openxmlformats.org/officeDocument/2006/relationships/tags" Target="../tags/tag96.xml"/><Relationship Id="rId127" Type="http://schemas.openxmlformats.org/officeDocument/2006/relationships/tags" Target="../tags/tag97.xml"/><Relationship Id="rId128" Type="http://schemas.openxmlformats.org/officeDocument/2006/relationships/tags" Target="../tags/tag98.xml"/><Relationship Id="rId129" Type="http://schemas.openxmlformats.org/officeDocument/2006/relationships/tags" Target="../tags/tag99.xml"/><Relationship Id="rId130" Type="http://schemas.openxmlformats.org/officeDocument/2006/relationships/tags" Target="../tags/tag100.xml"/><Relationship Id="rId131" Type="http://schemas.openxmlformats.org/officeDocument/2006/relationships/tags" Target="../tags/tag101.xml"/><Relationship Id="rId132" Type="http://schemas.openxmlformats.org/officeDocument/2006/relationships/tags" Target="../tags/tag102.xml"/><Relationship Id="rId133" Type="http://schemas.openxmlformats.org/officeDocument/2006/relationships/tags" Target="../tags/tag103.xml"/><Relationship Id="rId134" Type="http://schemas.openxmlformats.org/officeDocument/2006/relationships/tags" Target="../tags/tag104.xml"/><Relationship Id="rId135" Type="http://schemas.openxmlformats.org/officeDocument/2006/relationships/tags" Target="../tags/tag105.xml"/><Relationship Id="rId136" Type="http://schemas.openxmlformats.org/officeDocument/2006/relationships/tags" Target="../tags/tag106.xml"/><Relationship Id="rId137" Type="http://schemas.openxmlformats.org/officeDocument/2006/relationships/tags" Target="../tags/tag107.xml"/><Relationship Id="rId138" Type="http://schemas.openxmlformats.org/officeDocument/2006/relationships/tags" Target="../tags/tag108.xml"/><Relationship Id="rId139" Type="http://schemas.openxmlformats.org/officeDocument/2006/relationships/tags" Target="../tags/tag109.xml"/><Relationship Id="rId140" Type="http://schemas.openxmlformats.org/officeDocument/2006/relationships/tags" Target="../tags/tag110.xml"/><Relationship Id="rId141" Type="http://schemas.openxmlformats.org/officeDocument/2006/relationships/tags" Target="../tags/tag111.xml"/><Relationship Id="rId142" Type="http://schemas.openxmlformats.org/officeDocument/2006/relationships/tags" Target="../tags/tag112.xml"/><Relationship Id="rId143" Type="http://schemas.openxmlformats.org/officeDocument/2006/relationships/tags" Target="../tags/tag113.xml"/><Relationship Id="rId144" Type="http://schemas.openxmlformats.org/officeDocument/2006/relationships/tags" Target="../tags/tag114.xml"/><Relationship Id="rId145" Type="http://schemas.openxmlformats.org/officeDocument/2006/relationships/tags" Target="../tags/tag115.xml"/><Relationship Id="rId146" Type="http://schemas.openxmlformats.org/officeDocument/2006/relationships/tags" Target="../tags/tag116.xml"/><Relationship Id="rId147" Type="http://schemas.openxmlformats.org/officeDocument/2006/relationships/tags" Target="../tags/tag117.xml"/><Relationship Id="rId148" Type="http://schemas.openxmlformats.org/officeDocument/2006/relationships/tags" Target="../tags/tag118.xml"/><Relationship Id="rId149" Type="http://schemas.openxmlformats.org/officeDocument/2006/relationships/tags" Target="../tags/tag119.xml"/><Relationship Id="rId150" Type="http://schemas.openxmlformats.org/officeDocument/2006/relationships/tags" Target="../tags/tag120.xml"/><Relationship Id="rId151" Type="http://schemas.openxmlformats.org/officeDocument/2006/relationships/tags" Target="../tags/tag121.xml"/><Relationship Id="rId152" Type="http://schemas.openxmlformats.org/officeDocument/2006/relationships/tags" Target="../tags/tag122.xml"/><Relationship Id="rId153" Type="http://schemas.openxmlformats.org/officeDocument/2006/relationships/tags" Target="../tags/tag123.xml"/><Relationship Id="rId154" Type="http://schemas.openxmlformats.org/officeDocument/2006/relationships/tags" Target="../tags/tag12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Slide number"/>
          <p:cNvSpPr txBox="1"/>
          <p:nvPr userDrawn="1"/>
        </p:nvSpPr>
        <p:spPr bwMode="black">
          <a:xfrm>
            <a:off x="11546207" y="6536751"/>
            <a:ext cx="144270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de-DE"/>
            </a:defPPr>
            <a:lvl1pPr marL="84138" indent="-84138">
              <a:buClr>
                <a:schemeClr val="tx1"/>
              </a:buClr>
              <a:buFont typeface="Arial" pitchFamily="34" charset="0"/>
              <a:buChar char="©"/>
              <a:tabLst/>
              <a:defRPr sz="600"/>
            </a:lvl1pPr>
          </a:lstStyle>
          <a:p>
            <a:pPr marL="0" lvl="0" indent="0" algn="r">
              <a:buNone/>
            </a:pPr>
            <a:fld id="{0BDC132A-5C91-4078-9777-31DA19A62E0A}" type="slidenum">
              <a:rPr lang="en-US" sz="900" b="0" i="0" noProof="0" smtClean="0">
                <a:latin typeface="+mn-lt"/>
              </a:rPr>
              <a:pPr marL="0" lvl="0" indent="0" algn="r">
                <a:buNone/>
              </a:pPr>
              <a:t>‹#›</a:t>
            </a:fld>
            <a:endParaRPr lang="en-US" sz="900" b="0" i="0" noProof="0">
              <a:latin typeface="+mn-lt"/>
            </a:endParaRPr>
          </a:p>
        </p:txBody>
      </p:sp>
      <p:sp>
        <p:nvSpPr>
          <p:cNvPr id="3" name="Text Placeholder"/>
          <p:cNvSpPr>
            <a:spLocks noGrp="1"/>
          </p:cNvSpPr>
          <p:nvPr userDrawn="1">
            <p:ph type="body" idx="1"/>
          </p:nvPr>
        </p:nvSpPr>
        <p:spPr bwMode="black">
          <a:xfrm>
            <a:off x="504001" y="1663657"/>
            <a:ext cx="11186476" cy="468951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Start typing to add text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  <a:p>
            <a:pPr lvl="3"/>
            <a:r>
              <a:rPr lang="en-US"/>
              <a:t>Level 4</a:t>
            </a:r>
          </a:p>
          <a:p>
            <a:pPr lvl="4"/>
            <a:r>
              <a:rPr lang="en-US"/>
              <a:t>Level 5</a:t>
            </a:r>
          </a:p>
          <a:p>
            <a:pPr lvl="5"/>
            <a:r>
              <a:rPr lang="en-US"/>
              <a:t>Level 6</a:t>
            </a:r>
          </a:p>
          <a:p>
            <a:pPr lvl="6"/>
            <a:r>
              <a:rPr lang="en-US"/>
              <a:t>Level 7</a:t>
            </a:r>
          </a:p>
          <a:p>
            <a:pPr lvl="7"/>
            <a:r>
              <a:rPr lang="en-US"/>
              <a:t>Level 8</a:t>
            </a:r>
          </a:p>
          <a:p>
            <a:pPr lvl="8"/>
            <a:r>
              <a:rPr lang="en-US"/>
              <a:t>Level 9</a:t>
            </a:r>
          </a:p>
          <a:p>
            <a:pPr lvl="0"/>
            <a:endParaRPr lang="en-US" noProof="0"/>
          </a:p>
        </p:txBody>
      </p:sp>
      <p:sp>
        <p:nvSpPr>
          <p:cNvPr id="2" name="Title Placeholder"/>
          <p:cNvSpPr>
            <a:spLocks noGrp="1"/>
          </p:cNvSpPr>
          <p:nvPr>
            <p:ph type="title"/>
          </p:nvPr>
        </p:nvSpPr>
        <p:spPr bwMode="black">
          <a:xfrm>
            <a:off x="504001" y="1079384"/>
            <a:ext cx="11183174" cy="36933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r>
              <a:rPr lang="en-US" noProof="0"/>
              <a:t>Insert page title (sentence case)</a:t>
            </a:r>
          </a:p>
        </p:txBody>
      </p:sp>
      <p:grpSp>
        <p:nvGrpSpPr>
          <p:cNvPr id="6" name="Harvey 3" hidden="1">
            <a:extLst>
              <a:ext uri="{FF2B5EF4-FFF2-40B4-BE49-F238E27FC236}">
                <a16:creationId xmlns:a16="http://schemas.microsoft.com/office/drawing/2014/main" id="{B3E7C216-6801-4AB8-8D95-E7D60F39B210}"/>
              </a:ext>
            </a:extLst>
          </p:cNvPr>
          <p:cNvGrpSpPr>
            <a:grpSpLocks/>
          </p:cNvGrpSpPr>
          <p:nvPr userDrawn="1">
            <p:custDataLst>
              <p:tags r:id="rId32"/>
            </p:custDataLst>
          </p:nvPr>
        </p:nvGrpSpPr>
        <p:grpSpPr>
          <a:xfrm>
            <a:off x="3938798" y="3978000"/>
            <a:ext cx="1024878" cy="1024878"/>
            <a:chOff x="0" y="0"/>
            <a:chExt cx="914400" cy="914400"/>
          </a:xfrm>
          <a:solidFill>
            <a:schemeClr val="tx2"/>
          </a:solidFill>
        </p:grpSpPr>
        <p:sp>
          <p:nvSpPr>
            <p:cNvPr id="7" name="Harvey 0/3 [0]">
              <a:extLst>
                <a:ext uri="{FF2B5EF4-FFF2-40B4-BE49-F238E27FC236}">
                  <a16:creationId xmlns:a16="http://schemas.microsoft.com/office/drawing/2014/main" id="{FC8CECD5-A3FB-4DD5-A846-DC09FDB6EB04}"/>
                </a:ext>
              </a:extLst>
            </p:cNvPr>
            <p:cNvSpPr>
              <a:spLocks noChangeAspect="1"/>
            </p:cNvSpPr>
            <p:nvPr>
              <p:custDataLst>
                <p:tags r:id="rId151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 fill="none">
                  <a:moveTo>
                    <a:pt x="317500" y="0"/>
                  </a:moveTo>
                  <a:arcTo wR="317500" hR="317500" stAng="-5400000" swAng="2160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  <p:sp>
          <p:nvSpPr>
            <p:cNvPr id="8" name="Harvey 1/3 [1]">
              <a:extLst>
                <a:ext uri="{FF2B5EF4-FFF2-40B4-BE49-F238E27FC236}">
                  <a16:creationId xmlns:a16="http://schemas.microsoft.com/office/drawing/2014/main" id="{750B853B-8389-4427-AFB9-1CE880FE9BEE}"/>
                </a:ext>
              </a:extLst>
            </p:cNvPr>
            <p:cNvSpPr>
              <a:spLocks noChangeAspect="1"/>
            </p:cNvSpPr>
            <p:nvPr>
              <p:custDataLst>
                <p:tags r:id="rId152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72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92463" y="476249"/>
                  </a:moveTo>
                  <a:arcTo wR="317500" hR="317500" stAng="1800000" swAng="1440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  <p:sp>
          <p:nvSpPr>
            <p:cNvPr id="9" name="Harvey 2/3 [2]">
              <a:extLst>
                <a:ext uri="{FF2B5EF4-FFF2-40B4-BE49-F238E27FC236}">
                  <a16:creationId xmlns:a16="http://schemas.microsoft.com/office/drawing/2014/main" id="{0CA9A207-7055-4A72-8ED2-D82605C3D0C8}"/>
                </a:ext>
              </a:extLst>
            </p:cNvPr>
            <p:cNvSpPr>
              <a:spLocks noChangeAspect="1"/>
            </p:cNvSpPr>
            <p:nvPr>
              <p:custDataLst>
                <p:tags r:id="rId153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44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2536" y="476250"/>
                  </a:moveTo>
                  <a:arcTo wR="317500" hR="317500" stAng="9000000" swAng="720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  <p:sp>
          <p:nvSpPr>
            <p:cNvPr id="10" name="Harvey 3/3 [3]">
              <a:extLst>
                <a:ext uri="{FF2B5EF4-FFF2-40B4-BE49-F238E27FC236}">
                  <a16:creationId xmlns:a16="http://schemas.microsoft.com/office/drawing/2014/main" id="{4422C816-875A-41F5-9DC0-8DBAE4C5C6CB}"/>
                </a:ext>
              </a:extLst>
            </p:cNvPr>
            <p:cNvSpPr>
              <a:spLocks noChangeAspect="1"/>
            </p:cNvSpPr>
            <p:nvPr>
              <p:custDataLst>
                <p:tags r:id="rId154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1600000"/>
                  <a:close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</p:grpSp>
      <p:grpSp>
        <p:nvGrpSpPr>
          <p:cNvPr id="11" name="Harvey 4" hidden="1">
            <a:extLst>
              <a:ext uri="{FF2B5EF4-FFF2-40B4-BE49-F238E27FC236}">
                <a16:creationId xmlns:a16="http://schemas.microsoft.com/office/drawing/2014/main" id="{DDC5C333-7028-4F79-8940-98DC17723588}"/>
              </a:ext>
            </a:extLst>
          </p:cNvPr>
          <p:cNvGrpSpPr>
            <a:grpSpLocks/>
          </p:cNvGrpSpPr>
          <p:nvPr userDrawn="1">
            <p:custDataLst>
              <p:tags r:id="rId33"/>
            </p:custDataLst>
          </p:nvPr>
        </p:nvGrpSpPr>
        <p:grpSpPr>
          <a:xfrm>
            <a:off x="5391506" y="3978000"/>
            <a:ext cx="1024878" cy="1024878"/>
            <a:chOff x="0" y="0"/>
            <a:chExt cx="914400" cy="914400"/>
          </a:xfrm>
          <a:solidFill>
            <a:schemeClr val="tx2"/>
          </a:solidFill>
        </p:grpSpPr>
        <p:sp>
          <p:nvSpPr>
            <p:cNvPr id="13" name="Harvey 0/4 [0]">
              <a:extLst>
                <a:ext uri="{FF2B5EF4-FFF2-40B4-BE49-F238E27FC236}">
                  <a16:creationId xmlns:a16="http://schemas.microsoft.com/office/drawing/2014/main" id="{70B331E2-39A8-4BAF-8DDD-C631B51EB56E}"/>
                </a:ext>
              </a:extLst>
            </p:cNvPr>
            <p:cNvSpPr>
              <a:spLocks noChangeAspect="1"/>
            </p:cNvSpPr>
            <p:nvPr>
              <p:custDataLst>
                <p:tags r:id="rId146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 fill="none">
                  <a:moveTo>
                    <a:pt x="317500" y="0"/>
                  </a:moveTo>
                  <a:arcTo wR="317500" hR="317500" stAng="-5400000" swAng="2160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  <p:sp>
          <p:nvSpPr>
            <p:cNvPr id="14" name="Harvey 1/4 [1]">
              <a:extLst>
                <a:ext uri="{FF2B5EF4-FFF2-40B4-BE49-F238E27FC236}">
                  <a16:creationId xmlns:a16="http://schemas.microsoft.com/office/drawing/2014/main" id="{47F66FBA-2801-4875-BD13-0BF512FC3C6A}"/>
                </a:ext>
              </a:extLst>
            </p:cNvPr>
            <p:cNvSpPr>
              <a:spLocks noChangeAspect="1"/>
            </p:cNvSpPr>
            <p:nvPr>
              <p:custDataLst>
                <p:tags r:id="rId147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54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35000" y="317500"/>
                  </a:moveTo>
                  <a:arcTo wR="317500" hR="317500" stAng="0" swAng="1620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  <p:sp>
          <p:nvSpPr>
            <p:cNvPr id="15" name="Harvey 2/4 [2]">
              <a:extLst>
                <a:ext uri="{FF2B5EF4-FFF2-40B4-BE49-F238E27FC236}">
                  <a16:creationId xmlns:a16="http://schemas.microsoft.com/office/drawing/2014/main" id="{99673DAB-5272-45DC-B222-CA8CAA9FD2BB}"/>
                </a:ext>
              </a:extLst>
            </p:cNvPr>
            <p:cNvSpPr>
              <a:spLocks noChangeAspect="1"/>
            </p:cNvSpPr>
            <p:nvPr>
              <p:custDataLst>
                <p:tags r:id="rId148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08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17500" y="635000"/>
                  </a:moveTo>
                  <a:arcTo wR="317500" hR="317500" stAng="5400000" swAng="1080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  <p:sp>
          <p:nvSpPr>
            <p:cNvPr id="16" name="Harvey 3/4 [3]">
              <a:extLst>
                <a:ext uri="{FF2B5EF4-FFF2-40B4-BE49-F238E27FC236}">
                  <a16:creationId xmlns:a16="http://schemas.microsoft.com/office/drawing/2014/main" id="{F9B9444B-C98D-45FC-BA92-881D06827328}"/>
                </a:ext>
              </a:extLst>
            </p:cNvPr>
            <p:cNvSpPr>
              <a:spLocks noChangeAspect="1"/>
            </p:cNvSpPr>
            <p:nvPr>
              <p:custDataLst>
                <p:tags r:id="rId149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62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0" y="317500"/>
                  </a:moveTo>
                  <a:arcTo wR="317500" hR="317500" stAng="10800000" swAng="540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  <p:sp>
          <p:nvSpPr>
            <p:cNvPr id="17" name="Harvey 4/4 [4]">
              <a:extLst>
                <a:ext uri="{FF2B5EF4-FFF2-40B4-BE49-F238E27FC236}">
                  <a16:creationId xmlns:a16="http://schemas.microsoft.com/office/drawing/2014/main" id="{5FFB853D-F550-4F16-8269-A070A19E381C}"/>
                </a:ext>
              </a:extLst>
            </p:cNvPr>
            <p:cNvSpPr>
              <a:spLocks noChangeAspect="1"/>
            </p:cNvSpPr>
            <p:nvPr>
              <p:custDataLst>
                <p:tags r:id="rId150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1600000"/>
                  <a:close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</p:grpSp>
      <p:grpSp>
        <p:nvGrpSpPr>
          <p:cNvPr id="18" name="Harvey 8" hidden="1">
            <a:extLst>
              <a:ext uri="{FF2B5EF4-FFF2-40B4-BE49-F238E27FC236}">
                <a16:creationId xmlns:a16="http://schemas.microsoft.com/office/drawing/2014/main" id="{0630AB66-7B5F-41CE-A2EB-2EB4C67794AE}"/>
              </a:ext>
            </a:extLst>
          </p:cNvPr>
          <p:cNvGrpSpPr>
            <a:grpSpLocks/>
          </p:cNvGrpSpPr>
          <p:nvPr userDrawn="1">
            <p:custDataLst>
              <p:tags r:id="rId34"/>
            </p:custDataLst>
          </p:nvPr>
        </p:nvGrpSpPr>
        <p:grpSpPr>
          <a:xfrm>
            <a:off x="6844214" y="3978000"/>
            <a:ext cx="1024878" cy="1024878"/>
            <a:chOff x="0" y="0"/>
            <a:chExt cx="914400" cy="914400"/>
          </a:xfrm>
          <a:solidFill>
            <a:schemeClr val="tx2"/>
          </a:solidFill>
        </p:grpSpPr>
        <p:sp>
          <p:nvSpPr>
            <p:cNvPr id="19" name="Harvey 0/8 [0]">
              <a:extLst>
                <a:ext uri="{FF2B5EF4-FFF2-40B4-BE49-F238E27FC236}">
                  <a16:creationId xmlns:a16="http://schemas.microsoft.com/office/drawing/2014/main" id="{051D5678-1EFE-40CF-8563-B5E9EA35A271}"/>
                </a:ext>
              </a:extLst>
            </p:cNvPr>
            <p:cNvSpPr>
              <a:spLocks noChangeAspect="1"/>
            </p:cNvSpPr>
            <p:nvPr>
              <p:custDataLst>
                <p:tags r:id="rId137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 fill="none">
                  <a:moveTo>
                    <a:pt x="317500" y="0"/>
                  </a:moveTo>
                  <a:arcTo wR="317500" hR="317500" stAng="-5400000" swAng="2160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  <p:sp>
          <p:nvSpPr>
            <p:cNvPr id="20" name="Harvey 1/8 [1]">
              <a:extLst>
                <a:ext uri="{FF2B5EF4-FFF2-40B4-BE49-F238E27FC236}">
                  <a16:creationId xmlns:a16="http://schemas.microsoft.com/office/drawing/2014/main" id="{E5DDEB4B-B8B3-42DA-AF30-4FD0A1770D91}"/>
                </a:ext>
              </a:extLst>
            </p:cNvPr>
            <p:cNvSpPr>
              <a:spLocks noChangeAspect="1"/>
            </p:cNvSpPr>
            <p:nvPr>
              <p:custDataLst>
                <p:tags r:id="rId138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7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42006" y="92993"/>
                  </a:moveTo>
                  <a:arcTo wR="317500" hR="317500" stAng="-2700000" swAng="1890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  <p:sp>
          <p:nvSpPr>
            <p:cNvPr id="21" name="Harvey 2/8 [2]">
              <a:extLst>
                <a:ext uri="{FF2B5EF4-FFF2-40B4-BE49-F238E27FC236}">
                  <a16:creationId xmlns:a16="http://schemas.microsoft.com/office/drawing/2014/main" id="{FB9200C4-0418-4CEF-BBB8-18F997AD7CA8}"/>
                </a:ext>
              </a:extLst>
            </p:cNvPr>
            <p:cNvSpPr>
              <a:spLocks noChangeAspect="1"/>
            </p:cNvSpPr>
            <p:nvPr>
              <p:custDataLst>
                <p:tags r:id="rId139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54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35000" y="317500"/>
                  </a:moveTo>
                  <a:arcTo wR="317500" hR="317500" stAng="0" swAng="1620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  <p:sp>
          <p:nvSpPr>
            <p:cNvPr id="22" name="Harvey 3/8 [3]">
              <a:extLst>
                <a:ext uri="{FF2B5EF4-FFF2-40B4-BE49-F238E27FC236}">
                  <a16:creationId xmlns:a16="http://schemas.microsoft.com/office/drawing/2014/main" id="{8E4DE7E8-0809-4E2E-BE6A-E989A6AEBF62}"/>
                </a:ext>
              </a:extLst>
            </p:cNvPr>
            <p:cNvSpPr>
              <a:spLocks noChangeAspect="1"/>
            </p:cNvSpPr>
            <p:nvPr>
              <p:custDataLst>
                <p:tags r:id="rId140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81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42006" y="542006"/>
                  </a:moveTo>
                  <a:arcTo wR="317500" hR="317500" stAng="2700000" swAng="1350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  <p:sp>
          <p:nvSpPr>
            <p:cNvPr id="23" name="Harvey 4/8 [4]">
              <a:extLst>
                <a:ext uri="{FF2B5EF4-FFF2-40B4-BE49-F238E27FC236}">
                  <a16:creationId xmlns:a16="http://schemas.microsoft.com/office/drawing/2014/main" id="{F839E6A9-0DED-402B-8F4C-2176769B55CD}"/>
                </a:ext>
              </a:extLst>
            </p:cNvPr>
            <p:cNvSpPr>
              <a:spLocks noChangeAspect="1"/>
            </p:cNvSpPr>
            <p:nvPr>
              <p:custDataLst>
                <p:tags r:id="rId141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08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17500" y="635000"/>
                  </a:moveTo>
                  <a:arcTo wR="317500" hR="317500" stAng="5400000" swAng="1080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  <p:sp>
          <p:nvSpPr>
            <p:cNvPr id="24" name="Harvey 5/8 [5]">
              <a:extLst>
                <a:ext uri="{FF2B5EF4-FFF2-40B4-BE49-F238E27FC236}">
                  <a16:creationId xmlns:a16="http://schemas.microsoft.com/office/drawing/2014/main" id="{C3EE8663-AD08-4237-8344-6543EC4B688C}"/>
                </a:ext>
              </a:extLst>
            </p:cNvPr>
            <p:cNvSpPr>
              <a:spLocks noChangeAspect="1"/>
            </p:cNvSpPr>
            <p:nvPr>
              <p:custDataLst>
                <p:tags r:id="rId142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35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92993" y="542006"/>
                  </a:moveTo>
                  <a:arcTo wR="317500" hR="317500" stAng="8100000" swAng="810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  <p:sp>
          <p:nvSpPr>
            <p:cNvPr id="25" name="Harvey 6/8 [6]">
              <a:extLst>
                <a:ext uri="{FF2B5EF4-FFF2-40B4-BE49-F238E27FC236}">
                  <a16:creationId xmlns:a16="http://schemas.microsoft.com/office/drawing/2014/main" id="{ADE6F931-D156-4E59-A3ED-0B14B5F0EF7E}"/>
                </a:ext>
              </a:extLst>
            </p:cNvPr>
            <p:cNvSpPr>
              <a:spLocks noChangeAspect="1"/>
            </p:cNvSpPr>
            <p:nvPr>
              <p:custDataLst>
                <p:tags r:id="rId143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62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0" y="317500"/>
                  </a:moveTo>
                  <a:arcTo wR="317500" hR="317500" stAng="10800000" swAng="540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  <p:sp>
          <p:nvSpPr>
            <p:cNvPr id="26" name="Harvey 7/8 [7]">
              <a:extLst>
                <a:ext uri="{FF2B5EF4-FFF2-40B4-BE49-F238E27FC236}">
                  <a16:creationId xmlns:a16="http://schemas.microsoft.com/office/drawing/2014/main" id="{A36821AE-2FF1-4F6E-AAF3-1BEA6AE153B8}"/>
                </a:ext>
              </a:extLst>
            </p:cNvPr>
            <p:cNvSpPr>
              <a:spLocks noChangeAspect="1"/>
            </p:cNvSpPr>
            <p:nvPr>
              <p:custDataLst>
                <p:tags r:id="rId144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89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92993" y="92993"/>
                  </a:moveTo>
                  <a:arcTo wR="317500" hR="317500" stAng="13500000" swAng="270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  <p:sp>
          <p:nvSpPr>
            <p:cNvPr id="27" name="Harvey 8/8 [8]">
              <a:extLst>
                <a:ext uri="{FF2B5EF4-FFF2-40B4-BE49-F238E27FC236}">
                  <a16:creationId xmlns:a16="http://schemas.microsoft.com/office/drawing/2014/main" id="{2D277E47-45D5-4503-8443-BED560C6560A}"/>
                </a:ext>
              </a:extLst>
            </p:cNvPr>
            <p:cNvSpPr>
              <a:spLocks noChangeAspect="1"/>
            </p:cNvSpPr>
            <p:nvPr>
              <p:custDataLst>
                <p:tags r:id="rId145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1600000"/>
                  <a:close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</p:grpSp>
      <p:grpSp>
        <p:nvGrpSpPr>
          <p:cNvPr id="28" name="Harvey 100" hidden="1">
            <a:extLst>
              <a:ext uri="{FF2B5EF4-FFF2-40B4-BE49-F238E27FC236}">
                <a16:creationId xmlns:a16="http://schemas.microsoft.com/office/drawing/2014/main" id="{6D5D9337-395C-4FE4-97E6-E1CD47A644E9}"/>
              </a:ext>
            </a:extLst>
          </p:cNvPr>
          <p:cNvGrpSpPr/>
          <p:nvPr userDrawn="1">
            <p:custDataLst>
              <p:tags r:id="rId35"/>
            </p:custDataLst>
          </p:nvPr>
        </p:nvGrpSpPr>
        <p:grpSpPr>
          <a:xfrm>
            <a:off x="8296922" y="3978000"/>
            <a:ext cx="1024878" cy="1024878"/>
            <a:chOff x="4334905" y="3282696"/>
            <a:chExt cx="292608" cy="292608"/>
          </a:xfrm>
          <a:solidFill>
            <a:schemeClr val="tx2"/>
          </a:solidFill>
        </p:grpSpPr>
        <p:sp>
          <p:nvSpPr>
            <p:cNvPr id="29" name="Harvey 0/100 [0]">
              <a:extLst>
                <a:ext uri="{FF2B5EF4-FFF2-40B4-BE49-F238E27FC236}">
                  <a16:creationId xmlns:a16="http://schemas.microsoft.com/office/drawing/2014/main" id="{C2D4C837-2D4B-4D6B-81F8-9B001989609B}"/>
                </a:ext>
              </a:extLst>
            </p:cNvPr>
            <p:cNvSpPr>
              <a:spLocks noChangeAspect="1"/>
            </p:cNvSpPr>
            <p:nvPr>
              <p:custDataLst>
                <p:tags r:id="rId36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 fill="none">
                  <a:moveTo>
                    <a:pt x="317500" y="0"/>
                  </a:moveTo>
                  <a:arcTo wR="317500" hR="317500" stAng="-5400000" swAng="2160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30" name="Harvey 1/100 [1]">
              <a:extLst>
                <a:ext uri="{FF2B5EF4-FFF2-40B4-BE49-F238E27FC236}">
                  <a16:creationId xmlns:a16="http://schemas.microsoft.com/office/drawing/2014/main" id="{BACD6AAA-4A1C-46BE-B491-9A4A9C7C56F3}"/>
                </a:ext>
              </a:extLst>
            </p:cNvPr>
            <p:cNvSpPr>
              <a:spLocks noChangeAspect="1"/>
            </p:cNvSpPr>
            <p:nvPr>
              <p:custDataLst>
                <p:tags r:id="rId37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1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37435" y="626"/>
                  </a:moveTo>
                  <a:arcTo wR="317500" hR="317500" stAng="-5184000" swAng="21384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31" name="Harvey 2/100 [2]">
              <a:extLst>
                <a:ext uri="{FF2B5EF4-FFF2-40B4-BE49-F238E27FC236}">
                  <a16:creationId xmlns:a16="http://schemas.microsoft.com/office/drawing/2014/main" id="{701024C3-4DEF-477C-9CFB-100E0303499E}"/>
                </a:ext>
              </a:extLst>
            </p:cNvPr>
            <p:cNvSpPr>
              <a:spLocks noChangeAspect="1"/>
            </p:cNvSpPr>
            <p:nvPr>
              <p:custDataLst>
                <p:tags r:id="rId38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43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57293" y="2503"/>
                  </a:moveTo>
                  <a:arcTo wR="317500" hR="317500" stAng="-4968000" swAng="21168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32" name="Harvey 3/100 [3]">
              <a:extLst>
                <a:ext uri="{FF2B5EF4-FFF2-40B4-BE49-F238E27FC236}">
                  <a16:creationId xmlns:a16="http://schemas.microsoft.com/office/drawing/2014/main" id="{46A461CD-8D28-4422-AF2A-8267EFA51CAD}"/>
                </a:ext>
              </a:extLst>
            </p:cNvPr>
            <p:cNvSpPr>
              <a:spLocks noChangeAspect="1"/>
            </p:cNvSpPr>
            <p:nvPr>
              <p:custDataLst>
                <p:tags r:id="rId39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647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76993" y="5623"/>
                  </a:moveTo>
                  <a:arcTo wR="317500" hR="317500" stAng="-4752000" swAng="20952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33" name="Harvey 4/100 [4]">
              <a:extLst>
                <a:ext uri="{FF2B5EF4-FFF2-40B4-BE49-F238E27FC236}">
                  <a16:creationId xmlns:a16="http://schemas.microsoft.com/office/drawing/2014/main" id="{0A337C3A-F021-437D-9E3D-FDE5AF266029}"/>
                </a:ext>
              </a:extLst>
            </p:cNvPr>
            <p:cNvSpPr>
              <a:spLocks noChangeAspect="1"/>
            </p:cNvSpPr>
            <p:nvPr>
              <p:custDataLst>
                <p:tags r:id="rId40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86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96459" y="9974"/>
                  </a:moveTo>
                  <a:arcTo wR="317500" hR="317500" stAng="-4536000" swAng="20735999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35" name="Harvey 5/100 [5]">
              <a:extLst>
                <a:ext uri="{FF2B5EF4-FFF2-40B4-BE49-F238E27FC236}">
                  <a16:creationId xmlns:a16="http://schemas.microsoft.com/office/drawing/2014/main" id="{BDF66AF7-3D75-4118-B7E6-241B2C41B2C9}"/>
                </a:ext>
              </a:extLst>
            </p:cNvPr>
            <p:cNvSpPr>
              <a:spLocks noChangeAspect="1"/>
            </p:cNvSpPr>
            <p:nvPr>
              <p:custDataLst>
                <p:tags r:id="rId41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08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15612" y="15539"/>
                  </a:moveTo>
                  <a:arcTo wR="317500" hR="317500" stAng="-4320000" swAng="2052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36" name="Harvey 6/100 [6]">
              <a:extLst>
                <a:ext uri="{FF2B5EF4-FFF2-40B4-BE49-F238E27FC236}">
                  <a16:creationId xmlns:a16="http://schemas.microsoft.com/office/drawing/2014/main" id="{E74E7438-4315-4097-9BA7-F0CE3252AC14}"/>
                </a:ext>
              </a:extLst>
            </p:cNvPr>
            <p:cNvSpPr>
              <a:spLocks noChangeAspect="1"/>
            </p:cNvSpPr>
            <p:nvPr>
              <p:custDataLst>
                <p:tags r:id="rId42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295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34379" y="22295"/>
                  </a:moveTo>
                  <a:arcTo wR="317500" hR="317500" stAng="-4104000" swAng="20304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37" name="Harvey 7/100 [7]">
              <a:extLst>
                <a:ext uri="{FF2B5EF4-FFF2-40B4-BE49-F238E27FC236}">
                  <a16:creationId xmlns:a16="http://schemas.microsoft.com/office/drawing/2014/main" id="{FEBA4E91-97BB-4DAC-B193-66FA4828DB26}"/>
                </a:ext>
              </a:extLst>
            </p:cNvPr>
            <p:cNvSpPr>
              <a:spLocks noChangeAspect="1"/>
            </p:cNvSpPr>
            <p:nvPr>
              <p:custDataLst>
                <p:tags r:id="rId43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51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52684" y="30217"/>
                  </a:moveTo>
                  <a:arcTo wR="317500" hR="317500" stAng="-3888000" swAng="20087999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38" name="Harvey 8/100 [8]">
              <a:extLst>
                <a:ext uri="{FF2B5EF4-FFF2-40B4-BE49-F238E27FC236}">
                  <a16:creationId xmlns:a16="http://schemas.microsoft.com/office/drawing/2014/main" id="{EEB85E02-177B-40CF-B926-A4423CC7C827}"/>
                </a:ext>
              </a:extLst>
            </p:cNvPr>
            <p:cNvSpPr>
              <a:spLocks noChangeAspect="1"/>
            </p:cNvSpPr>
            <p:nvPr>
              <p:custDataLst>
                <p:tags r:id="rId44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72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70456" y="39272"/>
                  </a:moveTo>
                  <a:arcTo wR="317500" hR="317500" stAng="-3672000" swAng="19872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39" name="Harvey 9/100 [9]">
              <a:extLst>
                <a:ext uri="{FF2B5EF4-FFF2-40B4-BE49-F238E27FC236}">
                  <a16:creationId xmlns:a16="http://schemas.microsoft.com/office/drawing/2014/main" id="{C133BC7F-B0E3-404F-92D1-BB930C4F3311}"/>
                </a:ext>
              </a:extLst>
            </p:cNvPr>
            <p:cNvSpPr>
              <a:spLocks noChangeAspect="1"/>
            </p:cNvSpPr>
            <p:nvPr>
              <p:custDataLst>
                <p:tags r:id="rId45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94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87625" y="49425"/>
                  </a:moveTo>
                  <a:arcTo wR="317500" hR="317500" stAng="-3456000" swAng="19656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40" name="Harvey 10/100 [10]">
              <a:extLst>
                <a:ext uri="{FF2B5EF4-FFF2-40B4-BE49-F238E27FC236}">
                  <a16:creationId xmlns:a16="http://schemas.microsoft.com/office/drawing/2014/main" id="{F2FB72A6-CDF7-48B3-A3B8-5A5FC061802C}"/>
                </a:ext>
              </a:extLst>
            </p:cNvPr>
            <p:cNvSpPr>
              <a:spLocks noChangeAspect="1"/>
            </p:cNvSpPr>
            <p:nvPr>
              <p:custDataLst>
                <p:tags r:id="rId46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16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04121" y="60637"/>
                  </a:moveTo>
                  <a:arcTo wR="317500" hR="317500" stAng="-3240000" swAng="1944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41" name="Harvey 11/100 [11]">
              <a:extLst>
                <a:ext uri="{FF2B5EF4-FFF2-40B4-BE49-F238E27FC236}">
                  <a16:creationId xmlns:a16="http://schemas.microsoft.com/office/drawing/2014/main" id="{F3110C8B-1B18-4579-AB3F-0F4A0840CF38}"/>
                </a:ext>
              </a:extLst>
            </p:cNvPr>
            <p:cNvSpPr>
              <a:spLocks noChangeAspect="1"/>
            </p:cNvSpPr>
            <p:nvPr>
              <p:custDataLst>
                <p:tags r:id="rId47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37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19882" y="72862"/>
                  </a:moveTo>
                  <a:arcTo wR="317500" hR="317500" stAng="-3024000" swAng="19224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42" name="Harvey 12/100 [12]">
              <a:extLst>
                <a:ext uri="{FF2B5EF4-FFF2-40B4-BE49-F238E27FC236}">
                  <a16:creationId xmlns:a16="http://schemas.microsoft.com/office/drawing/2014/main" id="{84A1B722-E5AC-45F7-9498-7FF502B6FA2B}"/>
                </a:ext>
              </a:extLst>
            </p:cNvPr>
            <p:cNvSpPr>
              <a:spLocks noChangeAspect="1"/>
            </p:cNvSpPr>
            <p:nvPr>
              <p:custDataLst>
                <p:tags r:id="rId48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591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34843" y="86052"/>
                  </a:moveTo>
                  <a:arcTo wR="317500" hR="317500" stAng="-2808000" swAng="19008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43" name="Harvey 13/100 [13]">
              <a:extLst>
                <a:ext uri="{FF2B5EF4-FFF2-40B4-BE49-F238E27FC236}">
                  <a16:creationId xmlns:a16="http://schemas.microsoft.com/office/drawing/2014/main" id="{A5599F20-B957-4DF9-8B04-F2B77AAF0BDB}"/>
                </a:ext>
              </a:extLst>
            </p:cNvPr>
            <p:cNvSpPr>
              <a:spLocks noChangeAspect="1"/>
            </p:cNvSpPr>
            <p:nvPr>
              <p:custDataLst>
                <p:tags r:id="rId49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80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48947" y="100156"/>
                  </a:moveTo>
                  <a:arcTo wR="317500" hR="317500" stAng="-2591999" swAng="18792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44" name="Harvey 14/100 [14]">
              <a:extLst>
                <a:ext uri="{FF2B5EF4-FFF2-40B4-BE49-F238E27FC236}">
                  <a16:creationId xmlns:a16="http://schemas.microsoft.com/office/drawing/2014/main" id="{F74357FC-EB3D-46C4-B56A-5007C9F4FB84}"/>
                </a:ext>
              </a:extLst>
            </p:cNvPr>
            <p:cNvSpPr>
              <a:spLocks noChangeAspect="1"/>
            </p:cNvSpPr>
            <p:nvPr>
              <p:custDataLst>
                <p:tags r:id="rId50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302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62137" y="115117"/>
                  </a:moveTo>
                  <a:arcTo wR="317500" hR="317500" stAng="-2375999" swAng="18576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45" name="Harvey 15/100 [15]">
              <a:extLst>
                <a:ext uri="{FF2B5EF4-FFF2-40B4-BE49-F238E27FC236}">
                  <a16:creationId xmlns:a16="http://schemas.microsoft.com/office/drawing/2014/main" id="{32E8E8F3-9DBC-46F4-9700-CAF071913650}"/>
                </a:ext>
              </a:extLst>
            </p:cNvPr>
            <p:cNvSpPr>
              <a:spLocks noChangeAspect="1"/>
            </p:cNvSpPr>
            <p:nvPr>
              <p:custDataLst>
                <p:tags r:id="rId51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324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74362" y="130878"/>
                  </a:moveTo>
                  <a:arcTo wR="317500" hR="317500" stAng="-2160000" swAng="1836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46" name="Harvey 16/100 [16]">
              <a:extLst>
                <a:ext uri="{FF2B5EF4-FFF2-40B4-BE49-F238E27FC236}">
                  <a16:creationId xmlns:a16="http://schemas.microsoft.com/office/drawing/2014/main" id="{71360883-3CF3-4439-9568-E456C60454A8}"/>
                </a:ext>
              </a:extLst>
            </p:cNvPr>
            <p:cNvSpPr>
              <a:spLocks noChangeAspect="1"/>
            </p:cNvSpPr>
            <p:nvPr>
              <p:custDataLst>
                <p:tags r:id="rId52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345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85574" y="147374"/>
                  </a:moveTo>
                  <a:arcTo wR="317500" hR="317500" stAng="-1944000" swAng="18144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47" name="Harvey 17/100 [17]">
              <a:extLst>
                <a:ext uri="{FF2B5EF4-FFF2-40B4-BE49-F238E27FC236}">
                  <a16:creationId xmlns:a16="http://schemas.microsoft.com/office/drawing/2014/main" id="{AE88FC9E-FB95-4413-AE3E-B8BF504735B5}"/>
                </a:ext>
              </a:extLst>
            </p:cNvPr>
            <p:cNvSpPr>
              <a:spLocks noChangeAspect="1"/>
            </p:cNvSpPr>
            <p:nvPr>
              <p:custDataLst>
                <p:tags r:id="rId53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367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95727" y="164543"/>
                  </a:moveTo>
                  <a:arcTo wR="317500" hR="317500" stAng="-1727999" swAng="17928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48" name="Harvey 18/100 [18]">
              <a:extLst>
                <a:ext uri="{FF2B5EF4-FFF2-40B4-BE49-F238E27FC236}">
                  <a16:creationId xmlns:a16="http://schemas.microsoft.com/office/drawing/2014/main" id="{62593B83-E4BE-4CE8-9B0B-25AF9B7D4254}"/>
                </a:ext>
              </a:extLst>
            </p:cNvPr>
            <p:cNvSpPr>
              <a:spLocks noChangeAspect="1"/>
            </p:cNvSpPr>
            <p:nvPr>
              <p:custDataLst>
                <p:tags r:id="rId54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388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04782" y="182315"/>
                  </a:moveTo>
                  <a:arcTo wR="317500" hR="317500" stAng="-1512000" swAng="17712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49" name="Harvey 19/100 [19]">
              <a:extLst>
                <a:ext uri="{FF2B5EF4-FFF2-40B4-BE49-F238E27FC236}">
                  <a16:creationId xmlns:a16="http://schemas.microsoft.com/office/drawing/2014/main" id="{CD41838E-0172-403D-9B68-FD51310F5400}"/>
                </a:ext>
              </a:extLst>
            </p:cNvPr>
            <p:cNvSpPr>
              <a:spLocks noChangeAspect="1"/>
            </p:cNvSpPr>
            <p:nvPr>
              <p:custDataLst>
                <p:tags r:id="rId55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410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12704" y="200620"/>
                  </a:moveTo>
                  <a:arcTo wR="317500" hR="317500" stAng="-1295999" swAng="17496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50" name="Harvey 20/100 [20]">
              <a:extLst>
                <a:ext uri="{FF2B5EF4-FFF2-40B4-BE49-F238E27FC236}">
                  <a16:creationId xmlns:a16="http://schemas.microsoft.com/office/drawing/2014/main" id="{EDE3F4CF-CB3E-40C2-B070-AC09F1E8FBD5}"/>
                </a:ext>
              </a:extLst>
            </p:cNvPr>
            <p:cNvSpPr>
              <a:spLocks noChangeAspect="1"/>
            </p:cNvSpPr>
            <p:nvPr>
              <p:custDataLst>
                <p:tags r:id="rId56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432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19460" y="219387"/>
                  </a:moveTo>
                  <a:arcTo wR="317500" hR="317500" stAng="-1080000" swAng="1728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51" name="Harvey 21/100 [21]">
              <a:extLst>
                <a:ext uri="{FF2B5EF4-FFF2-40B4-BE49-F238E27FC236}">
                  <a16:creationId xmlns:a16="http://schemas.microsoft.com/office/drawing/2014/main" id="{CD8E25E7-83D2-4F78-92A7-435281704491}"/>
                </a:ext>
              </a:extLst>
            </p:cNvPr>
            <p:cNvSpPr>
              <a:spLocks noChangeAspect="1"/>
            </p:cNvSpPr>
            <p:nvPr>
              <p:custDataLst>
                <p:tags r:id="rId57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453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25025" y="238540"/>
                  </a:moveTo>
                  <a:arcTo wR="317500" hR="317500" stAng="-864000" swAng="17064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52" name="Harvey 22/100 [22]">
              <a:extLst>
                <a:ext uri="{FF2B5EF4-FFF2-40B4-BE49-F238E27FC236}">
                  <a16:creationId xmlns:a16="http://schemas.microsoft.com/office/drawing/2014/main" id="{C6A696FB-9EFC-47F6-9860-247C48C1FC3D}"/>
                </a:ext>
              </a:extLst>
            </p:cNvPr>
            <p:cNvSpPr>
              <a:spLocks noChangeAspect="1"/>
            </p:cNvSpPr>
            <p:nvPr>
              <p:custDataLst>
                <p:tags r:id="rId58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475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29376" y="258006"/>
                  </a:moveTo>
                  <a:arcTo wR="317500" hR="317500" stAng="-647999" swAng="16848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53" name="Harvey 23/100 [23]">
              <a:extLst>
                <a:ext uri="{FF2B5EF4-FFF2-40B4-BE49-F238E27FC236}">
                  <a16:creationId xmlns:a16="http://schemas.microsoft.com/office/drawing/2014/main" id="{252958D2-EE89-4FBF-BF7B-C8AFAD704413}"/>
                </a:ext>
              </a:extLst>
            </p:cNvPr>
            <p:cNvSpPr>
              <a:spLocks noChangeAspect="1"/>
            </p:cNvSpPr>
            <p:nvPr>
              <p:custDataLst>
                <p:tags r:id="rId59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496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32496" y="277706"/>
                  </a:moveTo>
                  <a:arcTo wR="317500" hR="317500" stAng="-432000" swAng="16632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54" name="Harvey 24/100 [24]">
              <a:extLst>
                <a:ext uri="{FF2B5EF4-FFF2-40B4-BE49-F238E27FC236}">
                  <a16:creationId xmlns:a16="http://schemas.microsoft.com/office/drawing/2014/main" id="{314E82DC-04B6-406C-9D65-1115F4D2AA22}"/>
                </a:ext>
              </a:extLst>
            </p:cNvPr>
            <p:cNvSpPr>
              <a:spLocks noChangeAspect="1"/>
            </p:cNvSpPr>
            <p:nvPr>
              <p:custDataLst>
                <p:tags r:id="rId60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5183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34373" y="297564"/>
                  </a:moveTo>
                  <a:arcTo wR="317500" hR="317500" stAng="-216000" swAng="16416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55" name="Harvey 25/100 [25]">
              <a:extLst>
                <a:ext uri="{FF2B5EF4-FFF2-40B4-BE49-F238E27FC236}">
                  <a16:creationId xmlns:a16="http://schemas.microsoft.com/office/drawing/2014/main" id="{669D1B60-A74F-4296-8610-F3DCDDC15022}"/>
                </a:ext>
              </a:extLst>
            </p:cNvPr>
            <p:cNvSpPr>
              <a:spLocks noChangeAspect="1"/>
            </p:cNvSpPr>
            <p:nvPr>
              <p:custDataLst>
                <p:tags r:id="rId61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54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35000" y="317500"/>
                  </a:moveTo>
                  <a:arcTo wR="317500" hR="317500" stAng="0" swAng="1620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56" name="Harvey 26/100 [26]">
              <a:extLst>
                <a:ext uri="{FF2B5EF4-FFF2-40B4-BE49-F238E27FC236}">
                  <a16:creationId xmlns:a16="http://schemas.microsoft.com/office/drawing/2014/main" id="{FF6DD112-04B6-4656-AB9D-1F9950FEE2D9}"/>
                </a:ext>
              </a:extLst>
            </p:cNvPr>
            <p:cNvSpPr>
              <a:spLocks noChangeAspect="1"/>
            </p:cNvSpPr>
            <p:nvPr>
              <p:custDataLst>
                <p:tags r:id="rId62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561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34373" y="337435"/>
                  </a:moveTo>
                  <a:arcTo wR="317500" hR="317500" stAng="216000" swAng="15983999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57" name="Harvey 27/100 [27]">
              <a:extLst>
                <a:ext uri="{FF2B5EF4-FFF2-40B4-BE49-F238E27FC236}">
                  <a16:creationId xmlns:a16="http://schemas.microsoft.com/office/drawing/2014/main" id="{E2928B53-FC5C-427C-AE65-9286773D84B2}"/>
                </a:ext>
              </a:extLst>
            </p:cNvPr>
            <p:cNvSpPr>
              <a:spLocks noChangeAspect="1"/>
            </p:cNvSpPr>
            <p:nvPr>
              <p:custDataLst>
                <p:tags r:id="rId63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583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32496" y="357293"/>
                  </a:moveTo>
                  <a:arcTo wR="317500" hR="317500" stAng="432000" swAng="15768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58" name="Harvey 28/100 [28]">
              <a:extLst>
                <a:ext uri="{FF2B5EF4-FFF2-40B4-BE49-F238E27FC236}">
                  <a16:creationId xmlns:a16="http://schemas.microsoft.com/office/drawing/2014/main" id="{D8CF4F20-8FEC-47FF-9B86-E818143B2C19}"/>
                </a:ext>
              </a:extLst>
            </p:cNvPr>
            <p:cNvSpPr>
              <a:spLocks noChangeAspect="1"/>
            </p:cNvSpPr>
            <p:nvPr>
              <p:custDataLst>
                <p:tags r:id="rId64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604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29376" y="376993"/>
                  </a:moveTo>
                  <a:arcTo wR="317500" hR="317500" stAng="648000" swAng="15552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59" name="Harvey 29/100 [29]">
              <a:extLst>
                <a:ext uri="{FF2B5EF4-FFF2-40B4-BE49-F238E27FC236}">
                  <a16:creationId xmlns:a16="http://schemas.microsoft.com/office/drawing/2014/main" id="{E1AF074D-4599-4D0E-8078-66303FEBDE44}"/>
                </a:ext>
              </a:extLst>
            </p:cNvPr>
            <p:cNvSpPr>
              <a:spLocks noChangeAspect="1"/>
            </p:cNvSpPr>
            <p:nvPr>
              <p:custDataLst>
                <p:tags r:id="rId65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6263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25025" y="396459"/>
                  </a:moveTo>
                  <a:arcTo wR="317500" hR="317500" stAng="863999" swAng="15336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60" name="Harvey 30/100 [30]">
              <a:extLst>
                <a:ext uri="{FF2B5EF4-FFF2-40B4-BE49-F238E27FC236}">
                  <a16:creationId xmlns:a16="http://schemas.microsoft.com/office/drawing/2014/main" id="{2DF9C982-C062-4899-8A5F-20F49AD9E1B5}"/>
                </a:ext>
              </a:extLst>
            </p:cNvPr>
            <p:cNvSpPr>
              <a:spLocks noChangeAspect="1"/>
            </p:cNvSpPr>
            <p:nvPr>
              <p:custDataLst>
                <p:tags r:id="rId66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648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19460" y="415612"/>
                  </a:moveTo>
                  <a:arcTo wR="317500" hR="317500" stAng="1080000" swAng="15119999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61" name="Harvey 31/100 [31]">
              <a:extLst>
                <a:ext uri="{FF2B5EF4-FFF2-40B4-BE49-F238E27FC236}">
                  <a16:creationId xmlns:a16="http://schemas.microsoft.com/office/drawing/2014/main" id="{E98CD797-9DD9-4143-9058-D1ABF95E7406}"/>
                </a:ext>
              </a:extLst>
            </p:cNvPr>
            <p:cNvSpPr>
              <a:spLocks noChangeAspect="1"/>
            </p:cNvSpPr>
            <p:nvPr>
              <p:custDataLst>
                <p:tags r:id="rId67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669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12704" y="434379"/>
                  </a:moveTo>
                  <a:arcTo wR="317500" hR="317500" stAng="1295999" swAng="14903999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62" name="Harvey 32/100 [32]">
              <a:extLst>
                <a:ext uri="{FF2B5EF4-FFF2-40B4-BE49-F238E27FC236}">
                  <a16:creationId xmlns:a16="http://schemas.microsoft.com/office/drawing/2014/main" id="{39029FE4-844F-47DA-8FEF-FB68673FF10C}"/>
                </a:ext>
              </a:extLst>
            </p:cNvPr>
            <p:cNvSpPr>
              <a:spLocks noChangeAspect="1"/>
            </p:cNvSpPr>
            <p:nvPr>
              <p:custDataLst>
                <p:tags r:id="rId68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691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04782" y="452684"/>
                  </a:moveTo>
                  <a:arcTo wR="317500" hR="317500" stAng="1512000" swAng="14687999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63" name="Harvey 33/100 [33]">
              <a:extLst>
                <a:ext uri="{FF2B5EF4-FFF2-40B4-BE49-F238E27FC236}">
                  <a16:creationId xmlns:a16="http://schemas.microsoft.com/office/drawing/2014/main" id="{B99AA4D4-9C74-447B-89EF-8FD268FF95EE}"/>
                </a:ext>
              </a:extLst>
            </p:cNvPr>
            <p:cNvSpPr>
              <a:spLocks noChangeAspect="1"/>
            </p:cNvSpPr>
            <p:nvPr>
              <p:custDataLst>
                <p:tags r:id="rId69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712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95727" y="470456"/>
                  </a:moveTo>
                  <a:arcTo wR="317500" hR="317500" stAng="1728000" swAng="14472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64" name="Harvey 34/100 [34]">
              <a:extLst>
                <a:ext uri="{FF2B5EF4-FFF2-40B4-BE49-F238E27FC236}">
                  <a16:creationId xmlns:a16="http://schemas.microsoft.com/office/drawing/2014/main" id="{0880CCDE-4DDE-49A8-AFB2-FDDCE314B4D3}"/>
                </a:ext>
              </a:extLst>
            </p:cNvPr>
            <p:cNvSpPr>
              <a:spLocks noChangeAspect="1"/>
            </p:cNvSpPr>
            <p:nvPr>
              <p:custDataLst>
                <p:tags r:id="rId70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734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85574" y="487625"/>
                  </a:moveTo>
                  <a:arcTo wR="317500" hR="317500" stAng="1944000" swAng="14255999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65" name="Harvey 35/100 [35]">
              <a:extLst>
                <a:ext uri="{FF2B5EF4-FFF2-40B4-BE49-F238E27FC236}">
                  <a16:creationId xmlns:a16="http://schemas.microsoft.com/office/drawing/2014/main" id="{F37E834A-F9D8-4623-BC85-60359856CCD0}"/>
                </a:ext>
              </a:extLst>
            </p:cNvPr>
            <p:cNvSpPr>
              <a:spLocks noChangeAspect="1"/>
            </p:cNvSpPr>
            <p:nvPr>
              <p:custDataLst>
                <p:tags r:id="rId71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7559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74362" y="504121"/>
                  </a:moveTo>
                  <a:arcTo wR="317500" hR="317500" stAng="2159999" swAng="1404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66" name="Harvey 36/100 [36]">
              <a:extLst>
                <a:ext uri="{FF2B5EF4-FFF2-40B4-BE49-F238E27FC236}">
                  <a16:creationId xmlns:a16="http://schemas.microsoft.com/office/drawing/2014/main" id="{15163940-B229-4368-B727-3714123C78AB}"/>
                </a:ext>
              </a:extLst>
            </p:cNvPr>
            <p:cNvSpPr>
              <a:spLocks noChangeAspect="1"/>
            </p:cNvSpPr>
            <p:nvPr>
              <p:custDataLst>
                <p:tags r:id="rId72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777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62137" y="519882"/>
                  </a:moveTo>
                  <a:arcTo wR="317500" hR="317500" stAng="2375999" swAng="13824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67" name="Harvey 37/100 [37]">
              <a:extLst>
                <a:ext uri="{FF2B5EF4-FFF2-40B4-BE49-F238E27FC236}">
                  <a16:creationId xmlns:a16="http://schemas.microsoft.com/office/drawing/2014/main" id="{64BAECDC-27C7-4333-B9D8-59DE42A1B1AA}"/>
                </a:ext>
              </a:extLst>
            </p:cNvPr>
            <p:cNvSpPr>
              <a:spLocks noChangeAspect="1"/>
            </p:cNvSpPr>
            <p:nvPr>
              <p:custDataLst>
                <p:tags r:id="rId73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7991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48947" y="534843"/>
                  </a:moveTo>
                  <a:arcTo wR="317500" hR="317500" stAng="2591999" swAng="13608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68" name="Harvey 38/100 [38]">
              <a:extLst>
                <a:ext uri="{FF2B5EF4-FFF2-40B4-BE49-F238E27FC236}">
                  <a16:creationId xmlns:a16="http://schemas.microsoft.com/office/drawing/2014/main" id="{4F018A0A-A74A-4E47-BC47-203679D4F8C0}"/>
                </a:ext>
              </a:extLst>
            </p:cNvPr>
            <p:cNvSpPr>
              <a:spLocks noChangeAspect="1"/>
            </p:cNvSpPr>
            <p:nvPr>
              <p:custDataLst>
                <p:tags r:id="rId74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820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34843" y="548947"/>
                  </a:moveTo>
                  <a:arcTo wR="317500" hR="317500" stAng="2808000" swAng="13392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69" name="Harvey 39/100 [39]">
              <a:extLst>
                <a:ext uri="{FF2B5EF4-FFF2-40B4-BE49-F238E27FC236}">
                  <a16:creationId xmlns:a16="http://schemas.microsoft.com/office/drawing/2014/main" id="{ACA75957-9FDB-46A2-82EC-77103CBEAC52}"/>
                </a:ext>
              </a:extLst>
            </p:cNvPr>
            <p:cNvSpPr>
              <a:spLocks noChangeAspect="1"/>
            </p:cNvSpPr>
            <p:nvPr>
              <p:custDataLst>
                <p:tags r:id="rId75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842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19882" y="562137"/>
                  </a:moveTo>
                  <a:arcTo wR="317500" hR="317500" stAng="3024000" swAng="13176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70" name="Harvey 40/100 [40]">
              <a:extLst>
                <a:ext uri="{FF2B5EF4-FFF2-40B4-BE49-F238E27FC236}">
                  <a16:creationId xmlns:a16="http://schemas.microsoft.com/office/drawing/2014/main" id="{025DFA7F-A073-422A-8D20-E27D1ABE4342}"/>
                </a:ext>
              </a:extLst>
            </p:cNvPr>
            <p:cNvSpPr>
              <a:spLocks noChangeAspect="1"/>
            </p:cNvSpPr>
            <p:nvPr>
              <p:custDataLst>
                <p:tags r:id="rId76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864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04121" y="574362"/>
                  </a:moveTo>
                  <a:arcTo wR="317500" hR="317500" stAng="3240000" swAng="1296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71" name="Harvey 41/100 [41]">
              <a:extLst>
                <a:ext uri="{FF2B5EF4-FFF2-40B4-BE49-F238E27FC236}">
                  <a16:creationId xmlns:a16="http://schemas.microsoft.com/office/drawing/2014/main" id="{BF311CE9-A4CB-4965-8F0F-5B6811E9FB20}"/>
                </a:ext>
              </a:extLst>
            </p:cNvPr>
            <p:cNvSpPr>
              <a:spLocks noChangeAspect="1"/>
            </p:cNvSpPr>
            <p:nvPr>
              <p:custDataLst>
                <p:tags r:id="rId77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885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87625" y="585574"/>
                  </a:moveTo>
                  <a:arcTo wR="317500" hR="317500" stAng="3455999" swAng="12744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72" name="Harvey 42/100 [42]">
              <a:extLst>
                <a:ext uri="{FF2B5EF4-FFF2-40B4-BE49-F238E27FC236}">
                  <a16:creationId xmlns:a16="http://schemas.microsoft.com/office/drawing/2014/main" id="{1B415A3D-1E85-4E6A-8BAB-3BB56600BA4F}"/>
                </a:ext>
              </a:extLst>
            </p:cNvPr>
            <p:cNvSpPr>
              <a:spLocks noChangeAspect="1"/>
            </p:cNvSpPr>
            <p:nvPr>
              <p:custDataLst>
                <p:tags r:id="rId78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907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70456" y="595727"/>
                  </a:moveTo>
                  <a:arcTo wR="317500" hR="317500" stAng="3671999" swAng="12528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73" name="Harvey 43/100 [43]">
              <a:extLst>
                <a:ext uri="{FF2B5EF4-FFF2-40B4-BE49-F238E27FC236}">
                  <a16:creationId xmlns:a16="http://schemas.microsoft.com/office/drawing/2014/main" id="{7EAD6077-4487-4E7D-846D-445E65B5291C}"/>
                </a:ext>
              </a:extLst>
            </p:cNvPr>
            <p:cNvSpPr>
              <a:spLocks noChangeAspect="1"/>
            </p:cNvSpPr>
            <p:nvPr>
              <p:custDataLst>
                <p:tags r:id="rId79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928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52684" y="604782"/>
                  </a:moveTo>
                  <a:arcTo wR="317500" hR="317500" stAng="3888000" swAng="12312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74" name="Harvey 44/100 [44]">
              <a:extLst>
                <a:ext uri="{FF2B5EF4-FFF2-40B4-BE49-F238E27FC236}">
                  <a16:creationId xmlns:a16="http://schemas.microsoft.com/office/drawing/2014/main" id="{4B57ADAF-4A83-4CB4-8920-E2B9F994E83E}"/>
                </a:ext>
              </a:extLst>
            </p:cNvPr>
            <p:cNvSpPr>
              <a:spLocks noChangeAspect="1"/>
            </p:cNvSpPr>
            <p:nvPr>
              <p:custDataLst>
                <p:tags r:id="rId80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950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34379" y="612704"/>
                  </a:moveTo>
                  <a:arcTo wR="317500" hR="317500" stAng="4104000" swAng="12096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75" name="Harvey 45/100 [45]">
              <a:extLst>
                <a:ext uri="{FF2B5EF4-FFF2-40B4-BE49-F238E27FC236}">
                  <a16:creationId xmlns:a16="http://schemas.microsoft.com/office/drawing/2014/main" id="{FF3E5416-AC43-4CBB-A32A-A966ED03106F}"/>
                </a:ext>
              </a:extLst>
            </p:cNvPr>
            <p:cNvSpPr>
              <a:spLocks noChangeAspect="1"/>
            </p:cNvSpPr>
            <p:nvPr>
              <p:custDataLst>
                <p:tags r:id="rId81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972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15612" y="619460"/>
                  </a:moveTo>
                  <a:arcTo wR="317500" hR="317500" stAng="4320000" swAng="1188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76" name="Harvey 46/100 [46]">
              <a:extLst>
                <a:ext uri="{FF2B5EF4-FFF2-40B4-BE49-F238E27FC236}">
                  <a16:creationId xmlns:a16="http://schemas.microsoft.com/office/drawing/2014/main" id="{49AFF9C1-C19A-487C-A4C1-47DA87277C3B}"/>
                </a:ext>
              </a:extLst>
            </p:cNvPr>
            <p:cNvSpPr>
              <a:spLocks noChangeAspect="1"/>
            </p:cNvSpPr>
            <p:nvPr>
              <p:custDataLst>
                <p:tags r:id="rId82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993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96459" y="625025"/>
                  </a:moveTo>
                  <a:arcTo wR="317500" hR="317500" stAng="4536000" swAng="11664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77" name="Harvey 47/100 [47]">
              <a:extLst>
                <a:ext uri="{FF2B5EF4-FFF2-40B4-BE49-F238E27FC236}">
                  <a16:creationId xmlns:a16="http://schemas.microsoft.com/office/drawing/2014/main" id="{F35AEE09-D82F-438F-9D01-96C6876241F1}"/>
                </a:ext>
              </a:extLst>
            </p:cNvPr>
            <p:cNvSpPr>
              <a:spLocks noChangeAspect="1"/>
            </p:cNvSpPr>
            <p:nvPr>
              <p:custDataLst>
                <p:tags r:id="rId83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015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76993" y="629376"/>
                  </a:moveTo>
                  <a:arcTo wR="317500" hR="317500" stAng="4751999" swAng="11448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78" name="Harvey 48/100 [48]">
              <a:extLst>
                <a:ext uri="{FF2B5EF4-FFF2-40B4-BE49-F238E27FC236}">
                  <a16:creationId xmlns:a16="http://schemas.microsoft.com/office/drawing/2014/main" id="{4FC3325B-EEB2-4420-9715-1149CEACE9AC}"/>
                </a:ext>
              </a:extLst>
            </p:cNvPr>
            <p:cNvSpPr>
              <a:spLocks noChangeAspect="1"/>
            </p:cNvSpPr>
            <p:nvPr>
              <p:custDataLst>
                <p:tags r:id="rId84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0367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57293" y="632496"/>
                  </a:moveTo>
                  <a:arcTo wR="317500" hR="317500" stAng="4967999" swAng="11232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79" name="Harvey 49/100 [49]">
              <a:extLst>
                <a:ext uri="{FF2B5EF4-FFF2-40B4-BE49-F238E27FC236}">
                  <a16:creationId xmlns:a16="http://schemas.microsoft.com/office/drawing/2014/main" id="{3BE00D50-8FCE-4E11-AA24-10B621732F20}"/>
                </a:ext>
              </a:extLst>
            </p:cNvPr>
            <p:cNvSpPr>
              <a:spLocks noChangeAspect="1"/>
            </p:cNvSpPr>
            <p:nvPr>
              <p:custDataLst>
                <p:tags r:id="rId85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058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37435" y="634373"/>
                  </a:moveTo>
                  <a:arcTo wR="317500" hR="317500" stAng="5184000" swAng="11016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80" name="Harvey 50/100 [50]">
              <a:extLst>
                <a:ext uri="{FF2B5EF4-FFF2-40B4-BE49-F238E27FC236}">
                  <a16:creationId xmlns:a16="http://schemas.microsoft.com/office/drawing/2014/main" id="{97083993-8BFD-443F-A3A3-D28EF389CE2B}"/>
                </a:ext>
              </a:extLst>
            </p:cNvPr>
            <p:cNvSpPr>
              <a:spLocks noChangeAspect="1"/>
            </p:cNvSpPr>
            <p:nvPr>
              <p:custDataLst>
                <p:tags r:id="rId86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08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17500" y="635000"/>
                  </a:moveTo>
                  <a:arcTo wR="317500" hR="317500" stAng="5400000" swAng="1080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81" name="Harvey 51/100 [51]">
              <a:extLst>
                <a:ext uri="{FF2B5EF4-FFF2-40B4-BE49-F238E27FC236}">
                  <a16:creationId xmlns:a16="http://schemas.microsoft.com/office/drawing/2014/main" id="{BDE38762-18E9-47FF-895E-325F5976ECAA}"/>
                </a:ext>
              </a:extLst>
            </p:cNvPr>
            <p:cNvSpPr>
              <a:spLocks noChangeAspect="1"/>
            </p:cNvSpPr>
            <p:nvPr>
              <p:custDataLst>
                <p:tags r:id="rId87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101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97564" y="634373"/>
                  </a:moveTo>
                  <a:arcTo wR="317500" hR="317500" stAng="5616000" swAng="10584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82" name="Harvey 52/100 [52]">
              <a:extLst>
                <a:ext uri="{FF2B5EF4-FFF2-40B4-BE49-F238E27FC236}">
                  <a16:creationId xmlns:a16="http://schemas.microsoft.com/office/drawing/2014/main" id="{785EAA21-FBCD-46DC-8430-7AB12F5A66AF}"/>
                </a:ext>
              </a:extLst>
            </p:cNvPr>
            <p:cNvSpPr>
              <a:spLocks noChangeAspect="1"/>
            </p:cNvSpPr>
            <p:nvPr>
              <p:custDataLst>
                <p:tags r:id="rId88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123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77706" y="632496"/>
                  </a:moveTo>
                  <a:arcTo wR="317500" hR="317500" stAng="5832000" swAng="10367999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83" name="Harvey 53/100 [53]">
              <a:extLst>
                <a:ext uri="{FF2B5EF4-FFF2-40B4-BE49-F238E27FC236}">
                  <a16:creationId xmlns:a16="http://schemas.microsoft.com/office/drawing/2014/main" id="{858D54BA-F4A5-4C67-830E-E85FF6EE735D}"/>
                </a:ext>
              </a:extLst>
            </p:cNvPr>
            <p:cNvSpPr>
              <a:spLocks noChangeAspect="1"/>
            </p:cNvSpPr>
            <p:nvPr>
              <p:custDataLst>
                <p:tags r:id="rId89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144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58006" y="629376"/>
                  </a:moveTo>
                  <a:arcTo wR="317500" hR="317500" stAng="6048000" swAng="10152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84" name="Harvey 54/100 [54]">
              <a:extLst>
                <a:ext uri="{FF2B5EF4-FFF2-40B4-BE49-F238E27FC236}">
                  <a16:creationId xmlns:a16="http://schemas.microsoft.com/office/drawing/2014/main" id="{AC41BD7B-E1FA-4AED-B11C-E03936A672E6}"/>
                </a:ext>
              </a:extLst>
            </p:cNvPr>
            <p:cNvSpPr>
              <a:spLocks noChangeAspect="1"/>
            </p:cNvSpPr>
            <p:nvPr>
              <p:custDataLst>
                <p:tags r:id="rId90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166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38540" y="625025"/>
                  </a:moveTo>
                  <a:arcTo wR="317500" hR="317500" stAng="6264000" swAng="9936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85" name="Harvey 55/100 [55]">
              <a:extLst>
                <a:ext uri="{FF2B5EF4-FFF2-40B4-BE49-F238E27FC236}">
                  <a16:creationId xmlns:a16="http://schemas.microsoft.com/office/drawing/2014/main" id="{BAF901A0-5FD1-4B29-9AF9-DB8B19412429}"/>
                </a:ext>
              </a:extLst>
            </p:cNvPr>
            <p:cNvSpPr>
              <a:spLocks noChangeAspect="1"/>
            </p:cNvSpPr>
            <p:nvPr>
              <p:custDataLst>
                <p:tags r:id="rId91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188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19387" y="619460"/>
                  </a:moveTo>
                  <a:arcTo wR="317500" hR="317500" stAng="6480000" swAng="9719999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86" name="Harvey 56/100 [56]">
              <a:extLst>
                <a:ext uri="{FF2B5EF4-FFF2-40B4-BE49-F238E27FC236}">
                  <a16:creationId xmlns:a16="http://schemas.microsoft.com/office/drawing/2014/main" id="{3EFF555D-6B7F-481F-ADC2-746953BA7F97}"/>
                </a:ext>
              </a:extLst>
            </p:cNvPr>
            <p:cNvSpPr>
              <a:spLocks noChangeAspect="1"/>
            </p:cNvSpPr>
            <p:nvPr>
              <p:custDataLst>
                <p:tags r:id="rId92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209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00620" y="612704"/>
                  </a:moveTo>
                  <a:arcTo wR="317500" hR="317500" stAng="6696000" swAng="9503999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87" name="Harvey 57/100 [57]">
              <a:extLst>
                <a:ext uri="{FF2B5EF4-FFF2-40B4-BE49-F238E27FC236}">
                  <a16:creationId xmlns:a16="http://schemas.microsoft.com/office/drawing/2014/main" id="{A4D3BE31-8C07-4912-AB8B-8331A665C238}"/>
                </a:ext>
              </a:extLst>
            </p:cNvPr>
            <p:cNvSpPr>
              <a:spLocks noChangeAspect="1"/>
            </p:cNvSpPr>
            <p:nvPr>
              <p:custDataLst>
                <p:tags r:id="rId93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231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82315" y="604782"/>
                  </a:moveTo>
                  <a:arcTo wR="317500" hR="317500" stAng="6911999" swAng="9288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88" name="Harvey 58/100 [58]">
              <a:extLst>
                <a:ext uri="{FF2B5EF4-FFF2-40B4-BE49-F238E27FC236}">
                  <a16:creationId xmlns:a16="http://schemas.microsoft.com/office/drawing/2014/main" id="{E7B5A5D9-6DD2-4B0A-9557-7A7AF774103E}"/>
                </a:ext>
              </a:extLst>
            </p:cNvPr>
            <p:cNvSpPr>
              <a:spLocks noChangeAspect="1"/>
            </p:cNvSpPr>
            <p:nvPr>
              <p:custDataLst>
                <p:tags r:id="rId94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2527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64543" y="595727"/>
                  </a:moveTo>
                  <a:arcTo wR="317500" hR="317500" stAng="7127999" swAng="9072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89" name="Harvey 59/100 [59]">
              <a:extLst>
                <a:ext uri="{FF2B5EF4-FFF2-40B4-BE49-F238E27FC236}">
                  <a16:creationId xmlns:a16="http://schemas.microsoft.com/office/drawing/2014/main" id="{88458C0E-D234-4C86-A6CC-B8CD6C445F00}"/>
                </a:ext>
              </a:extLst>
            </p:cNvPr>
            <p:cNvSpPr>
              <a:spLocks noChangeAspect="1"/>
            </p:cNvSpPr>
            <p:nvPr>
              <p:custDataLst>
                <p:tags r:id="rId95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2743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47374" y="585574"/>
                  </a:moveTo>
                  <a:arcTo wR="317500" hR="317500" stAng="7343999" swAng="8856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90" name="Harvey 60/100 [60]">
              <a:extLst>
                <a:ext uri="{FF2B5EF4-FFF2-40B4-BE49-F238E27FC236}">
                  <a16:creationId xmlns:a16="http://schemas.microsoft.com/office/drawing/2014/main" id="{0924D2C6-D224-49FD-A4B8-312AFD605E78}"/>
                </a:ext>
              </a:extLst>
            </p:cNvPr>
            <p:cNvSpPr>
              <a:spLocks noChangeAspect="1"/>
            </p:cNvSpPr>
            <p:nvPr>
              <p:custDataLst>
                <p:tags r:id="rId96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296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30878" y="574362"/>
                  </a:moveTo>
                  <a:arcTo wR="317500" hR="317500" stAng="7560000" swAng="864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91" name="Harvey 61/100 [61]">
              <a:extLst>
                <a:ext uri="{FF2B5EF4-FFF2-40B4-BE49-F238E27FC236}">
                  <a16:creationId xmlns:a16="http://schemas.microsoft.com/office/drawing/2014/main" id="{F9FB23C2-D568-49AC-B8FD-0480EB019739}"/>
                </a:ext>
              </a:extLst>
            </p:cNvPr>
            <p:cNvSpPr>
              <a:spLocks noChangeAspect="1"/>
            </p:cNvSpPr>
            <p:nvPr>
              <p:custDataLst>
                <p:tags r:id="rId97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317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15117" y="562137"/>
                  </a:moveTo>
                  <a:arcTo wR="317500" hR="317500" stAng="7776000" swAng="8424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92" name="Harvey 62/100 [62]">
              <a:extLst>
                <a:ext uri="{FF2B5EF4-FFF2-40B4-BE49-F238E27FC236}">
                  <a16:creationId xmlns:a16="http://schemas.microsoft.com/office/drawing/2014/main" id="{9EF3159D-F4FB-4032-BCCB-55E6ED5EEFC7}"/>
                </a:ext>
              </a:extLst>
            </p:cNvPr>
            <p:cNvSpPr>
              <a:spLocks noChangeAspect="1"/>
            </p:cNvSpPr>
            <p:nvPr>
              <p:custDataLst>
                <p:tags r:id="rId98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339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00156" y="548947"/>
                  </a:moveTo>
                  <a:arcTo wR="317500" hR="317500" stAng="7991999" swAng="8208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93" name="Harvey 63/100 [63]">
              <a:extLst>
                <a:ext uri="{FF2B5EF4-FFF2-40B4-BE49-F238E27FC236}">
                  <a16:creationId xmlns:a16="http://schemas.microsoft.com/office/drawing/2014/main" id="{9362C8EA-6D15-4E0C-8AE9-B1B50EB297B8}"/>
                </a:ext>
              </a:extLst>
            </p:cNvPr>
            <p:cNvSpPr>
              <a:spLocks noChangeAspect="1"/>
            </p:cNvSpPr>
            <p:nvPr>
              <p:custDataLst>
                <p:tags r:id="rId99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360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86052" y="534843"/>
                  </a:moveTo>
                  <a:arcTo wR="317500" hR="317500" stAng="8208000" swAng="7991999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94" name="Harvey 64/100 [64]">
              <a:extLst>
                <a:ext uri="{FF2B5EF4-FFF2-40B4-BE49-F238E27FC236}">
                  <a16:creationId xmlns:a16="http://schemas.microsoft.com/office/drawing/2014/main" id="{91EB375D-1444-4BE3-A696-66272A1564CD}"/>
                </a:ext>
              </a:extLst>
            </p:cNvPr>
            <p:cNvSpPr>
              <a:spLocks noChangeAspect="1"/>
            </p:cNvSpPr>
            <p:nvPr>
              <p:custDataLst>
                <p:tags r:id="rId100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382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72862" y="519882"/>
                  </a:moveTo>
                  <a:arcTo wR="317500" hR="317500" stAng="8424000" swAng="7776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95" name="Harvey 65/100 [65]">
              <a:extLst>
                <a:ext uri="{FF2B5EF4-FFF2-40B4-BE49-F238E27FC236}">
                  <a16:creationId xmlns:a16="http://schemas.microsoft.com/office/drawing/2014/main" id="{9A3002B1-5D17-4BCB-9A44-B2FB4025D02F}"/>
                </a:ext>
              </a:extLst>
            </p:cNvPr>
            <p:cNvSpPr>
              <a:spLocks noChangeAspect="1"/>
            </p:cNvSpPr>
            <p:nvPr>
              <p:custDataLst>
                <p:tags r:id="rId101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404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0637" y="504121"/>
                  </a:moveTo>
                  <a:arcTo wR="317500" hR="317500" stAng="8640000" swAng="7559999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96" name="Harvey 66/100 [66]">
              <a:extLst>
                <a:ext uri="{FF2B5EF4-FFF2-40B4-BE49-F238E27FC236}">
                  <a16:creationId xmlns:a16="http://schemas.microsoft.com/office/drawing/2014/main" id="{E5F2FDE4-04B2-4A45-A685-14E0C51883A5}"/>
                </a:ext>
              </a:extLst>
            </p:cNvPr>
            <p:cNvSpPr>
              <a:spLocks noChangeAspect="1"/>
            </p:cNvSpPr>
            <p:nvPr>
              <p:custDataLst>
                <p:tags r:id="rId102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425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9425" y="487625"/>
                  </a:moveTo>
                  <a:arcTo wR="317500" hR="317500" stAng="8856000" swAng="7343999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97" name="Harvey 67/100 [67]">
              <a:extLst>
                <a:ext uri="{FF2B5EF4-FFF2-40B4-BE49-F238E27FC236}">
                  <a16:creationId xmlns:a16="http://schemas.microsoft.com/office/drawing/2014/main" id="{D399A169-3845-4CD5-A62C-F4586F1FAFE8}"/>
                </a:ext>
              </a:extLst>
            </p:cNvPr>
            <p:cNvSpPr>
              <a:spLocks noChangeAspect="1"/>
            </p:cNvSpPr>
            <p:nvPr>
              <p:custDataLst>
                <p:tags r:id="rId103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447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9272" y="470456"/>
                  </a:moveTo>
                  <a:arcTo wR="317500" hR="317500" stAng="9072000" swAng="7127999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98" name="Harvey 68/100 [68]">
              <a:extLst>
                <a:ext uri="{FF2B5EF4-FFF2-40B4-BE49-F238E27FC236}">
                  <a16:creationId xmlns:a16="http://schemas.microsoft.com/office/drawing/2014/main" id="{E12F5173-9960-47F5-9A91-B043294E14CB}"/>
                </a:ext>
              </a:extLst>
            </p:cNvPr>
            <p:cNvSpPr>
              <a:spLocks noChangeAspect="1"/>
            </p:cNvSpPr>
            <p:nvPr>
              <p:custDataLst>
                <p:tags r:id="rId104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468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0217" y="452684"/>
                  </a:moveTo>
                  <a:arcTo wR="317500" hR="317500" stAng="9288000" swAng="6911999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99" name="Harvey 69/100 [69]">
              <a:extLst>
                <a:ext uri="{FF2B5EF4-FFF2-40B4-BE49-F238E27FC236}">
                  <a16:creationId xmlns:a16="http://schemas.microsoft.com/office/drawing/2014/main" id="{DD9B9229-3D3A-4706-BEEC-04C19A30C5C3}"/>
                </a:ext>
              </a:extLst>
            </p:cNvPr>
            <p:cNvSpPr>
              <a:spLocks noChangeAspect="1"/>
            </p:cNvSpPr>
            <p:nvPr>
              <p:custDataLst>
                <p:tags r:id="rId105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4903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2295" y="434379"/>
                  </a:moveTo>
                  <a:arcTo wR="317500" hR="317500" stAng="9503999" swAng="6696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00" name="Harvey 70/100 [70]">
              <a:extLst>
                <a:ext uri="{FF2B5EF4-FFF2-40B4-BE49-F238E27FC236}">
                  <a16:creationId xmlns:a16="http://schemas.microsoft.com/office/drawing/2014/main" id="{795A4CC8-0C08-491C-8D7F-95EC8E0E25B8}"/>
                </a:ext>
              </a:extLst>
            </p:cNvPr>
            <p:cNvSpPr>
              <a:spLocks noChangeAspect="1"/>
            </p:cNvSpPr>
            <p:nvPr>
              <p:custDataLst>
                <p:tags r:id="rId106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5119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5539" y="415612"/>
                  </a:moveTo>
                  <a:arcTo wR="317500" hR="317500" stAng="9719999" swAng="648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01" name="Harvey 71/100 [71]">
              <a:extLst>
                <a:ext uri="{FF2B5EF4-FFF2-40B4-BE49-F238E27FC236}">
                  <a16:creationId xmlns:a16="http://schemas.microsoft.com/office/drawing/2014/main" id="{91862A76-5FCC-4C25-9A3F-A10651AC7725}"/>
                </a:ext>
              </a:extLst>
            </p:cNvPr>
            <p:cNvSpPr>
              <a:spLocks noChangeAspect="1"/>
            </p:cNvSpPr>
            <p:nvPr>
              <p:custDataLst>
                <p:tags r:id="rId107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533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9974" y="396459"/>
                  </a:moveTo>
                  <a:arcTo wR="317500" hR="317500" stAng="9936000" swAng="6264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02" name="Harvey 72/100 [72]">
              <a:extLst>
                <a:ext uri="{FF2B5EF4-FFF2-40B4-BE49-F238E27FC236}">
                  <a16:creationId xmlns:a16="http://schemas.microsoft.com/office/drawing/2014/main" id="{46969644-17D9-45C9-A88A-9A88622DCE45}"/>
                </a:ext>
              </a:extLst>
            </p:cNvPr>
            <p:cNvSpPr>
              <a:spLocks noChangeAspect="1"/>
            </p:cNvSpPr>
            <p:nvPr>
              <p:custDataLst>
                <p:tags r:id="rId108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555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623" y="376993"/>
                  </a:moveTo>
                  <a:arcTo wR="317500" hR="317500" stAng="10152000" swAng="6048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03" name="Harvey 73/100 [73]">
              <a:extLst>
                <a:ext uri="{FF2B5EF4-FFF2-40B4-BE49-F238E27FC236}">
                  <a16:creationId xmlns:a16="http://schemas.microsoft.com/office/drawing/2014/main" id="{F89621F9-3ABB-450D-913E-7B467F289A9B}"/>
                </a:ext>
              </a:extLst>
            </p:cNvPr>
            <p:cNvSpPr>
              <a:spLocks noChangeAspect="1"/>
            </p:cNvSpPr>
            <p:nvPr>
              <p:custDataLst>
                <p:tags r:id="rId109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576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503" y="357293"/>
                  </a:moveTo>
                  <a:arcTo wR="317500" hR="317500" stAng="10368000" swAng="5832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04" name="Harvey 74/100 [74]">
              <a:extLst>
                <a:ext uri="{FF2B5EF4-FFF2-40B4-BE49-F238E27FC236}">
                  <a16:creationId xmlns:a16="http://schemas.microsoft.com/office/drawing/2014/main" id="{89EE4B1F-E703-471D-8307-BFB9EDEDB9F7}"/>
                </a:ext>
              </a:extLst>
            </p:cNvPr>
            <p:cNvSpPr>
              <a:spLocks noChangeAspect="1"/>
            </p:cNvSpPr>
            <p:nvPr>
              <p:custDataLst>
                <p:tags r:id="rId110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5983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26" y="337435"/>
                  </a:moveTo>
                  <a:arcTo wR="317500" hR="317500" stAng="10583999" swAng="5616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05" name="Harvey 75/100 [75]">
              <a:extLst>
                <a:ext uri="{FF2B5EF4-FFF2-40B4-BE49-F238E27FC236}">
                  <a16:creationId xmlns:a16="http://schemas.microsoft.com/office/drawing/2014/main" id="{8AB2EEA8-04AC-4B6C-8D90-28093DB647E6}"/>
                </a:ext>
              </a:extLst>
            </p:cNvPr>
            <p:cNvSpPr>
              <a:spLocks noChangeAspect="1"/>
            </p:cNvSpPr>
            <p:nvPr>
              <p:custDataLst>
                <p:tags r:id="rId111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62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0" y="317500"/>
                  </a:moveTo>
                  <a:arcTo wR="317500" hR="317500" stAng="10800000" swAng="540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06" name="Harvey 76/100 [76]">
              <a:extLst>
                <a:ext uri="{FF2B5EF4-FFF2-40B4-BE49-F238E27FC236}">
                  <a16:creationId xmlns:a16="http://schemas.microsoft.com/office/drawing/2014/main" id="{6F4E00F2-EA6F-4809-B2FD-4CE3ABE8C480}"/>
                </a:ext>
              </a:extLst>
            </p:cNvPr>
            <p:cNvSpPr>
              <a:spLocks noChangeAspect="1"/>
            </p:cNvSpPr>
            <p:nvPr>
              <p:custDataLst>
                <p:tags r:id="rId112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641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26" y="297564"/>
                  </a:moveTo>
                  <a:arcTo wR="317500" hR="317500" stAng="11016000" swAng="5183999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07" name="Harvey 77/100 [77]">
              <a:extLst>
                <a:ext uri="{FF2B5EF4-FFF2-40B4-BE49-F238E27FC236}">
                  <a16:creationId xmlns:a16="http://schemas.microsoft.com/office/drawing/2014/main" id="{CF5CA593-7B87-4492-9B35-2255514CB496}"/>
                </a:ext>
              </a:extLst>
            </p:cNvPr>
            <p:cNvSpPr>
              <a:spLocks noChangeAspect="1"/>
            </p:cNvSpPr>
            <p:nvPr>
              <p:custDataLst>
                <p:tags r:id="rId113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663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503" y="277706"/>
                  </a:moveTo>
                  <a:arcTo wR="317500" hR="317500" stAng="11232000" swAng="4968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08" name="Harvey 78/100 [78]">
              <a:extLst>
                <a:ext uri="{FF2B5EF4-FFF2-40B4-BE49-F238E27FC236}">
                  <a16:creationId xmlns:a16="http://schemas.microsoft.com/office/drawing/2014/main" id="{8C036464-458E-48D4-BAC8-84819F820C60}"/>
                </a:ext>
              </a:extLst>
            </p:cNvPr>
            <p:cNvSpPr>
              <a:spLocks noChangeAspect="1"/>
            </p:cNvSpPr>
            <p:nvPr>
              <p:custDataLst>
                <p:tags r:id="rId114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684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623" y="258006"/>
                  </a:moveTo>
                  <a:arcTo wR="317500" hR="317500" stAng="11448000" swAng="4751999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09" name="Harvey 79/100 [79]">
              <a:extLst>
                <a:ext uri="{FF2B5EF4-FFF2-40B4-BE49-F238E27FC236}">
                  <a16:creationId xmlns:a16="http://schemas.microsoft.com/office/drawing/2014/main" id="{6FD5AC00-8293-447C-B728-B963DD67B1C2}"/>
                </a:ext>
              </a:extLst>
            </p:cNvPr>
            <p:cNvSpPr>
              <a:spLocks noChangeAspect="1"/>
            </p:cNvSpPr>
            <p:nvPr>
              <p:custDataLst>
                <p:tags r:id="rId115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706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9974" y="238540"/>
                  </a:moveTo>
                  <a:arcTo wR="317500" hR="317500" stAng="11664000" swAng="4536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10" name="Harvey 80/100 [80]">
              <a:extLst>
                <a:ext uri="{FF2B5EF4-FFF2-40B4-BE49-F238E27FC236}">
                  <a16:creationId xmlns:a16="http://schemas.microsoft.com/office/drawing/2014/main" id="{29C0F859-BC49-430F-8C59-C0B9109E47A3}"/>
                </a:ext>
              </a:extLst>
            </p:cNvPr>
            <p:cNvSpPr>
              <a:spLocks noChangeAspect="1"/>
            </p:cNvSpPr>
            <p:nvPr>
              <p:custDataLst>
                <p:tags r:id="rId116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728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5539" y="219387"/>
                  </a:moveTo>
                  <a:arcTo wR="317500" hR="317500" stAng="11880000" swAng="4319999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11" name="Harvey 81/100 [81]">
              <a:extLst>
                <a:ext uri="{FF2B5EF4-FFF2-40B4-BE49-F238E27FC236}">
                  <a16:creationId xmlns:a16="http://schemas.microsoft.com/office/drawing/2014/main" id="{F78719E3-0417-4867-B70D-21538B3AC36E}"/>
                </a:ext>
              </a:extLst>
            </p:cNvPr>
            <p:cNvSpPr>
              <a:spLocks noChangeAspect="1"/>
            </p:cNvSpPr>
            <p:nvPr>
              <p:custDataLst>
                <p:tags r:id="rId117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749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2295" y="200620"/>
                  </a:moveTo>
                  <a:arcTo wR="317500" hR="317500" stAng="12096000" swAng="4103999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12" name="Harvey 82/100 [82]">
              <a:extLst>
                <a:ext uri="{FF2B5EF4-FFF2-40B4-BE49-F238E27FC236}">
                  <a16:creationId xmlns:a16="http://schemas.microsoft.com/office/drawing/2014/main" id="{9C5D0905-7412-4C75-BC20-E51105CA783D}"/>
                </a:ext>
              </a:extLst>
            </p:cNvPr>
            <p:cNvSpPr>
              <a:spLocks noChangeAspect="1"/>
            </p:cNvSpPr>
            <p:nvPr>
              <p:custDataLst>
                <p:tags r:id="rId118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771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0217" y="182315"/>
                  </a:moveTo>
                  <a:arcTo wR="317500" hR="317500" stAng="12312000" swAng="3888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13" name="Harvey 83/100 [83]">
              <a:extLst>
                <a:ext uri="{FF2B5EF4-FFF2-40B4-BE49-F238E27FC236}">
                  <a16:creationId xmlns:a16="http://schemas.microsoft.com/office/drawing/2014/main" id="{96AA2E20-CC65-4632-B3D4-93E962B59D4C}"/>
                </a:ext>
              </a:extLst>
            </p:cNvPr>
            <p:cNvSpPr>
              <a:spLocks noChangeAspect="1"/>
            </p:cNvSpPr>
            <p:nvPr>
              <p:custDataLst>
                <p:tags r:id="rId119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792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9272" y="164543"/>
                  </a:moveTo>
                  <a:arcTo wR="317500" hR="317500" stAng="12528000" swAng="3672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14" name="Harvey 84/100 [84]">
              <a:extLst>
                <a:ext uri="{FF2B5EF4-FFF2-40B4-BE49-F238E27FC236}">
                  <a16:creationId xmlns:a16="http://schemas.microsoft.com/office/drawing/2014/main" id="{9B4360A3-E0B2-48F7-B5A8-D24513748A82}"/>
                </a:ext>
              </a:extLst>
            </p:cNvPr>
            <p:cNvSpPr>
              <a:spLocks noChangeAspect="1"/>
            </p:cNvSpPr>
            <p:nvPr>
              <p:custDataLst>
                <p:tags r:id="rId120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814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9425" y="147374"/>
                  </a:moveTo>
                  <a:arcTo wR="317500" hR="317500" stAng="12743999" swAng="3456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15" name="Harvey 85/100 [85]">
              <a:extLst>
                <a:ext uri="{FF2B5EF4-FFF2-40B4-BE49-F238E27FC236}">
                  <a16:creationId xmlns:a16="http://schemas.microsoft.com/office/drawing/2014/main" id="{D694B21E-EEA0-48FA-A35C-7B6570B3F861}"/>
                </a:ext>
              </a:extLst>
            </p:cNvPr>
            <p:cNvSpPr>
              <a:spLocks noChangeAspect="1"/>
            </p:cNvSpPr>
            <p:nvPr>
              <p:custDataLst>
                <p:tags r:id="rId121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836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0637" y="130878"/>
                  </a:moveTo>
                  <a:arcTo wR="317500" hR="317500" stAng="12960000" swAng="324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16" name="Harvey 86/100 [86]">
              <a:extLst>
                <a:ext uri="{FF2B5EF4-FFF2-40B4-BE49-F238E27FC236}">
                  <a16:creationId xmlns:a16="http://schemas.microsoft.com/office/drawing/2014/main" id="{85E1AF41-C21D-4514-B37E-CC830BC09C0A}"/>
                </a:ext>
              </a:extLst>
            </p:cNvPr>
            <p:cNvSpPr>
              <a:spLocks noChangeAspect="1"/>
            </p:cNvSpPr>
            <p:nvPr>
              <p:custDataLst>
                <p:tags r:id="rId122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857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72862" y="115117"/>
                  </a:moveTo>
                  <a:arcTo wR="317500" hR="317500" stAng="13176000" swAng="3024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17" name="Harvey 87/100 [87]">
              <a:extLst>
                <a:ext uri="{FF2B5EF4-FFF2-40B4-BE49-F238E27FC236}">
                  <a16:creationId xmlns:a16="http://schemas.microsoft.com/office/drawing/2014/main" id="{E3948F2E-FD5F-4107-B122-9AC75FE0CD9E}"/>
                </a:ext>
              </a:extLst>
            </p:cNvPr>
            <p:cNvSpPr>
              <a:spLocks noChangeAspect="1"/>
            </p:cNvSpPr>
            <p:nvPr>
              <p:custDataLst>
                <p:tags r:id="rId123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879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86052" y="100156"/>
                  </a:moveTo>
                  <a:arcTo wR="317500" hR="317500" stAng="13392000" swAng="2808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18" name="Harvey 88/100 [88]">
              <a:extLst>
                <a:ext uri="{FF2B5EF4-FFF2-40B4-BE49-F238E27FC236}">
                  <a16:creationId xmlns:a16="http://schemas.microsoft.com/office/drawing/2014/main" id="{744E57ED-019F-4A8B-A06E-9FB965FEBB23}"/>
                </a:ext>
              </a:extLst>
            </p:cNvPr>
            <p:cNvSpPr>
              <a:spLocks noChangeAspect="1"/>
            </p:cNvSpPr>
            <p:nvPr>
              <p:custDataLst>
                <p:tags r:id="rId124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900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00156" y="86052"/>
                  </a:moveTo>
                  <a:arcTo wR="317500" hR="317500" stAng="13608000" swAng="2591999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19" name="Harvey 89/100 [89]">
              <a:extLst>
                <a:ext uri="{FF2B5EF4-FFF2-40B4-BE49-F238E27FC236}">
                  <a16:creationId xmlns:a16="http://schemas.microsoft.com/office/drawing/2014/main" id="{5567719B-31CA-4A86-801E-E0531122E504}"/>
                </a:ext>
              </a:extLst>
            </p:cNvPr>
            <p:cNvSpPr>
              <a:spLocks noChangeAspect="1"/>
            </p:cNvSpPr>
            <p:nvPr>
              <p:custDataLst>
                <p:tags r:id="rId125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922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15117" y="72862"/>
                  </a:moveTo>
                  <a:arcTo wR="317500" hR="317500" stAng="13823999" swAng="2375999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20" name="Harvey 90/100 [90]">
              <a:extLst>
                <a:ext uri="{FF2B5EF4-FFF2-40B4-BE49-F238E27FC236}">
                  <a16:creationId xmlns:a16="http://schemas.microsoft.com/office/drawing/2014/main" id="{2CD4B3A1-B882-43A6-A4CA-C9FCA394B28B}"/>
                </a:ext>
              </a:extLst>
            </p:cNvPr>
            <p:cNvSpPr>
              <a:spLocks noChangeAspect="1"/>
            </p:cNvSpPr>
            <p:nvPr>
              <p:custDataLst>
                <p:tags r:id="rId126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944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30878" y="60637"/>
                  </a:moveTo>
                  <a:arcTo wR="317500" hR="317500" stAng="14040000" swAng="2159999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21" name="Harvey 91/100 [91]">
              <a:extLst>
                <a:ext uri="{FF2B5EF4-FFF2-40B4-BE49-F238E27FC236}">
                  <a16:creationId xmlns:a16="http://schemas.microsoft.com/office/drawing/2014/main" id="{68606D93-5175-4900-AD89-6D0710AFE75F}"/>
                </a:ext>
              </a:extLst>
            </p:cNvPr>
            <p:cNvSpPr>
              <a:spLocks noChangeAspect="1"/>
            </p:cNvSpPr>
            <p:nvPr>
              <p:custDataLst>
                <p:tags r:id="rId127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965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47374" y="49425"/>
                  </a:moveTo>
                  <a:arcTo wR="317500" hR="317500" stAng="14256000" swAng="1943999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22" name="Harvey 92/100 [92]">
              <a:extLst>
                <a:ext uri="{FF2B5EF4-FFF2-40B4-BE49-F238E27FC236}">
                  <a16:creationId xmlns:a16="http://schemas.microsoft.com/office/drawing/2014/main" id="{7EE30864-DDCC-4BBA-B70A-48810E224581}"/>
                </a:ext>
              </a:extLst>
            </p:cNvPr>
            <p:cNvSpPr>
              <a:spLocks noChangeAspect="1"/>
            </p:cNvSpPr>
            <p:nvPr>
              <p:custDataLst>
                <p:tags r:id="rId128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987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64543" y="39272"/>
                  </a:moveTo>
                  <a:arcTo wR="317500" hR="317500" stAng="14472000" swAng="1727999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23" name="Harvey 93/100 [93]">
              <a:extLst>
                <a:ext uri="{FF2B5EF4-FFF2-40B4-BE49-F238E27FC236}">
                  <a16:creationId xmlns:a16="http://schemas.microsoft.com/office/drawing/2014/main" id="{608CA488-A707-4C7A-9287-9DA9A38ED3D4}"/>
                </a:ext>
              </a:extLst>
            </p:cNvPr>
            <p:cNvSpPr>
              <a:spLocks noChangeAspect="1"/>
            </p:cNvSpPr>
            <p:nvPr>
              <p:custDataLst>
                <p:tags r:id="rId129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008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82315" y="30217"/>
                  </a:moveTo>
                  <a:arcTo wR="317500" hR="317500" stAng="14688000" swAng="1511999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24" name="Harvey 94/100 [94]">
              <a:extLst>
                <a:ext uri="{FF2B5EF4-FFF2-40B4-BE49-F238E27FC236}">
                  <a16:creationId xmlns:a16="http://schemas.microsoft.com/office/drawing/2014/main" id="{FE1836A9-F92A-4F07-BBB8-2274E290E952}"/>
                </a:ext>
              </a:extLst>
            </p:cNvPr>
            <p:cNvSpPr>
              <a:spLocks noChangeAspect="1"/>
            </p:cNvSpPr>
            <p:nvPr>
              <p:custDataLst>
                <p:tags r:id="rId130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030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00620" y="22295"/>
                  </a:moveTo>
                  <a:arcTo wR="317500" hR="317500" stAng="14903999" swAng="1296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25" name="Harvey 95/100 [95]">
              <a:extLst>
                <a:ext uri="{FF2B5EF4-FFF2-40B4-BE49-F238E27FC236}">
                  <a16:creationId xmlns:a16="http://schemas.microsoft.com/office/drawing/2014/main" id="{3169BE73-7F99-46E3-BDA9-D9BB85BE343E}"/>
                </a:ext>
              </a:extLst>
            </p:cNvPr>
            <p:cNvSpPr>
              <a:spLocks noChangeAspect="1"/>
            </p:cNvSpPr>
            <p:nvPr>
              <p:custDataLst>
                <p:tags r:id="rId131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052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19387" y="15539"/>
                  </a:moveTo>
                  <a:arcTo wR="317500" hR="317500" stAng="15120000" swAng="108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26" name="Harvey 96/100 [96]">
              <a:extLst>
                <a:ext uri="{FF2B5EF4-FFF2-40B4-BE49-F238E27FC236}">
                  <a16:creationId xmlns:a16="http://schemas.microsoft.com/office/drawing/2014/main" id="{12E3B5ED-B1AB-4A99-BD20-FF638135BE37}"/>
                </a:ext>
              </a:extLst>
            </p:cNvPr>
            <p:cNvSpPr>
              <a:spLocks noChangeAspect="1"/>
            </p:cNvSpPr>
            <p:nvPr>
              <p:custDataLst>
                <p:tags r:id="rId132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0735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38540" y="9974"/>
                  </a:moveTo>
                  <a:arcTo wR="317500" hR="317500" stAng="15335999" swAng="864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27" name="Harvey 97/100 [97]">
              <a:extLst>
                <a:ext uri="{FF2B5EF4-FFF2-40B4-BE49-F238E27FC236}">
                  <a16:creationId xmlns:a16="http://schemas.microsoft.com/office/drawing/2014/main" id="{75A7FEAD-6C4B-4F7A-BB60-3A68D96114DE}"/>
                </a:ext>
              </a:extLst>
            </p:cNvPr>
            <p:cNvSpPr>
              <a:spLocks noChangeAspect="1"/>
            </p:cNvSpPr>
            <p:nvPr>
              <p:custDataLst>
                <p:tags r:id="rId133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095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58006" y="5623"/>
                  </a:moveTo>
                  <a:arcTo wR="317500" hR="317500" stAng="15552000" swAng="648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28" name="Harvey 98/100 [98]">
              <a:extLst>
                <a:ext uri="{FF2B5EF4-FFF2-40B4-BE49-F238E27FC236}">
                  <a16:creationId xmlns:a16="http://schemas.microsoft.com/office/drawing/2014/main" id="{C4B5128E-9380-4C38-A1EB-CB12E7401609}"/>
                </a:ext>
              </a:extLst>
            </p:cNvPr>
            <p:cNvSpPr>
              <a:spLocks noChangeAspect="1"/>
            </p:cNvSpPr>
            <p:nvPr>
              <p:custDataLst>
                <p:tags r:id="rId134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116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77706" y="2503"/>
                  </a:moveTo>
                  <a:arcTo wR="317500" hR="317500" stAng="15768000" swAng="432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29" name="Harvey 99/100 [99]">
              <a:extLst>
                <a:ext uri="{FF2B5EF4-FFF2-40B4-BE49-F238E27FC236}">
                  <a16:creationId xmlns:a16="http://schemas.microsoft.com/office/drawing/2014/main" id="{50F634E4-E5B9-4DA6-9F91-8AF5B6ACF1FB}"/>
                </a:ext>
              </a:extLst>
            </p:cNvPr>
            <p:cNvSpPr>
              <a:spLocks noChangeAspect="1"/>
            </p:cNvSpPr>
            <p:nvPr>
              <p:custDataLst>
                <p:tags r:id="rId135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138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97564" y="626"/>
                  </a:moveTo>
                  <a:arcTo wR="317500" hR="317500" stAng="15983999" swAng="216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30" name="Harvey 100/100 [100]">
              <a:extLst>
                <a:ext uri="{FF2B5EF4-FFF2-40B4-BE49-F238E27FC236}">
                  <a16:creationId xmlns:a16="http://schemas.microsoft.com/office/drawing/2014/main" id="{94AA53CD-8233-470E-AFEE-0BCC721BFAE9}"/>
                </a:ext>
              </a:extLst>
            </p:cNvPr>
            <p:cNvSpPr>
              <a:spLocks noChangeAspect="1"/>
            </p:cNvSpPr>
            <p:nvPr>
              <p:custDataLst>
                <p:tags r:id="rId136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1600000"/>
                  <a:close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</p:grpSp>
      <p:sp>
        <p:nvSpPr>
          <p:cNvPr id="131" name="Footnote [Placeholder]" hidden="1">
            <a:extLst>
              <a:ext uri="{FF2B5EF4-FFF2-40B4-BE49-F238E27FC236}">
                <a16:creationId xmlns:a16="http://schemas.microsoft.com/office/drawing/2014/main" id="{1B41FB17-6D57-4EE1-9C4C-9C305D5D6BEC}"/>
              </a:ext>
            </a:extLst>
          </p:cNvPr>
          <p:cNvSpPr txBox="1"/>
          <p:nvPr userDrawn="1"/>
        </p:nvSpPr>
        <p:spPr>
          <a:xfrm>
            <a:off x="503238" y="5984668"/>
            <a:ext cx="10188208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 sz="900" b="0" i="0" kern="0">
                <a:latin typeface="72 Brand" panose="020B0504030603020204" pitchFamily="34" charset="0"/>
                <a:ea typeface="72 Brand" pitchFamily="34" charset="-128"/>
                <a:cs typeface="72 Brand" pitchFamily="34" charset="-128"/>
              </a:rPr>
              <a:t>(r) Footnote</a:t>
            </a:r>
          </a:p>
        </p:txBody>
      </p:sp>
      <p:sp>
        <p:nvSpPr>
          <p:cNvPr id="5" name="Draft [Sticker]" hidden="1">
            <a:extLst>
              <a:ext uri="{FF2B5EF4-FFF2-40B4-BE49-F238E27FC236}">
                <a16:creationId xmlns:a16="http://schemas.microsoft.com/office/drawing/2014/main" id="{4ED4653C-0BEF-C53F-2F44-0F4FC1038B4E}"/>
              </a:ext>
            </a:extLst>
          </p:cNvPr>
          <p:cNvSpPr/>
          <p:nvPr userDrawn="1"/>
        </p:nvSpPr>
        <p:spPr bwMode="gray">
          <a:xfrm rot="18900000">
            <a:off x="4491456" y="3089731"/>
            <a:ext cx="3211564" cy="1219077"/>
          </a:xfrm>
          <a:prstGeom prst="rect">
            <a:avLst/>
          </a:prstGeom>
          <a:noFill/>
          <a:ln w="25400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R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r>
              <a:rPr kumimoji="0" lang="en-US" sz="54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72 Brand" panose="020B0504030603020204" pitchFamily="34" charset="0"/>
                <a:ea typeface="Arial" pitchFamily="34" charset="0"/>
                <a:cs typeface="Arial" pitchFamily="34" charset="0"/>
              </a:rPr>
              <a:t>DRAFT</a:t>
            </a:r>
          </a:p>
        </p:txBody>
      </p:sp>
      <p:sp>
        <p:nvSpPr>
          <p:cNvPr id="142" name="Content [Comment]" hidden="1">
            <a:extLst>
              <a:ext uri="{FF2B5EF4-FFF2-40B4-BE49-F238E27FC236}">
                <a16:creationId xmlns:a16="http://schemas.microsoft.com/office/drawing/2014/main" id="{D6760A1A-5249-0361-7543-4100DC0D89C0}"/>
              </a:ext>
            </a:extLst>
          </p:cNvPr>
          <p:cNvSpPr>
            <a:spLocks/>
          </p:cNvSpPr>
          <p:nvPr userDrawn="1"/>
        </p:nvSpPr>
        <p:spPr>
          <a:xfrm>
            <a:off x="10620496" y="1126713"/>
            <a:ext cx="1322679" cy="1287398"/>
          </a:xfrm>
          <a:prstGeom prst="wedgeRectCallout">
            <a:avLst>
              <a:gd name="adj1" fmla="val 33379"/>
              <a:gd name="adj2" fmla="val 65105"/>
            </a:avLst>
          </a:prstGeom>
          <a:solidFill>
            <a:srgbClr val="FFF3B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36000" tIns="36000" rIns="36000" bIns="36000" rtlCol="0" anchor="t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72 Brand" panose="020B0504030603020204" pitchFamily="34" charset="0"/>
              </a:rPr>
              <a:t>&lt;initials&gt; &lt;date&gt;</a:t>
            </a:r>
            <a:r>
              <a:rPr kumimoji="0" lang="en-US" sz="800" b="0" i="0" u="none" strike="noStrike" kern="0" cap="none" spc="0" normalizeH="0" baseline="0" noProof="0" err="1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72 Brand" panose="020B0504030603020204" pitchFamily="34" charset="0"/>
              </a:rPr>
              <a:t>yyyy</a:t>
            </a: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72 Brand" panose="020B0504030603020204" pitchFamily="34" charset="0"/>
              </a:rPr>
              <a:t>-MM-dd </a:t>
            </a:r>
            <a:r>
              <a:rPr kumimoji="0" lang="en-US" sz="800" b="0" i="0" u="none" strike="noStrike" kern="0" cap="none" spc="0" normalizeH="0" baseline="0" noProof="0" err="1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72 Brand" panose="020B0504030603020204" pitchFamily="34" charset="0"/>
              </a:rPr>
              <a:t>hh:mm</a:t>
            </a: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72 Brand" panose="020B0504030603020204" pitchFamily="34" charset="0"/>
              </a:rPr>
              <a:t>&lt;/date&gt;: </a:t>
            </a:r>
          </a:p>
        </p:txBody>
      </p:sp>
      <p:sp>
        <p:nvSpPr>
          <p:cNvPr id="143" name="Formatting [Comment]" hidden="1">
            <a:extLst>
              <a:ext uri="{FF2B5EF4-FFF2-40B4-BE49-F238E27FC236}">
                <a16:creationId xmlns:a16="http://schemas.microsoft.com/office/drawing/2014/main" id="{31370255-4446-E2E0-D475-0E9332BBA969}"/>
              </a:ext>
            </a:extLst>
          </p:cNvPr>
          <p:cNvSpPr>
            <a:spLocks/>
          </p:cNvSpPr>
          <p:nvPr userDrawn="1"/>
        </p:nvSpPr>
        <p:spPr>
          <a:xfrm>
            <a:off x="10620496" y="1126713"/>
            <a:ext cx="1322679" cy="1287398"/>
          </a:xfrm>
          <a:prstGeom prst="wedgeRectCallout">
            <a:avLst>
              <a:gd name="adj1" fmla="val 33379"/>
              <a:gd name="adj2" fmla="val 65105"/>
            </a:avLst>
          </a:prstGeom>
          <a:solidFill>
            <a:srgbClr val="FFF3B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36000" tIns="36000" rIns="36000" bIns="36000" rtlCol="0" anchor="t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72 Brand" panose="020B0504030603020204" pitchFamily="34" charset="0"/>
              </a:rPr>
              <a:t>&lt;initials&gt; &lt;date&gt;</a:t>
            </a:r>
            <a:r>
              <a:rPr kumimoji="0" lang="en-US" sz="800" b="0" i="0" u="none" strike="noStrike" kern="0" cap="none" spc="0" normalizeH="0" baseline="0" noProof="0" err="1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72 Brand" panose="020B0504030603020204" pitchFamily="34" charset="0"/>
              </a:rPr>
              <a:t>yyyy</a:t>
            </a: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72 Brand" panose="020B0504030603020204" pitchFamily="34" charset="0"/>
              </a:rPr>
              <a:t>-MM-dd </a:t>
            </a:r>
            <a:r>
              <a:rPr kumimoji="0" lang="en-US" sz="800" b="0" i="0" u="none" strike="noStrike" kern="0" cap="none" spc="0" normalizeH="0" baseline="0" noProof="0" err="1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72 Brand" panose="020B0504030603020204" pitchFamily="34" charset="0"/>
              </a:rPr>
              <a:t>hh:mm</a:t>
            </a: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72 Brand" panose="020B0504030603020204" pitchFamily="34" charset="0"/>
              </a:rPr>
              <a:t>&lt;/date&gt;: </a:t>
            </a:r>
          </a:p>
        </p:txBody>
      </p:sp>
      <p:sp>
        <p:nvSpPr>
          <p:cNvPr id="132" name="Final [Sticker]" hidden="1">
            <a:extLst>
              <a:ext uri="{FF2B5EF4-FFF2-40B4-BE49-F238E27FC236}">
                <a16:creationId xmlns:a16="http://schemas.microsoft.com/office/drawing/2014/main" id="{5402B19A-2F1E-0983-9BF4-848C4B7F0B87}"/>
              </a:ext>
            </a:extLst>
          </p:cNvPr>
          <p:cNvSpPr>
            <a:spLocks/>
          </p:cNvSpPr>
          <p:nvPr userDrawn="1"/>
        </p:nvSpPr>
        <p:spPr>
          <a:xfrm>
            <a:off x="10983300" y="210784"/>
            <a:ext cx="707050" cy="173117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tx2"/>
              </a:gs>
              <a:gs pos="100000">
                <a:schemeClr val="tx2"/>
              </a:gs>
            </a:gsLst>
            <a:lin ang="5400000" scaled="1"/>
          </a:gradFill>
          <a:ln w="19050" cap="flat" cmpd="sng" algn="ctr">
            <a:noFill/>
            <a:prstDash val="solid"/>
          </a:ln>
          <a:effectLst/>
        </p:spPr>
        <p:txBody>
          <a:bodyPr lIns="0" tIns="0" rIns="0" bIns="0" rtlCol="0" anchor="ctr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FINAL SLIDE</a:t>
            </a:r>
          </a:p>
        </p:txBody>
      </p:sp>
      <p:sp>
        <p:nvSpPr>
          <p:cNvPr id="148" name="Internal [Sticker]" hidden="1">
            <a:extLst>
              <a:ext uri="{FF2B5EF4-FFF2-40B4-BE49-F238E27FC236}">
                <a16:creationId xmlns:a16="http://schemas.microsoft.com/office/drawing/2014/main" id="{28223912-D0A4-A620-A34F-518BD869E53F}"/>
              </a:ext>
            </a:extLst>
          </p:cNvPr>
          <p:cNvSpPr>
            <a:spLocks/>
          </p:cNvSpPr>
          <p:nvPr userDrawn="1"/>
        </p:nvSpPr>
        <p:spPr>
          <a:xfrm>
            <a:off x="10033000" y="210784"/>
            <a:ext cx="1657350" cy="173117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tx2"/>
              </a:gs>
              <a:gs pos="100000">
                <a:schemeClr val="tx2"/>
              </a:gs>
            </a:gsLst>
            <a:lin ang="5400000" scaled="1"/>
          </a:gradFill>
          <a:ln w="19050" cap="flat" cmpd="sng" algn="ctr">
            <a:noFill/>
            <a:prstDash val="solid"/>
          </a:ln>
          <a:effectLst/>
        </p:spPr>
        <p:txBody>
          <a:bodyPr wrap="square" lIns="0" tIns="0" rIns="0" bIns="0" rtlCol="0" anchor="ctr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INTERNAL USE ONLY</a:t>
            </a:r>
          </a:p>
        </p:txBody>
      </p:sp>
      <p:sp>
        <p:nvSpPr>
          <p:cNvPr id="149" name="Discussion [Sticker]" hidden="1">
            <a:extLst>
              <a:ext uri="{FF2B5EF4-FFF2-40B4-BE49-F238E27FC236}">
                <a16:creationId xmlns:a16="http://schemas.microsoft.com/office/drawing/2014/main" id="{D9D83DF6-771C-4C0C-6C7A-3A59B82BAD4A}"/>
              </a:ext>
            </a:extLst>
          </p:cNvPr>
          <p:cNvSpPr>
            <a:spLocks/>
          </p:cNvSpPr>
          <p:nvPr userDrawn="1"/>
        </p:nvSpPr>
        <p:spPr>
          <a:xfrm>
            <a:off x="10734674" y="210784"/>
            <a:ext cx="955676" cy="173117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tx2"/>
              </a:gs>
              <a:gs pos="100000">
                <a:schemeClr val="tx2"/>
              </a:gs>
            </a:gsLst>
            <a:lin ang="5400000" scaled="1"/>
          </a:gradFill>
          <a:ln w="19050" cap="flat" cmpd="sng" algn="ctr">
            <a:noFill/>
            <a:prstDash val="solid"/>
          </a:ln>
          <a:effectLst/>
        </p:spPr>
        <p:txBody>
          <a:bodyPr wrap="square" lIns="0" tIns="0" rIns="0" bIns="0" rtlCol="0" anchor="ctr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FOR DISCUSSION</a:t>
            </a:r>
          </a:p>
        </p:txBody>
      </p:sp>
      <p:sp>
        <p:nvSpPr>
          <p:cNvPr id="145" name="Dummy [Sticker]" hidden="1">
            <a:extLst>
              <a:ext uri="{FF2B5EF4-FFF2-40B4-BE49-F238E27FC236}">
                <a16:creationId xmlns:a16="http://schemas.microsoft.com/office/drawing/2014/main" id="{85BE85F9-1C84-5D9C-577F-40BFD680420C}"/>
              </a:ext>
            </a:extLst>
          </p:cNvPr>
          <p:cNvSpPr>
            <a:spLocks/>
          </p:cNvSpPr>
          <p:nvPr userDrawn="1"/>
        </p:nvSpPr>
        <p:spPr>
          <a:xfrm>
            <a:off x="10734674" y="210784"/>
            <a:ext cx="955675" cy="173117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tx2"/>
              </a:gs>
              <a:gs pos="100000">
                <a:schemeClr val="tx2"/>
              </a:gs>
            </a:gsLst>
            <a:lin ang="5400000" scaled="1"/>
          </a:gradFill>
          <a:ln w="19050" cap="flat" cmpd="sng" algn="ctr">
            <a:noFill/>
            <a:prstDash val="solid"/>
          </a:ln>
          <a:effectLst/>
        </p:spPr>
        <p:txBody>
          <a:bodyPr wrap="square" lIns="0" tIns="0" rIns="0" bIns="0" rtlCol="0" anchor="ctr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DUMMY DATA</a:t>
            </a:r>
          </a:p>
        </p:txBody>
      </p:sp>
      <p:sp>
        <p:nvSpPr>
          <p:cNvPr id="146" name="Update [Sticker]" hidden="1">
            <a:extLst>
              <a:ext uri="{FF2B5EF4-FFF2-40B4-BE49-F238E27FC236}">
                <a16:creationId xmlns:a16="http://schemas.microsoft.com/office/drawing/2014/main" id="{DB5368A3-028B-BD89-843A-4055DAEC9BBE}"/>
              </a:ext>
            </a:extLst>
          </p:cNvPr>
          <p:cNvSpPr>
            <a:spLocks/>
          </p:cNvSpPr>
          <p:nvPr userDrawn="1"/>
        </p:nvSpPr>
        <p:spPr>
          <a:xfrm>
            <a:off x="10734674" y="210784"/>
            <a:ext cx="955676" cy="173117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tx2"/>
              </a:gs>
              <a:gs pos="100000">
                <a:schemeClr val="tx2"/>
              </a:gs>
            </a:gsLst>
            <a:lin ang="5400000" scaled="1"/>
          </a:gradFill>
          <a:ln w="19050" cap="flat" cmpd="sng" algn="ctr">
            <a:noFill/>
            <a:prstDash val="solid"/>
          </a:ln>
          <a:effectLst/>
        </p:spPr>
        <p:txBody>
          <a:bodyPr wrap="square" lIns="0" tIns="0" rIns="0" bIns="0" rtlCol="0" anchor="ctr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UPDATE DATA</a:t>
            </a:r>
          </a:p>
        </p:txBody>
      </p:sp>
      <p:sp>
        <p:nvSpPr>
          <p:cNvPr id="147" name="Backup [Sticker]" hidden="1">
            <a:extLst>
              <a:ext uri="{FF2B5EF4-FFF2-40B4-BE49-F238E27FC236}">
                <a16:creationId xmlns:a16="http://schemas.microsoft.com/office/drawing/2014/main" id="{308EDF7D-F287-A5B8-407B-AF543ACA9F1E}"/>
              </a:ext>
            </a:extLst>
          </p:cNvPr>
          <p:cNvSpPr>
            <a:spLocks/>
          </p:cNvSpPr>
          <p:nvPr userDrawn="1"/>
        </p:nvSpPr>
        <p:spPr>
          <a:xfrm>
            <a:off x="10985500" y="210784"/>
            <a:ext cx="704850" cy="173117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tx2"/>
              </a:gs>
              <a:gs pos="100000">
                <a:schemeClr val="tx2"/>
              </a:gs>
            </a:gsLst>
            <a:lin ang="5400000" scaled="1"/>
          </a:gradFill>
          <a:ln w="19050" cap="flat" cmpd="sng" algn="ctr">
            <a:noFill/>
            <a:prstDash val="solid"/>
          </a:ln>
          <a:effectLst/>
        </p:spPr>
        <p:txBody>
          <a:bodyPr wrap="square" lIns="0" tIns="0" rIns="0" bIns="0" rtlCol="0" anchor="ctr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BACKUP</a:t>
            </a:r>
          </a:p>
        </p:txBody>
      </p:sp>
      <p:grpSp>
        <p:nvGrpSpPr>
          <p:cNvPr id="134" name="Responsible [Sticker]" hidden="1">
            <a:extLst>
              <a:ext uri="{FF2B5EF4-FFF2-40B4-BE49-F238E27FC236}">
                <a16:creationId xmlns:a16="http://schemas.microsoft.com/office/drawing/2014/main" id="{D807E524-FC1C-0CD6-4E84-F55B41ABF787}"/>
              </a:ext>
            </a:extLst>
          </p:cNvPr>
          <p:cNvGrpSpPr/>
          <p:nvPr userDrawn="1"/>
        </p:nvGrpSpPr>
        <p:grpSpPr>
          <a:xfrm>
            <a:off x="9050330" y="210783"/>
            <a:ext cx="2640147" cy="173118"/>
            <a:chOff x="9050330" y="210783"/>
            <a:chExt cx="2640147" cy="173118"/>
          </a:xfrm>
        </p:grpSpPr>
        <p:sp>
          <p:nvSpPr>
            <p:cNvPr id="135" name="Final [Sticker org.]">
              <a:extLst>
                <a:ext uri="{FF2B5EF4-FFF2-40B4-BE49-F238E27FC236}">
                  <a16:creationId xmlns:a16="http://schemas.microsoft.com/office/drawing/2014/main" id="{4440328B-E219-D57E-E076-5D09AD704156}"/>
                </a:ext>
              </a:extLst>
            </p:cNvPr>
            <p:cNvSpPr>
              <a:spLocks/>
            </p:cNvSpPr>
            <p:nvPr/>
          </p:nvSpPr>
          <p:spPr>
            <a:xfrm>
              <a:off x="9050330" y="210783"/>
              <a:ext cx="2640147" cy="173117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 w="6350" cap="flat" cmpd="sng" algn="ctr">
              <a:solidFill>
                <a:schemeClr val="tx2"/>
              </a:solidFill>
              <a:prstDash val="solid"/>
            </a:ln>
            <a:effectLst/>
          </p:spPr>
          <p:txBody>
            <a:bodyPr wrap="square" lIns="900000" tIns="0" rIns="0" bIns="0" rtlCol="0" anchor="ctr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a-GL" sz="800" i="0" u="none" strike="noStrike" kern="0" cap="none" spc="0" normalizeH="0" baseline="0" noProof="0">
                  <a:ln>
                    <a:noFill/>
                  </a:ln>
                  <a:solidFill>
                    <a:schemeClr val="tx2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TEXT</a:t>
              </a:r>
              <a:endParaRPr kumimoji="0" lang="en-US" sz="80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36" name="Final [Sticker org.]">
              <a:extLst>
                <a:ext uri="{FF2B5EF4-FFF2-40B4-BE49-F238E27FC236}">
                  <a16:creationId xmlns:a16="http://schemas.microsoft.com/office/drawing/2014/main" id="{E3A6C8D3-C105-250D-CC2B-D59A630EC485}"/>
                </a:ext>
              </a:extLst>
            </p:cNvPr>
            <p:cNvSpPr>
              <a:spLocks/>
            </p:cNvSpPr>
            <p:nvPr/>
          </p:nvSpPr>
          <p:spPr>
            <a:xfrm>
              <a:off x="9050330" y="210784"/>
              <a:ext cx="853949" cy="173117"/>
            </a:xfrm>
            <a:prstGeom prst="roundRect">
              <a:avLst>
                <a:gd name="adj" fmla="val 50000"/>
              </a:avLst>
            </a:prstGeom>
            <a:solidFill>
              <a:schemeClr val="tx2"/>
            </a:solidFill>
            <a:ln w="19050" cap="flat" cmpd="sng" algn="ctr">
              <a:noFill/>
              <a:prstDash val="solid"/>
            </a:ln>
            <a:effectLst/>
          </p:spPr>
          <p:txBody>
            <a:bodyPr wrap="square" lIns="0" tIns="0" rIns="0" bIns="0" rtlCol="0" anchor="ctr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a-GL" sz="80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RESPONSIBLE:</a:t>
              </a:r>
              <a:endParaRPr kumimoji="0" lang="en-US" sz="80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</p:grpSp>
      <p:sp>
        <p:nvSpPr>
          <p:cNvPr id="137" name="Workspace [Presentation]" hidden="1">
            <a:extLst>
              <a:ext uri="{FF2B5EF4-FFF2-40B4-BE49-F238E27FC236}">
                <a16:creationId xmlns:a16="http://schemas.microsoft.com/office/drawing/2014/main" id="{94A6BE43-81F0-FA8E-2328-A068FC5E0F5F}"/>
              </a:ext>
            </a:extLst>
          </p:cNvPr>
          <p:cNvSpPr/>
          <p:nvPr userDrawn="1"/>
        </p:nvSpPr>
        <p:spPr bwMode="gray">
          <a:xfrm>
            <a:off x="504001" y="1548560"/>
            <a:ext cx="11186476" cy="4552203"/>
          </a:xfrm>
          <a:prstGeom prst="rect">
            <a:avLst/>
          </a:prstGeom>
          <a:noFill/>
          <a:ln w="12700" algn="ctr">
            <a:solidFill>
              <a:srgbClr val="D24726"/>
            </a:solidFill>
            <a:prstDash val="lgDash"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R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endParaRPr kumimoji="0" lang="en-DK" sz="18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+mn-lt"/>
              <a:ea typeface="72 Brand" pitchFamily="34" charset="-128"/>
              <a:cs typeface="72 Brand" pitchFamily="34" charset="-128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D3804D4-CFCB-3760-6825-6437954DC9F4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03238" y="6560280"/>
            <a:ext cx="2144713" cy="9144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DE" sz="600">
                <a:solidFill>
                  <a:srgbClr val="000000">
                    <a:alpha val="50000"/>
                  </a:srgbClr>
                </a:solidFill>
                <a:latin typeface="72 Brand" panose="020B0504030603020204" pitchFamily="34" charset="0"/>
              </a:rPr>
              <a:t>SAP Social Sabbatical x Ziyo Forum </a:t>
            </a:r>
          </a:p>
        </p:txBody>
      </p:sp>
    </p:spTree>
    <p:extLst>
      <p:ext uri="{BB962C8B-B14F-4D97-AF65-F5344CB8AC3E}">
        <p14:creationId xmlns:p14="http://schemas.microsoft.com/office/powerpoint/2010/main" val="34082945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3" r:id="rId1"/>
    <p:sldLayoutId id="2147483830" r:id="rId2"/>
    <p:sldLayoutId id="2147483780" r:id="rId3"/>
    <p:sldLayoutId id="2147483805" r:id="rId4"/>
    <p:sldLayoutId id="2147483818" r:id="rId5"/>
    <p:sldLayoutId id="2147483788" r:id="rId6"/>
    <p:sldLayoutId id="2147483823" r:id="rId7"/>
    <p:sldLayoutId id="2147483741" r:id="rId8"/>
    <p:sldLayoutId id="2147483836" r:id="rId9"/>
    <p:sldLayoutId id="2147483765" r:id="rId10"/>
    <p:sldLayoutId id="2147483837" r:id="rId11"/>
    <p:sldLayoutId id="2147483811" r:id="rId12"/>
    <p:sldLayoutId id="2147483767" r:id="rId13"/>
    <p:sldLayoutId id="2147483815" r:id="rId14"/>
    <p:sldLayoutId id="2147483812" r:id="rId15"/>
    <p:sldLayoutId id="2147483774" r:id="rId16"/>
    <p:sldLayoutId id="2147483745" r:id="rId17"/>
    <p:sldLayoutId id="2147483760" r:id="rId18"/>
    <p:sldLayoutId id="2147483768" r:id="rId19"/>
    <p:sldLayoutId id="2147483769" r:id="rId20"/>
    <p:sldLayoutId id="2147483770" r:id="rId21"/>
    <p:sldLayoutId id="2147483771" r:id="rId22"/>
    <p:sldLayoutId id="2147483825" r:id="rId23"/>
    <p:sldLayoutId id="2147483826" r:id="rId24"/>
    <p:sldLayoutId id="2147483810" r:id="rId25"/>
    <p:sldLayoutId id="2147483824" r:id="rId26"/>
    <p:sldLayoutId id="2147483829" r:id="rId27"/>
    <p:sldLayoutId id="2147483828" r:id="rId28"/>
    <p:sldLayoutId id="2147483838" r:id="rId29"/>
    <p:sldLayoutId id="2147483839" r:id="rId30"/>
  </p:sldLayoutIdLst>
  <p:hf hdr="0" ftr="0" dt="0"/>
  <p:txStyles>
    <p:titleStyle>
      <a:lvl1pPr algn="l" defTabSz="1088558" rtl="0" eaLnBrk="1" latinLnBrk="0" hangingPunct="1">
        <a:spcBef>
          <a:spcPct val="0"/>
        </a:spcBef>
        <a:buNone/>
        <a:defRPr sz="2400" b="0" i="0" kern="1200" baseline="0">
          <a:solidFill>
            <a:schemeClr val="tx1"/>
          </a:solidFill>
          <a:latin typeface="72 Brand Medium" panose="020B0504030603020204" pitchFamily="34" charset="0"/>
          <a:ea typeface="+mj-ea"/>
          <a:cs typeface="+mj-cs"/>
        </a:defRPr>
      </a:lvl1pPr>
    </p:titleStyle>
    <p:bodyStyle>
      <a:lvl1pPr marL="0" indent="0" algn="l" defTabSz="1088558" rtl="0" eaLnBrk="1" latinLnBrk="0" hangingPunct="1">
        <a:spcBef>
          <a:spcPts val="600"/>
        </a:spcBef>
        <a:buClrTx/>
        <a:buSzPct val="100000"/>
        <a:buFont typeface="Arial" panose="020B0604020202020204" pitchFamily="34" charset="0"/>
        <a:buChar char="​"/>
        <a:defRPr sz="2000" b="0" i="0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252000" indent="-252000" algn="l" defTabSz="1088558" rtl="0" eaLnBrk="1" latinLnBrk="0" hangingPunct="1">
        <a:spcBef>
          <a:spcPts val="600"/>
        </a:spcBef>
        <a:buClr>
          <a:schemeClr val="tx1"/>
        </a:buClr>
        <a:buSzPct val="100000"/>
        <a:buFont typeface="Wingdings" panose="05000000000000000000" pitchFamily="2" charset="2"/>
        <a:buChar char=""/>
        <a:defRPr sz="1800" b="0" i="0" kern="1200">
          <a:solidFill>
            <a:schemeClr val="tx1"/>
          </a:solidFill>
          <a:latin typeface="+mn-lt"/>
          <a:ea typeface="+mn-ea"/>
          <a:cs typeface="+mn-cs"/>
        </a:defRPr>
      </a:lvl2pPr>
      <a:lvl3pPr marL="504000" indent="-252000" algn="l" defTabSz="1088558" rtl="0" eaLnBrk="1" latinLnBrk="0" hangingPunct="1">
        <a:spcBef>
          <a:spcPts val="600"/>
        </a:spcBef>
        <a:buClr>
          <a:schemeClr val="tx1"/>
        </a:buClr>
        <a:buSzPct val="100000"/>
        <a:buFont typeface="Wingdings" panose="05000000000000000000" pitchFamily="2" charset="2"/>
        <a:buChar char=""/>
        <a:defRPr lang="en-US" sz="1600" b="0" i="0" kern="1200" noProof="0" dirty="0" smtClean="0">
          <a:solidFill>
            <a:schemeClr val="tx1"/>
          </a:solidFill>
          <a:latin typeface="+mn-lt"/>
          <a:ea typeface="+mn-ea"/>
          <a:cs typeface="+mn-cs"/>
        </a:defRPr>
      </a:lvl3pPr>
      <a:lvl4pPr marL="756000" indent="-252000" algn="l" defTabSz="1088558" rtl="0" eaLnBrk="1" latinLnBrk="0" hangingPunct="1">
        <a:spcBef>
          <a:spcPts val="600"/>
        </a:spcBef>
        <a:buClr>
          <a:schemeClr val="tx1"/>
        </a:buClr>
        <a:buSzPct val="100000"/>
        <a:buFont typeface="Wingdings" panose="05000000000000000000" pitchFamily="2" charset="2"/>
        <a:buChar char=""/>
        <a:defRPr sz="1400" b="0" i="0" kern="1200">
          <a:solidFill>
            <a:schemeClr val="tx1"/>
          </a:solidFill>
          <a:latin typeface="+mn-lt"/>
          <a:ea typeface="+mn-ea"/>
          <a:cs typeface="+mn-cs"/>
        </a:defRPr>
      </a:lvl4pPr>
      <a:lvl5pPr marL="0" indent="0" algn="l" defTabSz="1088558" rtl="0" eaLnBrk="1" latinLnBrk="0" hangingPunct="1">
        <a:spcBef>
          <a:spcPts val="600"/>
        </a:spcBef>
        <a:buClr>
          <a:schemeClr val="tx1"/>
        </a:buClr>
        <a:buSzPct val="100000"/>
        <a:buFont typeface="Arial" panose="020B0604020202020204" pitchFamily="34" charset="0"/>
        <a:buChar char="​"/>
        <a:defRPr sz="1400" b="0" i="0" kern="1200" baseline="0">
          <a:solidFill>
            <a:schemeClr val="tx1"/>
          </a:solidFill>
          <a:latin typeface="+mj-lt"/>
          <a:ea typeface="+mn-ea"/>
          <a:cs typeface="+mn-cs"/>
        </a:defRPr>
      </a:lvl5pPr>
      <a:lvl6pPr marL="0" indent="0" algn="l" defTabSz="1088558" rtl="0" eaLnBrk="1" latinLnBrk="0" hangingPunct="1">
        <a:lnSpc>
          <a:spcPct val="120000"/>
        </a:lnSpc>
        <a:spcBef>
          <a:spcPts val="600"/>
        </a:spcBef>
        <a:buFont typeface="Arial" panose="020B0604020202020204" pitchFamily="34" charset="0"/>
        <a:buChar char="​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1088558" rtl="0" eaLnBrk="1" latinLnBrk="0" hangingPunct="1">
        <a:lnSpc>
          <a:spcPct val="120000"/>
        </a:lnSpc>
        <a:spcBef>
          <a:spcPts val="300"/>
        </a:spcBef>
        <a:buFont typeface="Arial" pitchFamily="34" charset="0"/>
        <a:buChar char="​"/>
        <a:defRPr sz="800" kern="1200">
          <a:solidFill>
            <a:schemeClr val="tx1"/>
          </a:solidFill>
          <a:latin typeface="+mj-lt"/>
          <a:ea typeface="+mn-ea"/>
          <a:cs typeface="+mn-cs"/>
        </a:defRPr>
      </a:lvl7pPr>
      <a:lvl8pPr marL="0" indent="0" algn="l" defTabSz="1088558" rtl="0" eaLnBrk="1" latinLnBrk="0" hangingPunct="1">
        <a:lnSpc>
          <a:spcPct val="120000"/>
        </a:lnSpc>
        <a:spcBef>
          <a:spcPts val="600"/>
        </a:spcBef>
        <a:buFont typeface="Arial" pitchFamily="34" charset="0"/>
        <a:buChar char="​"/>
        <a:defRPr sz="800" kern="1200">
          <a:solidFill>
            <a:schemeClr val="tx1"/>
          </a:solidFill>
          <a:latin typeface="+mn-lt"/>
          <a:ea typeface="+mn-ea"/>
          <a:cs typeface="+mn-cs"/>
        </a:defRPr>
      </a:lvl8pPr>
      <a:lvl9pPr marL="0" indent="0" algn="l" defTabSz="1088558" rtl="0" eaLnBrk="1" latinLnBrk="0" hangingPunct="1">
        <a:spcBef>
          <a:spcPts val="600"/>
        </a:spcBef>
        <a:buFont typeface="Arial" pitchFamily="34" charset="0"/>
        <a:buChar char="​"/>
        <a:defRPr sz="3600" kern="1200">
          <a:solidFill>
            <a:schemeClr val="tx1"/>
          </a:solidFill>
          <a:latin typeface="+mj-lt"/>
          <a:ea typeface="+mn-ea"/>
          <a:cs typeface="+mn-cs"/>
        </a:defRPr>
      </a:lvl9pPr>
    </p:bodyStyle>
    <p:otherStyle>
      <a:defPPr>
        <a:defRPr lang="de-DE"/>
      </a:defPPr>
      <a:lvl1pPr marL="0" algn="l" defTabSz="108855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44279" algn="l" defTabSz="108855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88558" algn="l" defTabSz="108855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632837" algn="l" defTabSz="108855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4pPr>
      <a:lvl5pPr marL="2177116" algn="l" defTabSz="108855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5pPr>
      <a:lvl6pPr marL="2721396" algn="l" defTabSz="108855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6pPr>
      <a:lvl7pPr marL="3265675" algn="l" defTabSz="108855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7pPr>
      <a:lvl8pPr marL="3809954" algn="l" defTabSz="108855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8pPr>
      <a:lvl9pPr marL="4354233" algn="l" defTabSz="108855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17" userDrawn="1">
          <p15:clr>
            <a:srgbClr val="A4A4A4"/>
          </p15:clr>
        </p15:guide>
        <p15:guide id="2" pos="759" userDrawn="1">
          <p15:clr>
            <a:srgbClr val="A4A4A4"/>
          </p15:clr>
        </p15:guide>
        <p15:guide id="3" orient="horz" pos="317" userDrawn="1">
          <p15:clr>
            <a:srgbClr val="A4A4A4"/>
          </p15:clr>
        </p15:guide>
        <p15:guide id="4" orient="horz" pos="4002" userDrawn="1">
          <p15:clr>
            <a:srgbClr val="A4A4A4"/>
          </p15:clr>
        </p15:guide>
        <p15:guide id="5" pos="917" userDrawn="1">
          <p15:clr>
            <a:srgbClr val="A4A4A4"/>
          </p15:clr>
        </p15:guide>
        <p15:guide id="6" pos="1359" userDrawn="1">
          <p15:clr>
            <a:srgbClr val="A4A4A4"/>
          </p15:clr>
        </p15:guide>
        <p15:guide id="7" pos="1518" userDrawn="1">
          <p15:clr>
            <a:srgbClr val="A4A4A4"/>
          </p15:clr>
        </p15:guide>
        <p15:guide id="8" pos="1960" userDrawn="1">
          <p15:clr>
            <a:srgbClr val="A4A4A4"/>
          </p15:clr>
        </p15:guide>
        <p15:guide id="9" pos="2118" userDrawn="1">
          <p15:clr>
            <a:srgbClr val="A4A4A4"/>
          </p15:clr>
        </p15:guide>
        <p15:guide id="10" pos="2560" userDrawn="1">
          <p15:clr>
            <a:srgbClr val="A4A4A4"/>
          </p15:clr>
        </p15:guide>
        <p15:guide id="11" pos="2719" userDrawn="1">
          <p15:clr>
            <a:srgbClr val="A4A4A4"/>
          </p15:clr>
        </p15:guide>
        <p15:guide id="12" pos="3161" userDrawn="1">
          <p15:clr>
            <a:srgbClr val="A4A4A4"/>
          </p15:clr>
        </p15:guide>
        <p15:guide id="13" pos="3319" userDrawn="1">
          <p15:clr>
            <a:srgbClr val="A4A4A4"/>
          </p15:clr>
        </p15:guide>
        <p15:guide id="14" pos="3761" userDrawn="1">
          <p15:clr>
            <a:srgbClr val="A4A4A4"/>
          </p15:clr>
        </p15:guide>
        <p15:guide id="15" pos="3920" userDrawn="1">
          <p15:clr>
            <a:srgbClr val="A4A4A4"/>
          </p15:clr>
        </p15:guide>
        <p15:guide id="16" pos="4362" userDrawn="1">
          <p15:clr>
            <a:srgbClr val="A4A4A4"/>
          </p15:clr>
        </p15:guide>
        <p15:guide id="17" pos="4520" userDrawn="1">
          <p15:clr>
            <a:srgbClr val="A4A4A4"/>
          </p15:clr>
        </p15:guide>
        <p15:guide id="18" pos="4962" userDrawn="1">
          <p15:clr>
            <a:srgbClr val="A4A4A4"/>
          </p15:clr>
        </p15:guide>
        <p15:guide id="19" pos="5121" userDrawn="1">
          <p15:clr>
            <a:srgbClr val="A4A4A4"/>
          </p15:clr>
        </p15:guide>
        <p15:guide id="20" pos="5563" userDrawn="1">
          <p15:clr>
            <a:srgbClr val="A4A4A4"/>
          </p15:clr>
        </p15:guide>
        <p15:guide id="21" pos="5721" userDrawn="1">
          <p15:clr>
            <a:srgbClr val="A4A4A4"/>
          </p15:clr>
        </p15:guide>
        <p15:guide id="22" pos="6163" userDrawn="1">
          <p15:clr>
            <a:srgbClr val="A4A4A4"/>
          </p15:clr>
        </p15:guide>
        <p15:guide id="23" pos="6322" userDrawn="1">
          <p15:clr>
            <a:srgbClr val="A4A4A4"/>
          </p15:clr>
        </p15:guide>
        <p15:guide id="24" pos="6764" userDrawn="1">
          <p15:clr>
            <a:srgbClr val="A4A4A4"/>
          </p15:clr>
        </p15:guide>
        <p15:guide id="25" pos="6922" userDrawn="1">
          <p15:clr>
            <a:srgbClr val="A4A4A4"/>
          </p15:clr>
        </p15:guide>
        <p15:guide id="26" pos="7364" userDrawn="1">
          <p15:clr>
            <a:srgbClr val="A4A4A4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5.emf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6.emf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image" Target="../media/image27.sv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28.svg"/><Relationship Id="rId3" Type="http://schemas.openxmlformats.org/officeDocument/2006/relationships/image" Target="../media/image29.sv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30.svg"/><Relationship Id="rId3" Type="http://schemas.openxmlformats.org/officeDocument/2006/relationships/image" Target="../media/image31.sv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32.svg"/><Relationship Id="rId3" Type="http://schemas.openxmlformats.org/officeDocument/2006/relationships/image" Target="../media/image33.svg"/><Relationship Id="rId4" Type="http://schemas.openxmlformats.org/officeDocument/2006/relationships/image" Target="../media/image34.sv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35.svg"/><Relationship Id="rId3" Type="http://schemas.openxmlformats.org/officeDocument/2006/relationships/image" Target="../media/image36.sv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37.svg"/><Relationship Id="rId3" Type="http://schemas.openxmlformats.org/officeDocument/2006/relationships/image" Target="../media/image38.sv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39.svg"/><Relationship Id="rId3" Type="http://schemas.openxmlformats.org/officeDocument/2006/relationships/image" Target="../media/image40.svg"/><Relationship Id="rId4" Type="http://schemas.openxmlformats.org/officeDocument/2006/relationships/image" Target="../media/image41.sv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42.svg"/><Relationship Id="rId3" Type="http://schemas.openxmlformats.org/officeDocument/2006/relationships/image" Target="../media/image43.svg"/><Relationship Id="rId4" Type="http://schemas.openxmlformats.org/officeDocument/2006/relationships/image" Target="../media/image44.svg"/><Relationship Id="rId5" Type="http://schemas.openxmlformats.org/officeDocument/2006/relationships/image" Target="../media/image45.sv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image" Target="../media/image46.sv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7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8.jpe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9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image" Target="../media/image49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image" Target="../media/image50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0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1.svg"/><Relationship Id="rId4" Type="http://schemas.openxmlformats.org/officeDocument/2006/relationships/image" Target="../media/image52.svg"/><Relationship Id="rId5" Type="http://schemas.openxmlformats.org/officeDocument/2006/relationships/image" Target="../media/image53.svg"/><Relationship Id="rId6" Type="http://schemas.openxmlformats.org/officeDocument/2006/relationships/image" Target="../media/image54.sv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image" Target="../media/image55.jpe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image" Target="../media/image55.jpe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6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7.png"/><Relationship Id="rId3" Type="http://schemas.microsoft.com/office/2007/relationships/hdphoto" Target="../media/hdphoto1.wdp"/><Relationship Id="rId4" Type="http://schemas.openxmlformats.org/officeDocument/2006/relationships/image" Target="../media/image58.png"/><Relationship Id="rId5" Type="http://schemas.openxmlformats.org/officeDocument/2006/relationships/image" Target="../media/image59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5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0.jpeg"/><Relationship Id="rId3" Type="http://schemas.openxmlformats.org/officeDocument/2006/relationships/image" Target="../media/image61.sv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2.emf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image" Target="../media/image63.jpe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image" Target="../media/image64.jpeg"/><Relationship Id="rId3" Type="http://schemas.openxmlformats.org/officeDocument/2006/relationships/image" Target="../media/image65.jpeg"/><Relationship Id="rId4" Type="http://schemas.openxmlformats.org/officeDocument/2006/relationships/image" Target="../media/image66.jpeg"/><Relationship Id="rId5" Type="http://schemas.openxmlformats.org/officeDocument/2006/relationships/image" Target="../media/image67.jpe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8.jpe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9.emf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0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1.sv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2.svg"/><Relationship Id="rId3" Type="http://schemas.openxmlformats.org/officeDocument/2006/relationships/image" Target="../media/image73.sv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2.svg"/><Relationship Id="rId3" Type="http://schemas.openxmlformats.org/officeDocument/2006/relationships/image" Target="../media/image73.sv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4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5.jpe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5.emf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9.emf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6.emf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7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78.png"/><Relationship Id="rId3" Type="http://schemas.openxmlformats.org/officeDocument/2006/relationships/image" Target="../media/image79.png"/><Relationship Id="rId4" Type="http://schemas.openxmlformats.org/officeDocument/2006/relationships/image" Target="../media/image80.jpeg"/><Relationship Id="rId5" Type="http://schemas.openxmlformats.org/officeDocument/2006/relationships/image" Target="../media/image81.png"/><Relationship Id="rId6" Type="http://schemas.openxmlformats.org/officeDocument/2006/relationships/image" Target="../media/image1.png"/><Relationship Id="rId7" Type="http://schemas.openxmlformats.org/officeDocument/2006/relationships/image" Target="../media/image82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5D6F9E-D895-1B26-5381-CF399438AD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3238" y="2706317"/>
            <a:ext cx="6625149" cy="997196"/>
          </a:xfrm>
        </p:spPr>
        <p:txBody>
          <a:bodyPr/>
          <a:lstStyle/>
          <a:p>
            <a:r>
              <a:rPr lang="en-US" noProof="0" dirty="0">
                <a:solidFill>
                  <a:srgbClr val="45BC0D"/>
                </a:solidFill>
              </a:rPr>
              <a:t>Ziyo App</a:t>
            </a:r>
            <a:br>
              <a:rPr lang="en-US" noProof="0" dirty="0"/>
            </a:br>
            <a:r>
              <a:rPr lang="en-US" noProof="0" dirty="0"/>
              <a:t>Product Vision Workshop </a:t>
            </a:r>
            <a:br>
              <a:rPr lang="en-US" noProof="0" dirty="0"/>
            </a:br>
            <a:r>
              <a:rPr lang="en-US" i="1" noProof="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Mahsulot</a:t>
            </a:r>
            <a:r>
              <a:rPr lang="en-US" i="1" noProof="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i="1" noProof="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konsepsiyasi</a:t>
            </a:r>
            <a:r>
              <a:rPr lang="en-US" i="1" noProof="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bo‘yicha seminar</a:t>
            </a:r>
          </a:p>
        </p:txBody>
      </p:sp>
      <p:sp>
        <p:nvSpPr>
          <p:cNvPr id="3" name="Spaker name - Dynamic" descr="{&quot;templafy&quot;:{&quot;id&quot;:&quot;13eca31f-2a44-4c6a-9a55-c2072cea1787&quot;}}">
            <a:extLst>
              <a:ext uri="{FF2B5EF4-FFF2-40B4-BE49-F238E27FC236}">
                <a16:creationId xmlns:a16="http://schemas.microsoft.com/office/drawing/2014/main" id="{82709053-641B-D3F0-2A34-A108C686B936}"/>
              </a:ext>
            </a:extLst>
          </p:cNvPr>
          <p:cNvSpPr txBox="1">
            <a:spLocks/>
          </p:cNvSpPr>
          <p:nvPr/>
        </p:nvSpPr>
        <p:spPr>
          <a:xfrm>
            <a:off x="503238" y="4273200"/>
            <a:ext cx="5402236" cy="223148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>
            <a:defPPr>
              <a:defRPr lang="de-DE"/>
            </a:defPPr>
            <a:lvl1pPr marL="0" algn="l" defTabSz="1088776" rtl="0" eaLnBrk="1" latinLnBrk="0" hangingPunct="1">
              <a:defRPr lang="de-DE" sz="21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1pPr>
            <a:lvl2pPr marL="544388" algn="l" defTabSz="1088776" rtl="0" eaLnBrk="1" latinLnBrk="0" hangingPunct="1">
              <a:buClr>
                <a:srgbClr val="FDB913"/>
              </a:buClr>
              <a:buSzPct val="100000"/>
              <a:buFont typeface="wingdings"/>
              <a:buChar char=""/>
              <a:defRPr lang="de-DE" sz="21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2pPr>
            <a:lvl3pPr marL="1088776" algn="l" defTabSz="1088776" rtl="0" eaLnBrk="1" latinLnBrk="0" hangingPunct="1">
              <a:buClr>
                <a:srgbClr val="666666"/>
              </a:buClr>
              <a:buSzPct val="80000"/>
              <a:buFont typeface="Wingdings"/>
              <a:buChar char="n"/>
              <a:defRPr lang="de-DE" sz="17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3pPr>
            <a:lvl4pPr marL="1633164" algn="l" defTabSz="1088776" rtl="0" eaLnBrk="1" latinLnBrk="0" hangingPunct="1">
              <a:buClr>
                <a:srgbClr val="666666"/>
              </a:buClr>
              <a:buSzPct val="80000"/>
              <a:buFont typeface="Arial"/>
              <a:buChar char=""/>
              <a:defRPr lang="de-DE" sz="14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4pPr>
            <a:lvl5pPr marL="2177552" algn="l" defTabSz="1088776" rtl="0" eaLnBrk="1" latinLnBrk="0" hangingPunct="1">
              <a:buClr>
                <a:srgbClr val="666666"/>
              </a:buClr>
              <a:buSzPct val="80000"/>
              <a:buFont typeface="Arial"/>
              <a:buChar char=""/>
              <a:defRPr lang="de-DE" sz="12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5pPr>
            <a:lvl6pPr marL="2721940" algn="l" defTabSz="1088776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66328" algn="l" defTabSz="1088776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810716" algn="l" defTabSz="1088776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355104" algn="l" defTabSz="1088776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400" noProof="0">
                <a:latin typeface="72 Brand" panose="020B0504030603020204" pitchFamily="34" charset="0"/>
                <a:cs typeface="72" panose="020B0503030000000003" pitchFamily="34" charset="0"/>
              </a:rPr>
              <a:t>Stefanie, Anja, Pankaj – SAP SE</a:t>
            </a:r>
          </a:p>
        </p:txBody>
      </p:sp>
      <p:sp>
        <p:nvSpPr>
          <p:cNvPr id="4" name="Date - Dynamic" descr="{&quot;templafy&quot;:{&quot;id&quot;:&quot;7ab1e498-28f2-40e5-ad60-841aaaef527a&quot;}}">
            <a:extLst>
              <a:ext uri="{FF2B5EF4-FFF2-40B4-BE49-F238E27FC236}">
                <a16:creationId xmlns:a16="http://schemas.microsoft.com/office/drawing/2014/main" id="{13D3BB19-0B0D-7EE4-1536-39A566DA9E4E}"/>
              </a:ext>
            </a:extLst>
          </p:cNvPr>
          <p:cNvSpPr txBox="1">
            <a:spLocks/>
          </p:cNvSpPr>
          <p:nvPr/>
        </p:nvSpPr>
        <p:spPr>
          <a:xfrm>
            <a:off x="503238" y="4539600"/>
            <a:ext cx="5402236" cy="223148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>
            <a:defPPr>
              <a:defRPr lang="de-DE"/>
            </a:defPPr>
            <a:lvl1pPr marL="0" algn="l" defTabSz="1088776" rtl="0" eaLnBrk="1" latinLnBrk="0" hangingPunct="1">
              <a:defRPr lang="de-DE" sz="21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1pPr>
            <a:lvl2pPr marL="544388" algn="l" defTabSz="1088776" rtl="0" eaLnBrk="1" latinLnBrk="0" hangingPunct="1">
              <a:buClr>
                <a:srgbClr val="FDB913"/>
              </a:buClr>
              <a:buSzPct val="100000"/>
              <a:buFont typeface="wingdings"/>
              <a:buChar char=""/>
              <a:defRPr lang="de-DE" sz="21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2pPr>
            <a:lvl3pPr marL="1088776" algn="l" defTabSz="1088776" rtl="0" eaLnBrk="1" latinLnBrk="0" hangingPunct="1">
              <a:buClr>
                <a:srgbClr val="666666"/>
              </a:buClr>
              <a:buSzPct val="80000"/>
              <a:buFont typeface="Wingdings"/>
              <a:buChar char="n"/>
              <a:defRPr lang="de-DE" sz="17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3pPr>
            <a:lvl4pPr marL="1633164" algn="l" defTabSz="1088776" rtl="0" eaLnBrk="1" latinLnBrk="0" hangingPunct="1">
              <a:buClr>
                <a:srgbClr val="666666"/>
              </a:buClr>
              <a:buSzPct val="80000"/>
              <a:buFont typeface="Arial"/>
              <a:buChar char=""/>
              <a:defRPr lang="de-DE" sz="14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4pPr>
            <a:lvl5pPr marL="2177552" algn="l" defTabSz="1088776" rtl="0" eaLnBrk="1" latinLnBrk="0" hangingPunct="1">
              <a:buClr>
                <a:srgbClr val="666666"/>
              </a:buClr>
              <a:buSzPct val="80000"/>
              <a:buFont typeface="Arial"/>
              <a:buChar char=""/>
              <a:defRPr lang="de-DE" sz="12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5pPr>
            <a:lvl6pPr marL="2721940" algn="l" defTabSz="1088776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66328" algn="l" defTabSz="1088776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810716" algn="l" defTabSz="1088776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355104" algn="l" defTabSz="1088776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400" noProof="0">
                <a:latin typeface="72 Brand" panose="020B0504030603020204" pitchFamily="34" charset="0"/>
                <a:cs typeface="72" panose="020B0503030000000003" pitchFamily="34" charset="0"/>
              </a:rPr>
              <a:t>October 14, 2026</a:t>
            </a:r>
          </a:p>
        </p:txBody>
      </p:sp>
      <p:pic>
        <p:nvPicPr>
          <p:cNvPr id="16" name="Picture Placeholder 15">
            <a:extLst>
              <a:ext uri="{FF2B5EF4-FFF2-40B4-BE49-F238E27FC236}">
                <a16:creationId xmlns:a16="http://schemas.microsoft.com/office/drawing/2014/main" id="{006E915F-4128-188A-E310-C74689C78DDE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2"/>
          <a:srcRect l="10502" t="2767" r="3549" b="2767"/>
          <a:stretch>
            <a:fillRect/>
          </a:stretch>
        </p:blipFill>
        <p:spPr>
          <a:xfrm>
            <a:off x="6097587" y="-1"/>
            <a:ext cx="6097588" cy="6858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89459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B904A9-F06D-987D-6960-D25BE069C9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6091B4-7C00-359C-C27D-C0ABAF7F44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3238" y="1074106"/>
            <a:ext cx="4765449" cy="498598"/>
          </a:xfrm>
        </p:spPr>
        <p:txBody>
          <a:bodyPr/>
          <a:lstStyle/>
          <a:p>
            <a:r>
              <a:rPr lang="en-US" sz="3200" noProof="0"/>
              <a:t>Agenda</a:t>
            </a:r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F29D630F-D164-D1CD-C06F-DEACF73F4B21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/>
        <p:txBody>
          <a:bodyPr/>
          <a:lstStyle/>
          <a:p>
            <a:endParaRPr lang="en-US" noProof="0"/>
          </a:p>
        </p:txBody>
      </p:sp>
      <p:pic>
        <p:nvPicPr>
          <p:cNvPr id="16" name="Picture Placeholder 20">
            <a:extLst>
              <a:ext uri="{FF2B5EF4-FFF2-40B4-BE49-F238E27FC236}">
                <a16:creationId xmlns:a16="http://schemas.microsoft.com/office/drawing/2014/main" id="{393BA0A8-3DDA-2731-275B-575C4B47ED1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9542" t="9363" r="52009" b="15334"/>
          <a:stretch>
            <a:fillRect/>
          </a:stretch>
        </p:blipFill>
        <p:spPr>
          <a:xfrm>
            <a:off x="5969000" y="0"/>
            <a:ext cx="6226175" cy="6858000"/>
          </a:xfrm>
          <a:prstGeom prst="rect">
            <a:avLst/>
          </a:prstGeom>
        </p:spPr>
      </p:pic>
      <p:sp>
        <p:nvSpPr>
          <p:cNvPr id="12" name="Text 7">
            <a:extLst>
              <a:ext uri="{FF2B5EF4-FFF2-40B4-BE49-F238E27FC236}">
                <a16:creationId xmlns:a16="http://schemas.microsoft.com/office/drawing/2014/main" id="{9DE90917-A1D7-171B-1C37-8F4BA3CFCB46}"/>
              </a:ext>
            </a:extLst>
          </p:cNvPr>
          <p:cNvSpPr/>
          <p:nvPr/>
        </p:nvSpPr>
        <p:spPr>
          <a:xfrm>
            <a:off x="503238" y="1875491"/>
            <a:ext cx="965745" cy="5765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4000"/>
              </a:lnSpc>
              <a:buNone/>
            </a:pPr>
            <a:r>
              <a:rPr lang="en-US" sz="3600" b="1" noProof="0">
                <a:solidFill>
                  <a:srgbClr val="000000"/>
                </a:solidFill>
                <a:latin typeface="Arial" panose="020B0604020202020204" pitchFamily="34" charset="0"/>
                <a:ea typeface="72 Brand" pitchFamily="34" charset="-122"/>
                <a:cs typeface="Arial" panose="020B0604020202020204" pitchFamily="34" charset="0"/>
              </a:rPr>
              <a:t>01</a:t>
            </a:r>
            <a:endParaRPr lang="en-US" sz="3600" noProof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 8">
            <a:extLst>
              <a:ext uri="{FF2B5EF4-FFF2-40B4-BE49-F238E27FC236}">
                <a16:creationId xmlns:a16="http://schemas.microsoft.com/office/drawing/2014/main" id="{BB4EFF14-C4C3-88FE-F02B-E14EDBC786F9}"/>
              </a:ext>
            </a:extLst>
          </p:cNvPr>
          <p:cNvSpPr/>
          <p:nvPr/>
        </p:nvSpPr>
        <p:spPr>
          <a:xfrm>
            <a:off x="1133704" y="1875469"/>
            <a:ext cx="3150642" cy="360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2300"/>
              </a:lnSpc>
            </a:pPr>
            <a:r>
              <a:rPr lang="en-US" sz="1800" b="1" noProof="0">
                <a:solidFill>
                  <a:srgbClr val="000000"/>
                </a:solidFill>
                <a:latin typeface="Arial" panose="020B0604020202020204" pitchFamily="34" charset="0"/>
                <a:ea typeface="72 Brand" pitchFamily="34" charset="-122"/>
                <a:cs typeface="Arial" panose="020B0604020202020204" pitchFamily="34" charset="0"/>
              </a:rPr>
              <a:t>Welcome! </a:t>
            </a:r>
            <a:r>
              <a:rPr lang="en-US" sz="1800" b="1" i="1" noProof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72 Brand" pitchFamily="34" charset="-122"/>
                <a:cs typeface="Arial" panose="020B0604020202020204" pitchFamily="34" charset="0"/>
              </a:rPr>
              <a:t>Xush</a:t>
            </a:r>
            <a:r>
              <a:rPr lang="en-US" sz="1800" b="1" i="1" noProof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72 Brand" pitchFamily="34" charset="-122"/>
                <a:cs typeface="Arial" panose="020B0604020202020204" pitchFamily="34" charset="0"/>
              </a:rPr>
              <a:t> </a:t>
            </a:r>
            <a:r>
              <a:rPr lang="en-US" sz="1800" b="1" i="1" noProof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72 Brand" pitchFamily="34" charset="-122"/>
                <a:cs typeface="Arial" panose="020B0604020202020204" pitchFamily="34" charset="0"/>
              </a:rPr>
              <a:t>kelibsiz</a:t>
            </a:r>
            <a:r>
              <a:rPr lang="en-US" sz="1800" b="1" i="1" noProof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72 Brand" pitchFamily="34" charset="-122"/>
                <a:cs typeface="Arial" panose="020B0604020202020204" pitchFamily="34" charset="0"/>
              </a:rPr>
              <a:t>!</a:t>
            </a:r>
            <a:endParaRPr lang="en-US" sz="1800" i="1" noProof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 9">
            <a:extLst>
              <a:ext uri="{FF2B5EF4-FFF2-40B4-BE49-F238E27FC236}">
                <a16:creationId xmlns:a16="http://schemas.microsoft.com/office/drawing/2014/main" id="{0906D32B-F147-5449-701F-276F29E218D8}"/>
              </a:ext>
            </a:extLst>
          </p:cNvPr>
          <p:cNvSpPr/>
          <p:nvPr/>
        </p:nvSpPr>
        <p:spPr>
          <a:xfrm>
            <a:off x="1133704" y="2142622"/>
            <a:ext cx="3425974" cy="2717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400" noProof="0">
                <a:solidFill>
                  <a:srgbClr val="000000"/>
                </a:solidFill>
                <a:latin typeface="Arial" panose="020B0604020202020204" pitchFamily="34" charset="0"/>
                <a:ea typeface="72 Brand" pitchFamily="34" charset="-122"/>
                <a:cs typeface="Arial" panose="020B0604020202020204" pitchFamily="34" charset="0"/>
              </a:rPr>
              <a:t>Welcome and introductions - 30 min</a:t>
            </a:r>
            <a:endParaRPr lang="en-US" sz="1400" noProof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Text 13">
            <a:extLst>
              <a:ext uri="{FF2B5EF4-FFF2-40B4-BE49-F238E27FC236}">
                <a16:creationId xmlns:a16="http://schemas.microsoft.com/office/drawing/2014/main" id="{6A8D5DBA-A3A9-DA4E-FC6A-E5A0CA0725F7}"/>
              </a:ext>
            </a:extLst>
          </p:cNvPr>
          <p:cNvSpPr/>
          <p:nvPr/>
        </p:nvSpPr>
        <p:spPr>
          <a:xfrm>
            <a:off x="503238" y="2562618"/>
            <a:ext cx="965745" cy="6451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4000"/>
              </a:lnSpc>
              <a:buNone/>
            </a:pPr>
            <a:r>
              <a:rPr lang="en-US" sz="3600" b="1" noProof="0">
                <a:solidFill>
                  <a:srgbClr val="000000"/>
                </a:solidFill>
                <a:latin typeface="Arial" panose="020B0604020202020204" pitchFamily="34" charset="0"/>
                <a:ea typeface="72 Brand" pitchFamily="34" charset="-122"/>
                <a:cs typeface="Arial" panose="020B0604020202020204" pitchFamily="34" charset="0"/>
              </a:rPr>
              <a:t>02</a:t>
            </a:r>
            <a:endParaRPr lang="en-US" sz="3600" noProof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Text 14">
            <a:extLst>
              <a:ext uri="{FF2B5EF4-FFF2-40B4-BE49-F238E27FC236}">
                <a16:creationId xmlns:a16="http://schemas.microsoft.com/office/drawing/2014/main" id="{F18DA450-7CC2-FE52-B8CA-D1410C99362E}"/>
              </a:ext>
            </a:extLst>
          </p:cNvPr>
          <p:cNvSpPr/>
          <p:nvPr/>
        </p:nvSpPr>
        <p:spPr>
          <a:xfrm>
            <a:off x="1133703" y="2584698"/>
            <a:ext cx="5170578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2300"/>
              </a:lnSpc>
            </a:pPr>
            <a:r>
              <a:rPr lang="en-US" sz="1800" b="1" noProof="0" dirty="0">
                <a:solidFill>
                  <a:srgbClr val="000000"/>
                </a:solidFill>
                <a:latin typeface="Arial" panose="020B0604020202020204" pitchFamily="34" charset="0"/>
                <a:ea typeface="72 Brand" pitchFamily="34" charset="-122"/>
                <a:cs typeface="Arial" panose="020B0604020202020204" pitchFamily="34" charset="0"/>
              </a:rPr>
              <a:t>Vision </a:t>
            </a:r>
            <a:r>
              <a:rPr lang="en-US" sz="1800" b="1" i="1" noProof="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72 Brand" pitchFamily="34" charset="-122"/>
                <a:cs typeface="Arial" panose="020B0604020202020204" pitchFamily="34" charset="0"/>
              </a:rPr>
              <a:t>Tasavvur</a:t>
            </a:r>
            <a:endParaRPr lang="en-US" sz="1800" i="1" noProof="0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Text 15">
            <a:extLst>
              <a:ext uri="{FF2B5EF4-FFF2-40B4-BE49-F238E27FC236}">
                <a16:creationId xmlns:a16="http://schemas.microsoft.com/office/drawing/2014/main" id="{9DFB55B6-478F-D197-126F-5D9DD8D81894}"/>
              </a:ext>
            </a:extLst>
          </p:cNvPr>
          <p:cNvSpPr/>
          <p:nvPr/>
        </p:nvSpPr>
        <p:spPr>
          <a:xfrm>
            <a:off x="1133704" y="2840306"/>
            <a:ext cx="3887787" cy="340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400" noProof="0">
                <a:solidFill>
                  <a:srgbClr val="000000"/>
                </a:solidFill>
                <a:latin typeface="Arial" panose="020B0604020202020204" pitchFamily="34" charset="0"/>
                <a:ea typeface="72 Brand" pitchFamily="34" charset="-122"/>
                <a:cs typeface="Arial" panose="020B0604020202020204" pitchFamily="34" charset="0"/>
              </a:rPr>
              <a:t>Presented by Bobur - 15 min</a:t>
            </a:r>
            <a:endParaRPr lang="en-US" sz="1400" noProof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Text 16">
            <a:extLst>
              <a:ext uri="{FF2B5EF4-FFF2-40B4-BE49-F238E27FC236}">
                <a16:creationId xmlns:a16="http://schemas.microsoft.com/office/drawing/2014/main" id="{0DB7BDC0-0049-AF5F-0D48-F63A8EF586EE}"/>
              </a:ext>
            </a:extLst>
          </p:cNvPr>
          <p:cNvSpPr/>
          <p:nvPr/>
        </p:nvSpPr>
        <p:spPr>
          <a:xfrm>
            <a:off x="503238" y="3318325"/>
            <a:ext cx="965745" cy="6451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4000"/>
              </a:lnSpc>
              <a:buNone/>
            </a:pPr>
            <a:r>
              <a:rPr lang="en-US" sz="3600" b="1" noProof="0">
                <a:solidFill>
                  <a:srgbClr val="000000"/>
                </a:solidFill>
                <a:latin typeface="Arial" panose="020B0604020202020204" pitchFamily="34" charset="0"/>
                <a:ea typeface="72 Brand" pitchFamily="34" charset="-122"/>
                <a:cs typeface="Arial" panose="020B0604020202020204" pitchFamily="34" charset="0"/>
              </a:rPr>
              <a:t>03</a:t>
            </a:r>
            <a:endParaRPr lang="en-US" sz="3600" noProof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Text 17">
            <a:extLst>
              <a:ext uri="{FF2B5EF4-FFF2-40B4-BE49-F238E27FC236}">
                <a16:creationId xmlns:a16="http://schemas.microsoft.com/office/drawing/2014/main" id="{0DC5264D-44AF-C9DC-5A86-833B03A885FC}"/>
              </a:ext>
            </a:extLst>
          </p:cNvPr>
          <p:cNvSpPr/>
          <p:nvPr/>
        </p:nvSpPr>
        <p:spPr>
          <a:xfrm>
            <a:off x="1133704" y="3319147"/>
            <a:ext cx="3425974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2300"/>
              </a:lnSpc>
            </a:pPr>
            <a:r>
              <a:rPr lang="en-US" sz="1800" b="1" noProof="0">
                <a:solidFill>
                  <a:srgbClr val="000000"/>
                </a:solidFill>
                <a:latin typeface="Arial" panose="020B0604020202020204" pitchFamily="34" charset="0"/>
                <a:ea typeface="72 Brand" pitchFamily="34" charset="-122"/>
                <a:cs typeface="Arial" panose="020B0604020202020204" pitchFamily="34" charset="0"/>
              </a:rPr>
              <a:t>Personas </a:t>
            </a:r>
            <a:r>
              <a:rPr lang="en-US" sz="1800" b="1" i="1" noProof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72 Brand" pitchFamily="34" charset="-122"/>
                <a:cs typeface="Arial" panose="020B0604020202020204" pitchFamily="34" charset="0"/>
              </a:rPr>
              <a:t>Odamlar</a:t>
            </a:r>
            <a:endParaRPr lang="en-US" sz="1800" i="1" noProof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Text 18">
            <a:extLst>
              <a:ext uri="{FF2B5EF4-FFF2-40B4-BE49-F238E27FC236}">
                <a16:creationId xmlns:a16="http://schemas.microsoft.com/office/drawing/2014/main" id="{928C1CA3-6623-B75D-23D5-434FF96FA635}"/>
              </a:ext>
            </a:extLst>
          </p:cNvPr>
          <p:cNvSpPr/>
          <p:nvPr/>
        </p:nvSpPr>
        <p:spPr>
          <a:xfrm>
            <a:off x="1133704" y="3588822"/>
            <a:ext cx="3416796" cy="340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400" noProof="0">
                <a:solidFill>
                  <a:srgbClr val="000000"/>
                </a:solidFill>
                <a:latin typeface="Arial" panose="020B0604020202020204" pitchFamily="34" charset="0"/>
                <a:ea typeface="72 Brand" pitchFamily="34" charset="-122"/>
                <a:cs typeface="Arial" panose="020B0604020202020204" pitchFamily="34" charset="0"/>
              </a:rPr>
              <a:t>The main users for Ziyo App- 20 min</a:t>
            </a:r>
            <a:endParaRPr lang="en-US" sz="1400" noProof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Text 19">
            <a:extLst>
              <a:ext uri="{FF2B5EF4-FFF2-40B4-BE49-F238E27FC236}">
                <a16:creationId xmlns:a16="http://schemas.microsoft.com/office/drawing/2014/main" id="{63D35873-69DE-9A47-88EE-CBCFC163B9A2}"/>
              </a:ext>
            </a:extLst>
          </p:cNvPr>
          <p:cNvSpPr/>
          <p:nvPr/>
        </p:nvSpPr>
        <p:spPr>
          <a:xfrm>
            <a:off x="503238" y="4074032"/>
            <a:ext cx="965745" cy="6451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4000"/>
              </a:lnSpc>
              <a:buNone/>
            </a:pPr>
            <a:r>
              <a:rPr lang="en-US" sz="3600" b="1" noProof="0">
                <a:solidFill>
                  <a:srgbClr val="000000"/>
                </a:solidFill>
                <a:latin typeface="Arial" panose="020B0604020202020204" pitchFamily="34" charset="0"/>
                <a:ea typeface="72 Brand" pitchFamily="34" charset="-122"/>
                <a:cs typeface="Arial" panose="020B0604020202020204" pitchFamily="34" charset="0"/>
              </a:rPr>
              <a:t>04</a:t>
            </a:r>
            <a:endParaRPr lang="en-US" sz="3600" noProof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Text 20">
            <a:extLst>
              <a:ext uri="{FF2B5EF4-FFF2-40B4-BE49-F238E27FC236}">
                <a16:creationId xmlns:a16="http://schemas.microsoft.com/office/drawing/2014/main" id="{9B0ADE18-15E8-1798-C6BF-0C34C14E0565}"/>
              </a:ext>
            </a:extLst>
          </p:cNvPr>
          <p:cNvSpPr/>
          <p:nvPr/>
        </p:nvSpPr>
        <p:spPr>
          <a:xfrm>
            <a:off x="1133704" y="4083776"/>
            <a:ext cx="4420769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2300"/>
              </a:lnSpc>
            </a:pPr>
            <a:r>
              <a:rPr lang="en-US" sz="1800" b="1" noProof="0" dirty="0">
                <a:solidFill>
                  <a:srgbClr val="000000"/>
                </a:solidFill>
                <a:latin typeface="Arial" panose="020B0604020202020204" pitchFamily="34" charset="0"/>
                <a:ea typeface="72 Brand" pitchFamily="34" charset="-122"/>
                <a:cs typeface="Arial" panose="020B0604020202020204" pitchFamily="34" charset="0"/>
              </a:rPr>
              <a:t>Vision Prototype </a:t>
            </a:r>
            <a:r>
              <a:rPr lang="en-US" sz="1800" b="1" i="1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72 Brand" pitchFamily="34" charset="-122"/>
                <a:cs typeface="Arial" panose="020B0604020202020204" pitchFamily="34" charset="0"/>
              </a:rPr>
              <a:t>Ko’rish</a:t>
            </a:r>
            <a:r>
              <a:rPr lang="en-US" sz="1800" b="1" i="1" noProof="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72 Brand" pitchFamily="34" charset="-122"/>
                <a:cs typeface="Arial" panose="020B0604020202020204" pitchFamily="34" charset="0"/>
              </a:rPr>
              <a:t> </a:t>
            </a:r>
            <a:r>
              <a:rPr lang="en-US" sz="1800" b="1" i="1" noProof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72 Brand" pitchFamily="34" charset="-122"/>
                <a:cs typeface="Arial" panose="020B0604020202020204" pitchFamily="34" charset="0"/>
              </a:rPr>
              <a:t>prototipi</a:t>
            </a:r>
            <a:endParaRPr lang="en-US" sz="1800" i="1" noProof="0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Text 21">
            <a:extLst>
              <a:ext uri="{FF2B5EF4-FFF2-40B4-BE49-F238E27FC236}">
                <a16:creationId xmlns:a16="http://schemas.microsoft.com/office/drawing/2014/main" id="{21FACAB2-457B-92DA-D11A-C1D8E40EB227}"/>
              </a:ext>
            </a:extLst>
          </p:cNvPr>
          <p:cNvSpPr/>
          <p:nvPr/>
        </p:nvSpPr>
        <p:spPr>
          <a:xfrm>
            <a:off x="1133704" y="4348698"/>
            <a:ext cx="3060055" cy="340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400" noProof="0">
                <a:solidFill>
                  <a:srgbClr val="000000"/>
                </a:solidFill>
                <a:latin typeface="Arial" panose="020B0604020202020204" pitchFamily="34" charset="0"/>
                <a:ea typeface="72 Brand" pitchFamily="34" charset="-122"/>
                <a:cs typeface="Arial" panose="020B0604020202020204" pitchFamily="34" charset="0"/>
              </a:rPr>
              <a:t>Split into 3 teams - 45 min</a:t>
            </a:r>
            <a:endParaRPr lang="en-US" sz="1400" noProof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Text 22">
            <a:extLst>
              <a:ext uri="{FF2B5EF4-FFF2-40B4-BE49-F238E27FC236}">
                <a16:creationId xmlns:a16="http://schemas.microsoft.com/office/drawing/2014/main" id="{80E69825-7062-A855-53DF-AF92C8D71D63}"/>
              </a:ext>
            </a:extLst>
          </p:cNvPr>
          <p:cNvSpPr/>
          <p:nvPr/>
        </p:nvSpPr>
        <p:spPr>
          <a:xfrm>
            <a:off x="503238" y="4829739"/>
            <a:ext cx="965745" cy="6451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4000"/>
              </a:lnSpc>
              <a:buNone/>
            </a:pPr>
            <a:r>
              <a:rPr lang="en-US" sz="3600" b="1" noProof="0">
                <a:solidFill>
                  <a:srgbClr val="000000"/>
                </a:solidFill>
                <a:latin typeface="Arial" panose="020B0604020202020204" pitchFamily="34" charset="0"/>
                <a:ea typeface="72 Brand" pitchFamily="34" charset="-122"/>
                <a:cs typeface="Arial" panose="020B0604020202020204" pitchFamily="34" charset="0"/>
              </a:rPr>
              <a:t>05</a:t>
            </a:r>
            <a:endParaRPr lang="en-US" sz="3600" noProof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Text 23">
            <a:extLst>
              <a:ext uri="{FF2B5EF4-FFF2-40B4-BE49-F238E27FC236}">
                <a16:creationId xmlns:a16="http://schemas.microsoft.com/office/drawing/2014/main" id="{AF8F82CF-1B6A-FA26-3082-1E901F2AE48D}"/>
              </a:ext>
            </a:extLst>
          </p:cNvPr>
          <p:cNvSpPr/>
          <p:nvPr/>
        </p:nvSpPr>
        <p:spPr>
          <a:xfrm>
            <a:off x="1133703" y="4847886"/>
            <a:ext cx="5170577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2300"/>
              </a:lnSpc>
            </a:pPr>
            <a:r>
              <a:rPr lang="en-US" sz="1800" b="1" noProof="0">
                <a:solidFill>
                  <a:srgbClr val="000000"/>
                </a:solidFill>
                <a:latin typeface="Arial" panose="020B0604020202020204" pitchFamily="34" charset="0"/>
                <a:ea typeface="72 Brand" pitchFamily="34" charset="-122"/>
                <a:cs typeface="Arial" panose="020B0604020202020204" pitchFamily="34" charset="0"/>
              </a:rPr>
              <a:t>Prototype Presentation </a:t>
            </a:r>
            <a:r>
              <a:rPr lang="en-US" sz="1800" b="1" i="1" noProof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72 Brand" pitchFamily="34" charset="-122"/>
                <a:cs typeface="Arial" panose="020B0604020202020204" pitchFamily="34" charset="0"/>
              </a:rPr>
              <a:t>Prototip</a:t>
            </a:r>
            <a:r>
              <a:rPr lang="en-US" sz="1800" b="1" i="1" noProof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72 Brand" pitchFamily="34" charset="-122"/>
                <a:cs typeface="Arial" panose="020B0604020202020204" pitchFamily="34" charset="0"/>
              </a:rPr>
              <a:t> </a:t>
            </a:r>
            <a:r>
              <a:rPr lang="en-US" sz="1800" b="1" i="1" noProof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72 Brand" pitchFamily="34" charset="-122"/>
                <a:cs typeface="Arial" panose="020B0604020202020204" pitchFamily="34" charset="0"/>
              </a:rPr>
              <a:t>taqdimoti</a:t>
            </a:r>
            <a:endParaRPr lang="en-US" sz="1800" i="1" noProof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" name="Text 24">
            <a:extLst>
              <a:ext uri="{FF2B5EF4-FFF2-40B4-BE49-F238E27FC236}">
                <a16:creationId xmlns:a16="http://schemas.microsoft.com/office/drawing/2014/main" id="{EA29F189-9F75-307D-958E-668437396708}"/>
              </a:ext>
            </a:extLst>
          </p:cNvPr>
          <p:cNvSpPr/>
          <p:nvPr/>
        </p:nvSpPr>
        <p:spPr>
          <a:xfrm>
            <a:off x="1133703" y="5095614"/>
            <a:ext cx="3982539" cy="340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400" noProof="0">
                <a:solidFill>
                  <a:srgbClr val="000000"/>
                </a:solidFill>
                <a:latin typeface="Arial" panose="020B0604020202020204" pitchFamily="34" charset="0"/>
                <a:ea typeface="72 Brand" pitchFamily="34" charset="-122"/>
                <a:cs typeface="Arial" panose="020B0604020202020204" pitchFamily="34" charset="0"/>
              </a:rPr>
              <a:t>5 min presentation + 2 questions / team  - 21 min</a:t>
            </a:r>
            <a:endParaRPr lang="en-US" sz="1400" noProof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" name="Text 25">
            <a:extLst>
              <a:ext uri="{FF2B5EF4-FFF2-40B4-BE49-F238E27FC236}">
                <a16:creationId xmlns:a16="http://schemas.microsoft.com/office/drawing/2014/main" id="{D00F4CC3-6F15-89A3-8D13-9CEAEB7F733E}"/>
              </a:ext>
            </a:extLst>
          </p:cNvPr>
          <p:cNvSpPr/>
          <p:nvPr/>
        </p:nvSpPr>
        <p:spPr>
          <a:xfrm>
            <a:off x="503238" y="5585446"/>
            <a:ext cx="965745" cy="5765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4000"/>
              </a:lnSpc>
              <a:buNone/>
            </a:pPr>
            <a:r>
              <a:rPr lang="en-US" sz="3600" b="1" noProof="0">
                <a:solidFill>
                  <a:srgbClr val="000000"/>
                </a:solidFill>
                <a:latin typeface="Arial" panose="020B0604020202020204" pitchFamily="34" charset="0"/>
                <a:ea typeface="72 Brand" pitchFamily="34" charset="-122"/>
                <a:cs typeface="Arial" panose="020B0604020202020204" pitchFamily="34" charset="0"/>
              </a:rPr>
              <a:t>06</a:t>
            </a:r>
            <a:endParaRPr lang="en-US" sz="3600" noProof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" name="Text 26">
            <a:extLst>
              <a:ext uri="{FF2B5EF4-FFF2-40B4-BE49-F238E27FC236}">
                <a16:creationId xmlns:a16="http://schemas.microsoft.com/office/drawing/2014/main" id="{7108072B-D414-4914-6D36-AA84BE73C426}"/>
              </a:ext>
            </a:extLst>
          </p:cNvPr>
          <p:cNvSpPr/>
          <p:nvPr/>
        </p:nvSpPr>
        <p:spPr>
          <a:xfrm>
            <a:off x="1133703" y="5598656"/>
            <a:ext cx="4601617" cy="360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2300"/>
              </a:lnSpc>
            </a:pPr>
            <a:r>
              <a:rPr lang="en-US" sz="1800" b="1" noProof="0">
                <a:solidFill>
                  <a:srgbClr val="000000"/>
                </a:solidFill>
                <a:latin typeface="Arial" panose="020B0604020202020204" pitchFamily="34" charset="0"/>
                <a:ea typeface="72 Brand" pitchFamily="34" charset="-122"/>
                <a:cs typeface="Arial" panose="020B0604020202020204" pitchFamily="34" charset="0"/>
              </a:rPr>
              <a:t>Common Ground </a:t>
            </a:r>
            <a:r>
              <a:rPr lang="en-US" sz="1800" b="1" i="1" noProof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72 Brand" pitchFamily="34" charset="-122"/>
                <a:cs typeface="Arial" panose="020B0604020202020204" pitchFamily="34" charset="0"/>
              </a:rPr>
              <a:t>Umumiy</a:t>
            </a:r>
            <a:r>
              <a:rPr lang="en-US" sz="1800" b="1" i="1" noProof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72 Brand" pitchFamily="34" charset="-122"/>
                <a:cs typeface="Arial" panose="020B0604020202020204" pitchFamily="34" charset="0"/>
              </a:rPr>
              <a:t> </a:t>
            </a:r>
            <a:r>
              <a:rPr lang="en-US" sz="1800" b="1" i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72 Brand" pitchFamily="34" charset="-122"/>
                <a:cs typeface="Arial" panose="020B0604020202020204" pitchFamily="34" charset="0"/>
              </a:rPr>
              <a:t>fikr</a:t>
            </a:r>
            <a:endParaRPr lang="en-US" sz="1800" i="1" noProof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" name="Text 27">
            <a:extLst>
              <a:ext uri="{FF2B5EF4-FFF2-40B4-BE49-F238E27FC236}">
                <a16:creationId xmlns:a16="http://schemas.microsoft.com/office/drawing/2014/main" id="{35EE10B4-8B3F-AD58-8DE6-4DB18750C909}"/>
              </a:ext>
            </a:extLst>
          </p:cNvPr>
          <p:cNvSpPr/>
          <p:nvPr/>
        </p:nvSpPr>
        <p:spPr>
          <a:xfrm>
            <a:off x="1133704" y="5850238"/>
            <a:ext cx="2884537" cy="2717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400" noProof="0">
                <a:solidFill>
                  <a:srgbClr val="000000"/>
                </a:solidFill>
                <a:latin typeface="Arial" panose="020B0604020202020204" pitchFamily="34" charset="0"/>
                <a:ea typeface="72 Brand" pitchFamily="34" charset="-122"/>
                <a:cs typeface="Arial" panose="020B0604020202020204" pitchFamily="34" charset="0"/>
              </a:rPr>
              <a:t>Wrap-up and next steps - 15 min</a:t>
            </a:r>
            <a:endParaRPr lang="en-US" sz="1400" noProof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216256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88A08E-03D8-25CF-563A-B717E6447D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4CA9AE-EC01-9A72-16C8-EE038C86D8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b="1" noProof="0">
                <a:solidFill>
                  <a:srgbClr val="000000"/>
                </a:solidFill>
                <a:latin typeface="Arial" panose="020B0604020202020204" pitchFamily="34" charset="0"/>
                <a:ea typeface="72 Brand" pitchFamily="34" charset="-122"/>
              </a:rPr>
              <a:t>Welcome! </a:t>
            </a:r>
            <a:br>
              <a:rPr lang="en-US" b="1" noProof="0">
                <a:solidFill>
                  <a:srgbClr val="000000"/>
                </a:solidFill>
                <a:latin typeface="Arial" panose="020B0604020202020204" pitchFamily="34" charset="0"/>
                <a:ea typeface="72 Brand" pitchFamily="34" charset="-122"/>
              </a:rPr>
            </a:br>
            <a:r>
              <a:rPr lang="en-US" b="1" i="1" noProof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72 Brand" pitchFamily="34" charset="-122"/>
              </a:rPr>
              <a:t>Xush</a:t>
            </a:r>
            <a:r>
              <a:rPr lang="en-US" b="1" i="1" noProof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72 Brand" pitchFamily="34" charset="-122"/>
              </a:rPr>
              <a:t> </a:t>
            </a:r>
            <a:r>
              <a:rPr lang="en-US" b="1" i="1" noProof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72 Brand" pitchFamily="34" charset="-122"/>
              </a:rPr>
              <a:t>kelibsiz</a:t>
            </a:r>
            <a:r>
              <a:rPr lang="en-US" b="1" i="1" noProof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72 Brand" pitchFamily="34" charset="-122"/>
              </a:rPr>
              <a:t>!</a:t>
            </a:r>
            <a:endParaRPr lang="en-US" i="1" noProof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</a:endParaRPr>
          </a:p>
        </p:txBody>
      </p:sp>
      <p:pic>
        <p:nvPicPr>
          <p:cNvPr id="7" name="Picture Placeholder 6">
            <a:extLst>
              <a:ext uri="{FF2B5EF4-FFF2-40B4-BE49-F238E27FC236}">
                <a16:creationId xmlns:a16="http://schemas.microsoft.com/office/drawing/2014/main" id="{004DFC8A-15A1-6445-4593-44113030569E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2"/>
          <a:srcRect l="76" r="76"/>
          <a:stretch>
            <a:fillRect/>
          </a:stretch>
        </p:blipFill>
        <p:spPr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65908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6B4B242-D7B5-32B7-AA25-5A2C08DFD0A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71728" y="2348662"/>
            <a:ext cx="11185200" cy="4509338"/>
          </a:xfrm>
        </p:spPr>
        <p:txBody>
          <a:bodyPr>
            <a:normAutofit/>
          </a:bodyPr>
          <a:lstStyle/>
          <a:p>
            <a:pPr algn="ctr"/>
            <a:r>
              <a:rPr lang="en-US" sz="3600" b="1" noProof="0" dirty="0"/>
              <a:t>2 options</a:t>
            </a:r>
            <a:br>
              <a:rPr lang="en-US" sz="3600" b="1" noProof="0" dirty="0"/>
            </a:br>
            <a:r>
              <a:rPr lang="en-US" sz="3600" b="1" noProof="0" dirty="0"/>
              <a:t>Choose which is more you</a:t>
            </a:r>
            <a:br>
              <a:rPr lang="en-US" sz="3600" b="1" noProof="0" dirty="0"/>
            </a:br>
            <a:br>
              <a:rPr lang="en-US" sz="3600" b="1" noProof="0" dirty="0"/>
            </a:br>
            <a:r>
              <a:rPr lang="en-US" sz="3600" b="1" i="1" noProof="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2 ta variant</a:t>
            </a:r>
            <a:br>
              <a:rPr lang="en-US" sz="3600" b="1" i="1" noProof="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</a:br>
            <a:r>
              <a:rPr lang="en-US" sz="3600" b="1" i="1" noProof="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O‘zingizga</a:t>
            </a:r>
            <a:r>
              <a:rPr lang="en-US" sz="3600" b="1" i="1" noProof="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 ko‘proq mos </a:t>
            </a:r>
            <a:r>
              <a:rPr lang="en-US" sz="3600" b="1" i="1" noProof="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keladigan</a:t>
            </a:r>
            <a:r>
              <a:rPr lang="en-US" sz="3600" b="1" i="1" noProof="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 </a:t>
            </a:r>
            <a:r>
              <a:rPr lang="en-US" sz="3600" b="1" i="1" noProof="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variantni</a:t>
            </a:r>
            <a:r>
              <a:rPr lang="en-US" sz="3600" b="1" i="1" noProof="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 </a:t>
            </a:r>
            <a:r>
              <a:rPr lang="en-US" sz="3600" b="1" i="1" noProof="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tanlang</a:t>
            </a:r>
            <a:r>
              <a:rPr lang="en-US" sz="3600" b="1" i="1" noProof="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CD9E014-6930-C089-DDAD-7037BA7314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7736" y="280002"/>
            <a:ext cx="11183174" cy="1477328"/>
          </a:xfrm>
        </p:spPr>
        <p:txBody>
          <a:bodyPr/>
          <a:lstStyle/>
          <a:p>
            <a:r>
              <a:rPr lang="en-US" sz="3600" b="1" noProof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Icebreaker : Rapid fire Fun </a:t>
            </a:r>
            <a:br>
              <a:rPr lang="en-US" sz="3600" b="1" noProof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3600" b="1" i="1" noProof="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Tanishuv</a:t>
            </a:r>
            <a:r>
              <a:rPr lang="en-US" sz="3600" b="1" i="1" noProof="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sz="3600" b="1" i="1" noProof="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Tezkor</a:t>
            </a:r>
            <a:r>
              <a:rPr lang="en-US" sz="3600" b="1" i="1" noProof="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va </a:t>
            </a:r>
            <a:r>
              <a:rPr lang="en-US" sz="3600" b="1" i="1" noProof="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qiziqarli</a:t>
            </a:r>
            <a:r>
              <a:rPr lang="en-US" sz="3600" b="1" i="1" noProof="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600" b="1" i="1" noProof="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savollar</a:t>
            </a:r>
            <a:br>
              <a:rPr lang="en-US" noProof="0" dirty="0"/>
            </a:br>
            <a:endParaRPr lang="en-US" noProof="0" dirty="0"/>
          </a:p>
        </p:txBody>
      </p:sp>
      <p:pic>
        <p:nvPicPr>
          <p:cNvPr id="5" name="Graphic 4" descr="Yoga with solid fill">
            <a:extLst>
              <a:ext uri="{FF2B5EF4-FFF2-40B4-BE49-F238E27FC236}">
                <a16:creationId xmlns:a16="http://schemas.microsoft.com/office/drawing/2014/main" id="{730886FD-A995-EEAF-8A21-56AAF32C051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65801" y="2168517"/>
            <a:ext cx="2298499" cy="2298499"/>
          </a:xfrm>
          <a:prstGeom prst="rect">
            <a:avLst/>
          </a:prstGeom>
        </p:spPr>
      </p:pic>
      <p:pic>
        <p:nvPicPr>
          <p:cNvPr id="6" name="Graphic 5" descr="Yoga with solid fill">
            <a:extLst>
              <a:ext uri="{FF2B5EF4-FFF2-40B4-BE49-F238E27FC236}">
                <a16:creationId xmlns:a16="http://schemas.microsoft.com/office/drawing/2014/main" id="{F0135EDC-F2E5-855E-0AF2-6C4B91DD021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463070" y="2168517"/>
            <a:ext cx="2298499" cy="22984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91265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28634DD-9C4C-BAE8-8B1F-E641FBE2E2F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04348" y="2875002"/>
            <a:ext cx="11186477" cy="553998"/>
          </a:xfrm>
        </p:spPr>
        <p:txBody>
          <a:bodyPr/>
          <a:lstStyle/>
          <a:p>
            <a:pPr marL="0" indent="0" algn="ctr">
              <a:buNone/>
            </a:pPr>
            <a:r>
              <a:rPr lang="en-US" sz="3600" b="1" noProof="0" dirty="0"/>
              <a:t>Morning or Evening person</a:t>
            </a:r>
          </a:p>
          <a:p>
            <a:pPr marL="0" indent="0" algn="ctr">
              <a:buNone/>
            </a:pPr>
            <a:r>
              <a:rPr lang="en-US" sz="3600" b="1" i="1" noProof="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Ertalabki</a:t>
            </a:r>
            <a:r>
              <a:rPr lang="en-US" sz="3600" b="1" i="1" noProof="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 yoki </a:t>
            </a:r>
            <a:r>
              <a:rPr lang="en-US" sz="3600" b="1" i="1" noProof="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kechki</a:t>
            </a:r>
            <a:r>
              <a:rPr lang="en-US" sz="3600" b="1" i="1" noProof="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 </a:t>
            </a:r>
            <a:r>
              <a:rPr lang="en-US" sz="3600" b="1" i="1" noProof="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paytni</a:t>
            </a:r>
            <a:r>
              <a:rPr lang="en-US" sz="3600" b="1" i="1" noProof="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 </a:t>
            </a:r>
            <a:r>
              <a:rPr lang="en-US" sz="3600" b="1" i="1" noProof="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afzal</a:t>
            </a:r>
            <a:r>
              <a:rPr lang="en-US" sz="3600" b="1" i="1" noProof="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 </a:t>
            </a:r>
            <a:r>
              <a:rPr lang="en-US" sz="3600" b="1" i="1" noProof="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ko‘radigan</a:t>
            </a:r>
            <a:r>
              <a:rPr lang="en-US" sz="3600" b="1" i="1" noProof="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 </a:t>
            </a:r>
            <a:r>
              <a:rPr lang="en-US" sz="3600" b="1" i="1" noProof="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inson</a:t>
            </a:r>
            <a:endParaRPr lang="en-US" sz="3600" b="1" i="1" noProof="0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pic>
        <p:nvPicPr>
          <p:cNvPr id="5" name="Graphic 4" descr="Moon and stars with solid fill">
            <a:extLst>
              <a:ext uri="{FF2B5EF4-FFF2-40B4-BE49-F238E27FC236}">
                <a16:creationId xmlns:a16="http://schemas.microsoft.com/office/drawing/2014/main" id="{E8ED90E5-2AE3-5B35-B6AE-5337BCE72A3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44224" y="1379321"/>
            <a:ext cx="2049679" cy="2049679"/>
          </a:xfrm>
          <a:prstGeom prst="rect">
            <a:avLst/>
          </a:prstGeom>
        </p:spPr>
      </p:pic>
      <p:pic>
        <p:nvPicPr>
          <p:cNvPr id="7" name="Graphic 6" descr="Dim (Medium Sun) with solid fill">
            <a:extLst>
              <a:ext uri="{FF2B5EF4-FFF2-40B4-BE49-F238E27FC236}">
                <a16:creationId xmlns:a16="http://schemas.microsoft.com/office/drawing/2014/main" id="{06D2BE03-718C-0171-AAB5-51ED4585E78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2703" y="1379321"/>
            <a:ext cx="2049679" cy="20496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78200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EF7524-845B-08DF-91BC-89D0220E14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7351080-25C2-841F-B842-FB0C9354F51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04348" y="2875002"/>
            <a:ext cx="11186477" cy="553998"/>
          </a:xfrm>
        </p:spPr>
        <p:txBody>
          <a:bodyPr/>
          <a:lstStyle/>
          <a:p>
            <a:pPr marL="0" indent="0" algn="ctr">
              <a:buNone/>
            </a:pPr>
            <a:r>
              <a:rPr lang="en-US" sz="3600" b="1" noProof="0" dirty="0"/>
              <a:t>Team sports or Gym on your own</a:t>
            </a:r>
          </a:p>
          <a:p>
            <a:pPr marL="0" indent="0" algn="ctr">
              <a:buNone/>
            </a:pPr>
            <a:r>
              <a:rPr lang="en-US" sz="3600" b="1" i="1" noProof="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Jamoaviy</a:t>
            </a:r>
            <a:r>
              <a:rPr lang="en-US" sz="3600" b="1" i="1" noProof="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 sport yoki sport </a:t>
            </a:r>
            <a:r>
              <a:rPr lang="en-US" sz="3600" b="1" i="1" noProof="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zalida</a:t>
            </a:r>
            <a:r>
              <a:rPr lang="en-US" sz="3600" b="1" i="1" noProof="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 </a:t>
            </a:r>
            <a:r>
              <a:rPr lang="en-US" sz="3600" b="1" i="1" noProof="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mustaqil</a:t>
            </a:r>
            <a:r>
              <a:rPr lang="en-US" sz="3600" b="1" i="1" noProof="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 </a:t>
            </a:r>
            <a:r>
              <a:rPr lang="en-US" sz="3600" b="1" i="1" noProof="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shug‘ullanish</a:t>
            </a:r>
            <a:endParaRPr lang="en-US" sz="3600" b="1" i="1" noProof="0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pic>
        <p:nvPicPr>
          <p:cNvPr id="4" name="Graphic 3" descr="Elliptical with solid fill">
            <a:extLst>
              <a:ext uri="{FF2B5EF4-FFF2-40B4-BE49-F238E27FC236}">
                <a16:creationId xmlns:a16="http://schemas.microsoft.com/office/drawing/2014/main" id="{68263DFC-B4A7-F09B-50ED-BE777136C10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786795" y="1419581"/>
            <a:ext cx="1455421" cy="1455421"/>
          </a:xfrm>
          <a:prstGeom prst="rect">
            <a:avLst/>
          </a:prstGeom>
        </p:spPr>
      </p:pic>
      <p:pic>
        <p:nvPicPr>
          <p:cNvPr id="6" name="Graphic 5" descr="Group with solid fill">
            <a:extLst>
              <a:ext uri="{FF2B5EF4-FFF2-40B4-BE49-F238E27FC236}">
                <a16:creationId xmlns:a16="http://schemas.microsoft.com/office/drawing/2014/main" id="{F1547F93-01B1-BBC7-2B10-ED4263562F3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71594" y="1189611"/>
            <a:ext cx="2065855" cy="20658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92286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64CF24-B2C7-9DD8-F594-6EAD4A11A0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D0C2D10-5407-0D7E-C69D-345F932C294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04348" y="2875002"/>
            <a:ext cx="11186477" cy="553998"/>
          </a:xfrm>
        </p:spPr>
        <p:txBody>
          <a:bodyPr/>
          <a:lstStyle/>
          <a:p>
            <a:pPr marL="0" indent="0" algn="ctr">
              <a:buNone/>
            </a:pPr>
            <a:r>
              <a:rPr lang="en-US" sz="3600" b="1" noProof="0" dirty="0"/>
              <a:t>Coffee or Tea</a:t>
            </a:r>
          </a:p>
          <a:p>
            <a:pPr marL="0" indent="0" algn="ctr">
              <a:buNone/>
            </a:pPr>
            <a:r>
              <a:rPr lang="en-US" sz="3600" b="1" i="1" noProof="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Qahva</a:t>
            </a:r>
            <a:r>
              <a:rPr lang="en-US" sz="3600" b="1" i="1" noProof="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 yoki choy</a:t>
            </a:r>
          </a:p>
        </p:txBody>
      </p:sp>
      <p:pic>
        <p:nvPicPr>
          <p:cNvPr id="4" name="Graphic 3" descr="Tea with solid fill">
            <a:extLst>
              <a:ext uri="{FF2B5EF4-FFF2-40B4-BE49-F238E27FC236}">
                <a16:creationId xmlns:a16="http://schemas.microsoft.com/office/drawing/2014/main" id="{9F934898-D6ED-2949-A2C1-35AAB1AC5A7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238338" y="1094650"/>
            <a:ext cx="2057351" cy="2057351"/>
          </a:xfrm>
          <a:prstGeom prst="rect">
            <a:avLst/>
          </a:prstGeom>
        </p:spPr>
      </p:pic>
      <p:pic>
        <p:nvPicPr>
          <p:cNvPr id="6" name="Graphic 5" descr="Coffee with solid fill">
            <a:extLst>
              <a:ext uri="{FF2B5EF4-FFF2-40B4-BE49-F238E27FC236}">
                <a16:creationId xmlns:a16="http://schemas.microsoft.com/office/drawing/2014/main" id="{935BCD45-7219-A155-419D-AF54A16A0F1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157967" y="1206320"/>
            <a:ext cx="1798871" cy="1798871"/>
          </a:xfrm>
          <a:prstGeom prst="rect">
            <a:avLst/>
          </a:prstGeom>
        </p:spPr>
      </p:pic>
      <p:pic>
        <p:nvPicPr>
          <p:cNvPr id="8" name="Graphic 7" descr="Coffee Beans with solid fill">
            <a:extLst>
              <a:ext uri="{FF2B5EF4-FFF2-40B4-BE49-F238E27FC236}">
                <a16:creationId xmlns:a16="http://schemas.microsoft.com/office/drawing/2014/main" id="{A27BC7F7-95F8-78D1-05A5-0FCC4A96C10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74325" y="1358959"/>
            <a:ext cx="1251735" cy="12517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78750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CA36B2-4B78-D9D9-D848-9919D029D3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565B468-4953-BC66-21EE-3507152F1D7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04348" y="2875002"/>
            <a:ext cx="11186477" cy="553998"/>
          </a:xfrm>
        </p:spPr>
        <p:txBody>
          <a:bodyPr/>
          <a:lstStyle/>
          <a:p>
            <a:pPr marL="0" indent="0" algn="ctr">
              <a:buNone/>
            </a:pPr>
            <a:r>
              <a:rPr lang="en-US" sz="3600" b="1" noProof="0" dirty="0"/>
              <a:t>Telegram or Instagram</a:t>
            </a:r>
          </a:p>
          <a:p>
            <a:pPr marL="0" indent="0" algn="ctr">
              <a:buNone/>
            </a:pPr>
            <a:r>
              <a:rPr lang="en-US" sz="3600" b="1" i="1" noProof="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Telegram yoki Instagram</a:t>
            </a:r>
          </a:p>
        </p:txBody>
      </p:sp>
      <p:pic>
        <p:nvPicPr>
          <p:cNvPr id="6" name="Graphic 5" descr="Chat with solid fill">
            <a:extLst>
              <a:ext uri="{FF2B5EF4-FFF2-40B4-BE49-F238E27FC236}">
                <a16:creationId xmlns:a16="http://schemas.microsoft.com/office/drawing/2014/main" id="{6233E4F1-F126-90F9-BB69-D16C1F691F2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29962" y="1403306"/>
            <a:ext cx="1828255" cy="1828255"/>
          </a:xfrm>
          <a:prstGeom prst="rect">
            <a:avLst/>
          </a:prstGeom>
        </p:spPr>
      </p:pic>
      <p:pic>
        <p:nvPicPr>
          <p:cNvPr id="5" name="Graphic 4" descr="Image with solid fill">
            <a:extLst>
              <a:ext uri="{FF2B5EF4-FFF2-40B4-BE49-F238E27FC236}">
                <a16:creationId xmlns:a16="http://schemas.microsoft.com/office/drawing/2014/main" id="{34282A7C-6EF2-0255-DA1C-A94107B91BB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946239" y="1492549"/>
            <a:ext cx="1508974" cy="1508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63744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4EE928-6290-9E02-2D91-C7DF3E37CE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A0A0216-28BA-81D8-61D6-37338E70B75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04348" y="2875002"/>
            <a:ext cx="11186477" cy="553998"/>
          </a:xfrm>
        </p:spPr>
        <p:txBody>
          <a:bodyPr/>
          <a:lstStyle/>
          <a:p>
            <a:pPr marL="0" indent="0" algn="ctr">
              <a:buNone/>
            </a:pPr>
            <a:r>
              <a:rPr lang="en-US" sz="3600" b="1" noProof="0" dirty="0"/>
              <a:t>Cats or Dogs</a:t>
            </a:r>
          </a:p>
          <a:p>
            <a:pPr algn="ctr" fontAlgn="t">
              <a:lnSpc>
                <a:spcPct val="100000"/>
              </a:lnSpc>
              <a:buNone/>
            </a:pPr>
            <a:r>
              <a:rPr lang="en-US" sz="3600" b="1" i="1" noProof="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Mushuklar</a:t>
            </a:r>
            <a:r>
              <a:rPr lang="en-US" sz="3600" b="1" i="1" noProof="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 yoki </a:t>
            </a:r>
            <a:r>
              <a:rPr lang="en-US" sz="3600" b="1" i="1" noProof="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itlar</a:t>
            </a:r>
            <a:endParaRPr lang="en-US" sz="3600" b="1" i="1" noProof="0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pic>
        <p:nvPicPr>
          <p:cNvPr id="4" name="Graphic 3" descr="Puppy with solid fill">
            <a:extLst>
              <a:ext uri="{FF2B5EF4-FFF2-40B4-BE49-F238E27FC236}">
                <a16:creationId xmlns:a16="http://schemas.microsoft.com/office/drawing/2014/main" id="{5EBDA69A-46D1-39B9-6AA3-C5A98EC280F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697023" y="1297197"/>
            <a:ext cx="1979584" cy="1979584"/>
          </a:xfrm>
          <a:prstGeom prst="rect">
            <a:avLst/>
          </a:prstGeom>
        </p:spPr>
      </p:pic>
      <p:pic>
        <p:nvPicPr>
          <p:cNvPr id="6" name="Graphic 5" descr="Cat with solid fill">
            <a:extLst>
              <a:ext uri="{FF2B5EF4-FFF2-40B4-BE49-F238E27FC236}">
                <a16:creationId xmlns:a16="http://schemas.microsoft.com/office/drawing/2014/main" id="{6BFBB94B-A8FF-313F-000C-8A8DF838A20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518568" y="1558825"/>
            <a:ext cx="1552435" cy="15524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63199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B9DC6C-1FAC-097B-5091-975D3A587D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45B7F79-223D-C0D3-0C81-6E1C7C1A263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04348" y="2875002"/>
            <a:ext cx="11186477" cy="553998"/>
          </a:xfrm>
        </p:spPr>
        <p:txBody>
          <a:bodyPr/>
          <a:lstStyle/>
          <a:p>
            <a:pPr marL="0" indent="0" algn="ctr">
              <a:buNone/>
            </a:pPr>
            <a:r>
              <a:rPr lang="en-US" sz="3600" b="1" noProof="0" dirty="0"/>
              <a:t>Camping or Hotel</a:t>
            </a:r>
          </a:p>
          <a:p>
            <a:pPr marL="0" indent="0" algn="ctr">
              <a:buNone/>
            </a:pPr>
            <a:r>
              <a:rPr lang="en-US" sz="3600" b="1" i="1" noProof="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Kemping</a:t>
            </a:r>
            <a:r>
              <a:rPr lang="en-US" sz="3600" b="1" i="1" noProof="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 yoki </a:t>
            </a:r>
            <a:r>
              <a:rPr lang="en-US" sz="3600" b="1" i="1" noProof="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mehmonxona</a:t>
            </a:r>
            <a:endParaRPr lang="en-US" sz="3600" b="1" i="1" noProof="0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pic>
        <p:nvPicPr>
          <p:cNvPr id="6" name="Graphic 5" descr="Teepee with solid fill">
            <a:extLst>
              <a:ext uri="{FF2B5EF4-FFF2-40B4-BE49-F238E27FC236}">
                <a16:creationId xmlns:a16="http://schemas.microsoft.com/office/drawing/2014/main" id="{87327581-2B60-49F9-9681-877B057FA04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42538" y="1207494"/>
            <a:ext cx="1909312" cy="1909312"/>
          </a:xfrm>
          <a:prstGeom prst="rect">
            <a:avLst/>
          </a:prstGeom>
        </p:spPr>
      </p:pic>
      <p:pic>
        <p:nvPicPr>
          <p:cNvPr id="7" name="Graphic 6" descr="Hotel Bell with solid fill">
            <a:extLst>
              <a:ext uri="{FF2B5EF4-FFF2-40B4-BE49-F238E27FC236}">
                <a16:creationId xmlns:a16="http://schemas.microsoft.com/office/drawing/2014/main" id="{46B0C9D3-D9E2-92FA-A8D0-0B6E9ED4E46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142046" y="1516015"/>
            <a:ext cx="804187" cy="804187"/>
          </a:xfrm>
          <a:prstGeom prst="rect">
            <a:avLst/>
          </a:prstGeom>
        </p:spPr>
      </p:pic>
      <p:pic>
        <p:nvPicPr>
          <p:cNvPr id="10" name="Graphic 9" descr="Sleep with solid fill">
            <a:extLst>
              <a:ext uri="{FF2B5EF4-FFF2-40B4-BE49-F238E27FC236}">
                <a16:creationId xmlns:a16="http://schemas.microsoft.com/office/drawing/2014/main" id="{4BCAF6ED-B3DF-CE03-5AA6-120E1ED90AC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016665" y="1424951"/>
            <a:ext cx="1593826" cy="15938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10029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0ADE43-FB51-DC43-016B-E4FF629311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7B0FF20-B2D4-FE36-C252-B965BF72D24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04348" y="2875002"/>
            <a:ext cx="11186477" cy="553998"/>
          </a:xfrm>
        </p:spPr>
        <p:txBody>
          <a:bodyPr/>
          <a:lstStyle/>
          <a:p>
            <a:pPr marL="0" indent="0" algn="ctr">
              <a:buNone/>
            </a:pPr>
            <a:r>
              <a:rPr lang="en-US" sz="3600" b="1" noProof="0" dirty="0"/>
              <a:t>Beach or Snow holidays</a:t>
            </a:r>
          </a:p>
          <a:p>
            <a:pPr marL="0" indent="0" algn="ctr">
              <a:buNone/>
            </a:pPr>
            <a:r>
              <a:rPr lang="en-US" sz="3600" b="1" i="1" noProof="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Sohilda</a:t>
            </a:r>
            <a:r>
              <a:rPr lang="en-US" sz="3600" b="1" i="1" noProof="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 yoki </a:t>
            </a:r>
            <a:r>
              <a:rPr lang="en-US" sz="3600" b="1" i="1" noProof="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qorli</a:t>
            </a:r>
            <a:r>
              <a:rPr lang="en-US" sz="3600" b="1" i="1" noProof="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 </a:t>
            </a:r>
            <a:r>
              <a:rPr lang="en-US" sz="3600" b="1" i="1" noProof="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joylarda</a:t>
            </a:r>
            <a:r>
              <a:rPr lang="en-US" sz="3600" b="1" i="1" noProof="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 dam olish</a:t>
            </a:r>
          </a:p>
        </p:txBody>
      </p:sp>
      <p:pic>
        <p:nvPicPr>
          <p:cNvPr id="4" name="Graphic 3" descr="Flip Flops with solid fill">
            <a:extLst>
              <a:ext uri="{FF2B5EF4-FFF2-40B4-BE49-F238E27FC236}">
                <a16:creationId xmlns:a16="http://schemas.microsoft.com/office/drawing/2014/main" id="{B1B88866-76FA-B863-675A-89091B4D41E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48411" y="2710395"/>
            <a:ext cx="1437210" cy="1437210"/>
          </a:xfrm>
          <a:prstGeom prst="rect">
            <a:avLst/>
          </a:prstGeom>
        </p:spPr>
      </p:pic>
      <p:pic>
        <p:nvPicPr>
          <p:cNvPr id="6" name="Graphic 5" descr="Mittens with solid fill">
            <a:extLst>
              <a:ext uri="{FF2B5EF4-FFF2-40B4-BE49-F238E27FC236}">
                <a16:creationId xmlns:a16="http://schemas.microsoft.com/office/drawing/2014/main" id="{BE1F739A-6C7D-7E53-6C72-A91C0798335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253615" y="2710395"/>
            <a:ext cx="1437210" cy="1437210"/>
          </a:xfrm>
          <a:prstGeom prst="rect">
            <a:avLst/>
          </a:prstGeom>
        </p:spPr>
      </p:pic>
      <p:pic>
        <p:nvPicPr>
          <p:cNvPr id="8" name="Graphic 7" descr="Snowflake with solid fill">
            <a:extLst>
              <a:ext uri="{FF2B5EF4-FFF2-40B4-BE49-F238E27FC236}">
                <a16:creationId xmlns:a16="http://schemas.microsoft.com/office/drawing/2014/main" id="{093D386D-5ADE-80E5-1A91-D1A0DFD1788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330859" y="1437792"/>
            <a:ext cx="1437210" cy="1437210"/>
          </a:xfrm>
          <a:prstGeom prst="rect">
            <a:avLst/>
          </a:prstGeom>
        </p:spPr>
      </p:pic>
      <p:pic>
        <p:nvPicPr>
          <p:cNvPr id="10" name="Graphic 9" descr="Wave with solid fill">
            <a:extLst>
              <a:ext uri="{FF2B5EF4-FFF2-40B4-BE49-F238E27FC236}">
                <a16:creationId xmlns:a16="http://schemas.microsoft.com/office/drawing/2014/main" id="{0252F0C1-6B46-D402-2768-B022D52F91D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467016" y="1437792"/>
            <a:ext cx="1437210" cy="14372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36940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4A38074-0554-18BB-3852-DE81D7F60BE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17735" y="1108166"/>
            <a:ext cx="11185200" cy="4509338"/>
          </a:xfrm>
        </p:spPr>
        <p:txBody>
          <a:bodyPr>
            <a:normAutofit fontScale="77500" lnSpcReduction="20000"/>
          </a:bodyPr>
          <a:lstStyle/>
          <a:p>
            <a:pPr algn="ctr"/>
            <a:r>
              <a:rPr lang="en-US" sz="3600" b="1" noProof="0" dirty="0">
                <a:solidFill>
                  <a:srgbClr val="0070C0"/>
                </a:solidFill>
              </a:rPr>
              <a:t>“At some point we all belong in the same group, we all have similarities, even when in other aspects we are different. </a:t>
            </a:r>
            <a:br>
              <a:rPr lang="en-US" sz="3600" b="1" noProof="0" dirty="0">
                <a:solidFill>
                  <a:srgbClr val="0070C0"/>
                </a:solidFill>
              </a:rPr>
            </a:br>
            <a:br>
              <a:rPr lang="en-US" sz="3600" b="1" noProof="0" dirty="0">
                <a:solidFill>
                  <a:srgbClr val="0070C0"/>
                </a:solidFill>
              </a:rPr>
            </a:br>
            <a:r>
              <a:rPr lang="en-US" sz="3600" b="1" noProof="0" dirty="0">
                <a:solidFill>
                  <a:srgbClr val="0070C0"/>
                </a:solidFill>
              </a:rPr>
              <a:t>This unity will help us drive the amazing ZIYO APP!”</a:t>
            </a:r>
          </a:p>
          <a:p>
            <a:pPr algn="ctr" fontAlgn="t"/>
            <a:r>
              <a:rPr lang="en-US" sz="3600" b="1" i="1" noProof="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“</a:t>
            </a:r>
            <a:r>
              <a:rPr lang="en-US" sz="3600" b="1" i="1" noProof="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Qaysidir</a:t>
            </a:r>
            <a:r>
              <a:rPr lang="en-US" sz="3600" b="1" i="1" noProof="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 </a:t>
            </a:r>
            <a:r>
              <a:rPr lang="en-US" sz="3600" b="1" i="1" noProof="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ma’noda</a:t>
            </a:r>
            <a:r>
              <a:rPr lang="en-US" sz="3600" b="1" i="1" noProof="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 </a:t>
            </a:r>
            <a:r>
              <a:rPr lang="en-US" sz="3600" b="1" i="1" noProof="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barchamiz</a:t>
            </a:r>
            <a:r>
              <a:rPr lang="en-US" sz="3600" b="1" i="1" noProof="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 bir </a:t>
            </a:r>
            <a:r>
              <a:rPr lang="en-US" sz="3600" b="1" i="1" noProof="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guruhga</a:t>
            </a:r>
            <a:r>
              <a:rPr lang="en-US" sz="3600" b="1" i="1" noProof="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 </a:t>
            </a:r>
            <a:r>
              <a:rPr lang="en-US" sz="3600" b="1" i="1" noProof="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mansubmiz</a:t>
            </a:r>
            <a:r>
              <a:rPr lang="en-US" sz="3600" b="1" i="1" noProof="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. </a:t>
            </a:r>
            <a:r>
              <a:rPr lang="en-US" sz="3600" b="1" i="1" noProof="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Boshqa</a:t>
            </a:r>
            <a:r>
              <a:rPr lang="en-US" sz="3600" b="1" i="1" noProof="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 </a:t>
            </a:r>
            <a:r>
              <a:rPr lang="en-US" sz="3600" b="1" i="1" noProof="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jihatlardan</a:t>
            </a:r>
            <a:r>
              <a:rPr lang="en-US" sz="3600" b="1" i="1" noProof="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 </a:t>
            </a:r>
            <a:r>
              <a:rPr lang="en-US" sz="3600" b="1" i="1" noProof="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farq</a:t>
            </a:r>
            <a:r>
              <a:rPr lang="en-US" sz="3600" b="1" i="1" noProof="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 </a:t>
            </a:r>
            <a:r>
              <a:rPr lang="en-US" sz="3600" b="1" i="1" noProof="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qilsak</a:t>
            </a:r>
            <a:r>
              <a:rPr lang="en-US" sz="3600" b="1" i="1" noProof="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 ham, </a:t>
            </a:r>
            <a:r>
              <a:rPr lang="en-US" sz="3600" b="1" i="1" noProof="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barchamizni</a:t>
            </a:r>
            <a:r>
              <a:rPr lang="en-US" sz="3600" b="1" i="1" noProof="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 </a:t>
            </a:r>
            <a:r>
              <a:rPr lang="en-US" sz="3600" b="1" i="1" noProof="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birlashtiradigan</a:t>
            </a:r>
            <a:r>
              <a:rPr lang="en-US" sz="3600" b="1" i="1" noProof="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 </a:t>
            </a:r>
            <a:r>
              <a:rPr lang="en-US" sz="3600" b="1" i="1" noProof="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o‘xshashliklarimiz</a:t>
            </a:r>
            <a:r>
              <a:rPr lang="en-US" sz="3600" b="1" i="1" noProof="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 bor.</a:t>
            </a:r>
          </a:p>
          <a:p>
            <a:pPr algn="ctr" fontAlgn="t"/>
            <a:r>
              <a:rPr lang="en-US" sz="3600" b="1" i="1" noProof="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Bu </a:t>
            </a:r>
            <a:r>
              <a:rPr lang="en-US" sz="3600" b="1" i="1" noProof="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birdamlik</a:t>
            </a:r>
            <a:r>
              <a:rPr lang="en-US" sz="3600" b="1" i="1" noProof="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 </a:t>
            </a:r>
            <a:r>
              <a:rPr lang="en-US" sz="3600" b="1" i="1" noProof="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ajoyib</a:t>
            </a:r>
            <a:r>
              <a:rPr lang="en-US" sz="3600" b="1" i="1" noProof="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 ZIYO </a:t>
            </a:r>
            <a:r>
              <a:rPr lang="en-US" sz="3600" b="1" i="1" noProof="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APP’ni</a:t>
            </a:r>
            <a:r>
              <a:rPr lang="en-US" sz="3600" b="1" i="1" noProof="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 </a:t>
            </a:r>
            <a:r>
              <a:rPr lang="en-US" sz="3600" b="1" i="1" noProof="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yanada</a:t>
            </a:r>
            <a:r>
              <a:rPr lang="en-US" sz="3600" b="1" i="1" noProof="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 </a:t>
            </a:r>
            <a:r>
              <a:rPr lang="en-US" sz="3600" b="1" i="1" noProof="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rivojlantirishimizga</a:t>
            </a:r>
            <a:r>
              <a:rPr lang="en-US" sz="3600" b="1" i="1" noProof="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 </a:t>
            </a:r>
            <a:r>
              <a:rPr lang="en-US" sz="3600" b="1" i="1" noProof="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yordam</a:t>
            </a:r>
            <a:r>
              <a:rPr lang="en-US" sz="3600" b="1" i="1" noProof="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 </a:t>
            </a:r>
            <a:r>
              <a:rPr lang="en-US" sz="3600" b="1" i="1" noProof="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beradi</a:t>
            </a:r>
            <a:r>
              <a:rPr lang="en-US" sz="3600" b="1" i="1" noProof="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!”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98E4F0E-081F-EF86-ADB7-2076395420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227" y="492788"/>
            <a:ext cx="11183174" cy="369332"/>
          </a:xfrm>
        </p:spPr>
        <p:txBody>
          <a:bodyPr/>
          <a:lstStyle/>
          <a:p>
            <a:r>
              <a:rPr lang="en-US" noProof="0"/>
              <a:t>Conclusion - </a:t>
            </a:r>
            <a:r>
              <a:rPr lang="en-US" b="1" i="1" noProof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Xulosa</a:t>
            </a:r>
            <a:r>
              <a:rPr lang="en-US" noProof="0"/>
              <a:t>:</a:t>
            </a:r>
          </a:p>
        </p:txBody>
      </p:sp>
      <p:pic>
        <p:nvPicPr>
          <p:cNvPr id="5" name="Graphic 4" descr="Handshake with solid fill">
            <a:extLst>
              <a:ext uri="{FF2B5EF4-FFF2-40B4-BE49-F238E27FC236}">
                <a16:creationId xmlns:a16="http://schemas.microsoft.com/office/drawing/2014/main" id="{6B12BE97-17D0-4DEF-75B6-86CC3A80803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214154" y="5218464"/>
            <a:ext cx="1732985" cy="17329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078518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E84ABC-E5A4-A832-4C21-19D3F3AEF9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87D71A-FD15-8BA7-52F6-4BA542B93F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b="1" noProof="0" dirty="0">
                <a:solidFill>
                  <a:srgbClr val="000000"/>
                </a:solidFill>
                <a:latin typeface="Arial" panose="020B0604020202020204" pitchFamily="34" charset="0"/>
                <a:ea typeface="72 Brand" pitchFamily="34" charset="-122"/>
              </a:rPr>
              <a:t>Vision </a:t>
            </a:r>
            <a:br>
              <a:rPr lang="en-US" b="1" noProof="0" dirty="0">
                <a:solidFill>
                  <a:srgbClr val="000000"/>
                </a:solidFill>
                <a:latin typeface="Arial" panose="020B0604020202020204" pitchFamily="34" charset="0"/>
                <a:ea typeface="72 Brand" pitchFamily="34" charset="-122"/>
              </a:rPr>
            </a:br>
            <a:r>
              <a:rPr lang="en-US" b="1" i="1" noProof="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72 Brand" pitchFamily="34" charset="-122"/>
              </a:rPr>
              <a:t>Tasavvur</a:t>
            </a:r>
            <a:endParaRPr lang="en-US" i="1" noProof="0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</a:endParaRPr>
          </a:p>
        </p:txBody>
      </p:sp>
      <p:pic>
        <p:nvPicPr>
          <p:cNvPr id="5" name="Picture Placeholder 4">
            <a:extLst>
              <a:ext uri="{FF2B5EF4-FFF2-40B4-BE49-F238E27FC236}">
                <a16:creationId xmlns:a16="http://schemas.microsoft.com/office/drawing/2014/main" id="{5002BB5E-304B-35BF-CEFF-675000521FBB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2"/>
          <a:srcRect b="12322"/>
          <a:stretch>
            <a:fillRect/>
          </a:stretch>
        </p:blipFill>
        <p:spPr>
          <a:xfrm>
            <a:off x="5969000" y="0"/>
            <a:ext cx="622617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165669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B6343B-268E-9B5F-0B9E-3A4C7974F5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E8360E-D8F0-2E3C-EA6D-B0634BF20B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b="1" noProof="0">
                <a:solidFill>
                  <a:srgbClr val="000000"/>
                </a:solidFill>
                <a:latin typeface="Arial" panose="020B0604020202020204" pitchFamily="34" charset="0"/>
                <a:ea typeface="72 Brand" pitchFamily="34" charset="-122"/>
              </a:rPr>
              <a:t>Personas </a:t>
            </a:r>
            <a:br>
              <a:rPr lang="en-US" b="1" noProof="0">
                <a:solidFill>
                  <a:srgbClr val="000000"/>
                </a:solidFill>
                <a:latin typeface="Arial" panose="020B0604020202020204" pitchFamily="34" charset="0"/>
                <a:ea typeface="72 Brand" pitchFamily="34" charset="-122"/>
              </a:rPr>
            </a:br>
            <a:r>
              <a:rPr lang="en-US" b="1" i="1" noProof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72 Brand" pitchFamily="34" charset="-122"/>
              </a:rPr>
              <a:t>Odamlar</a:t>
            </a:r>
            <a:endParaRPr lang="en-US" noProof="0"/>
          </a:p>
        </p:txBody>
      </p:sp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C2505C26-33A7-104F-2B41-E052FF0A9AC4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2"/>
          <a:srcRect t="19021" b="19021"/>
          <a:stretch>
            <a:fillRect/>
          </a:stretch>
        </p:blipFill>
        <p:spPr bwMode="black"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984532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517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3" name="TextBox 2"/>
          <p:cNvSpPr txBox="1"/>
          <p:nvPr/>
        </p:nvSpPr>
        <p:spPr>
          <a:xfrm>
            <a:off x="411480" y="274320"/>
            <a:ext cx="640080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lang="en-US" sz="1100" b="1" i="0" noProof="0">
                <a:solidFill>
                  <a:srgbClr val="E76500"/>
                </a:solidFill>
                <a:latin typeface="72 Brand Medium"/>
              </a:rPr>
              <a:t>END USER PERSONA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94960" y="301752"/>
            <a:ext cx="6382512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lang="en-US" sz="900" b="0" i="0" noProof="0">
                <a:solidFill>
                  <a:srgbClr val="5B6670"/>
                </a:solidFill>
                <a:latin typeface="72 Brand"/>
              </a:rPr>
              <a:t>Ziyo Forum  ·  Discovery Research  ·  October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676656"/>
            <a:ext cx="11365992" cy="18288"/>
          </a:xfrm>
          <a:prstGeom prst="rect">
            <a:avLst/>
          </a:prstGeom>
          <a:solidFill>
            <a:srgbClr val="DDE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6" name="Rounded Rectangle 5"/>
          <p:cNvSpPr/>
          <p:nvPr/>
        </p:nvSpPr>
        <p:spPr>
          <a:xfrm>
            <a:off x="411480" y="841248"/>
            <a:ext cx="3246120" cy="5596128"/>
          </a:xfrm>
          <a:prstGeom prst="roundRect">
            <a:avLst>
              <a:gd name="adj" fmla="val 3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7" name="Oval 6"/>
          <p:cNvSpPr/>
          <p:nvPr/>
        </p:nvSpPr>
        <p:spPr>
          <a:xfrm>
            <a:off x="1577339" y="1005840"/>
            <a:ext cx="914400" cy="914400"/>
          </a:xfrm>
          <a:prstGeom prst="ellipse">
            <a:avLst/>
          </a:prstGeom>
          <a:solidFill>
            <a:srgbClr val="007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8" name="TextBox 7"/>
          <p:cNvSpPr txBox="1"/>
          <p:nvPr/>
        </p:nvSpPr>
        <p:spPr>
          <a:xfrm>
            <a:off x="1577339" y="1278374"/>
            <a:ext cx="9144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lang="en-US" sz="2400" b="1" i="0" noProof="0">
                <a:solidFill>
                  <a:srgbClr val="FFFFFF"/>
                </a:solidFill>
                <a:latin typeface="72 Brand Medium"/>
              </a:rPr>
              <a:t>KE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975104"/>
            <a:ext cx="3063239" cy="2539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lang="en-US" sz="1650" b="1" noProof="0">
                <a:solidFill>
                  <a:srgbClr val="22252A"/>
                </a:solidFill>
                <a:latin typeface="72 Brand Medium"/>
              </a:rPr>
              <a:t>Doston Toshmatov</a:t>
            </a:r>
            <a:endParaRPr lang="en-US" sz="1650" b="1" i="0" noProof="0">
              <a:solidFill>
                <a:srgbClr val="22252A"/>
              </a:solidFill>
              <a:latin typeface="72 Brand Medium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48640" y="2322576"/>
            <a:ext cx="2971800" cy="28135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950" b="0" i="0" noProof="0">
                <a:solidFill>
                  <a:srgbClr val="5B6670"/>
                </a:solidFill>
                <a:latin typeface="72 Brand"/>
              </a:rPr>
              <a:t>3rd-Year IT Student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50" b="0" i="0" noProof="0">
                <a:solidFill>
                  <a:srgbClr val="5B6670"/>
                </a:solidFill>
                <a:latin typeface="72 Brand"/>
              </a:rPr>
              <a:t>Tashkent State Technical University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2670048"/>
            <a:ext cx="2697479" cy="13716"/>
          </a:xfrm>
          <a:prstGeom prst="rect">
            <a:avLst/>
          </a:prstGeom>
          <a:solidFill>
            <a:srgbClr val="DDE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12" name="TextBox 11"/>
          <p:cNvSpPr txBox="1"/>
          <p:nvPr/>
        </p:nvSpPr>
        <p:spPr>
          <a:xfrm>
            <a:off x="612648" y="2761488"/>
            <a:ext cx="2880360" cy="2585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750" b="1" i="0" noProof="0">
                <a:solidFill>
                  <a:srgbClr val="E76500"/>
                </a:solidFill>
                <a:latin typeface="72 Brand Medium"/>
              </a:rPr>
              <a:t>AGE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930" b="0" i="0" noProof="0">
                <a:solidFill>
                  <a:srgbClr val="22252A"/>
                </a:solidFill>
                <a:latin typeface="72 Brand"/>
              </a:rPr>
              <a:t>21 years old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" y="3163824"/>
            <a:ext cx="2880360" cy="2585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750" b="1" i="0" noProof="0">
                <a:solidFill>
                  <a:srgbClr val="E76500"/>
                </a:solidFill>
                <a:latin typeface="72 Brand Medium"/>
              </a:rPr>
              <a:t>LOCATION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930" b="0" i="0" noProof="0">
                <a:solidFill>
                  <a:srgbClr val="22252A"/>
                </a:solidFill>
                <a:latin typeface="72 Brand"/>
              </a:rPr>
              <a:t>Tashkent, Uzbekistan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" y="3566160"/>
            <a:ext cx="2880360" cy="2585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750" b="1" i="0" noProof="0">
                <a:solidFill>
                  <a:srgbClr val="E76500"/>
                </a:solidFill>
                <a:latin typeface="72 Brand Medium"/>
              </a:rPr>
              <a:t>EDUCATION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930" b="0" i="0" noProof="0">
                <a:solidFill>
                  <a:srgbClr val="22252A"/>
                </a:solidFill>
                <a:latin typeface="72 Brand"/>
              </a:rPr>
              <a:t>BSc Computer Science (Year 3 of 4)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8" y="3968496"/>
            <a:ext cx="2880360" cy="2585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750" b="1" i="0" noProof="0">
                <a:solidFill>
                  <a:srgbClr val="E76500"/>
                </a:solidFill>
                <a:latin typeface="72 Brand Medium"/>
              </a:rPr>
              <a:t>STATUS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930" b="0" i="0" noProof="0">
                <a:solidFill>
                  <a:srgbClr val="22252A"/>
                </a:solidFill>
                <a:latin typeface="72 Brand"/>
              </a:rPr>
              <a:t>Single, lives with family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" y="4370832"/>
            <a:ext cx="2880360" cy="2585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750" b="1" i="0" noProof="0">
                <a:solidFill>
                  <a:srgbClr val="E76500"/>
                </a:solidFill>
                <a:latin typeface="72 Brand Medium"/>
              </a:rPr>
              <a:t>EXPERIENCE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930" b="0" i="0" noProof="0">
                <a:solidFill>
                  <a:srgbClr val="22252A"/>
                </a:solidFill>
                <a:latin typeface="72 Brand"/>
              </a:rPr>
              <a:t>1 freelance project (3 months)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8" y="4791456"/>
            <a:ext cx="2880360" cy="1154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lang="en-US" sz="750" b="1" i="0" noProof="0">
                <a:solidFill>
                  <a:srgbClr val="0070F2"/>
                </a:solidFill>
                <a:latin typeface="72 Brand Medium"/>
              </a:rPr>
              <a:t>INTERESTS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2648" y="5010912"/>
            <a:ext cx="876909" cy="219456"/>
          </a:xfrm>
          <a:prstGeom prst="roundRect">
            <a:avLst>
              <a:gd name="adj" fmla="val 50000"/>
            </a:avLst>
          </a:prstGeom>
          <a:solidFill>
            <a:srgbClr val="D1E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19" name="TextBox 18"/>
          <p:cNvSpPr txBox="1"/>
          <p:nvPr/>
        </p:nvSpPr>
        <p:spPr>
          <a:xfrm>
            <a:off x="612648" y="5062932"/>
            <a:ext cx="876909" cy="1154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lang="en-US" sz="750" b="0" i="0" noProof="0">
                <a:solidFill>
                  <a:srgbClr val="002A86"/>
                </a:solidFill>
                <a:latin typeface="72 Brand"/>
              </a:rPr>
              <a:t>Mobile Apps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553565" y="5010912"/>
            <a:ext cx="750722" cy="219456"/>
          </a:xfrm>
          <a:prstGeom prst="roundRect">
            <a:avLst>
              <a:gd name="adj" fmla="val 50000"/>
            </a:avLst>
          </a:prstGeom>
          <a:solidFill>
            <a:srgbClr val="D1E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21" name="TextBox 20"/>
          <p:cNvSpPr txBox="1"/>
          <p:nvPr/>
        </p:nvSpPr>
        <p:spPr>
          <a:xfrm>
            <a:off x="1553565" y="5062932"/>
            <a:ext cx="750722" cy="1154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lang="en-US" sz="750" b="0" i="0" noProof="0">
                <a:solidFill>
                  <a:srgbClr val="002A86"/>
                </a:solidFill>
                <a:latin typeface="72 Brand"/>
              </a:rPr>
              <a:t>UI Design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368296" y="5010912"/>
            <a:ext cx="1003096" cy="219456"/>
          </a:xfrm>
          <a:prstGeom prst="roundRect">
            <a:avLst>
              <a:gd name="adj" fmla="val 50000"/>
            </a:avLst>
          </a:prstGeom>
          <a:solidFill>
            <a:srgbClr val="D1E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23" name="TextBox 22"/>
          <p:cNvSpPr txBox="1"/>
          <p:nvPr/>
        </p:nvSpPr>
        <p:spPr>
          <a:xfrm>
            <a:off x="2368296" y="5062932"/>
            <a:ext cx="1003096" cy="1154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lang="en-US" sz="750" b="0" i="0" noProof="0">
                <a:solidFill>
                  <a:srgbClr val="002A86"/>
                </a:solidFill>
                <a:latin typeface="72 Brand"/>
              </a:rPr>
              <a:t>Telegram Bots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2648" y="5294376"/>
            <a:ext cx="498348" cy="219456"/>
          </a:xfrm>
          <a:prstGeom prst="roundRect">
            <a:avLst>
              <a:gd name="adj" fmla="val 50000"/>
            </a:avLst>
          </a:prstGeom>
          <a:solidFill>
            <a:srgbClr val="D1E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25" name="TextBox 24"/>
          <p:cNvSpPr txBox="1"/>
          <p:nvPr/>
        </p:nvSpPr>
        <p:spPr>
          <a:xfrm>
            <a:off x="612648" y="5346396"/>
            <a:ext cx="498348" cy="1154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lang="en-US" sz="750" b="0" i="0" noProof="0">
                <a:solidFill>
                  <a:srgbClr val="002A86"/>
                </a:solidFill>
                <a:latin typeface="72 Brand"/>
              </a:rPr>
              <a:t>Chess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75004" y="5294376"/>
            <a:ext cx="813816" cy="219456"/>
          </a:xfrm>
          <a:prstGeom prst="roundRect">
            <a:avLst>
              <a:gd name="adj" fmla="val 50000"/>
            </a:avLst>
          </a:prstGeom>
          <a:solidFill>
            <a:srgbClr val="D1E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27" name="TextBox 26"/>
          <p:cNvSpPr txBox="1"/>
          <p:nvPr/>
        </p:nvSpPr>
        <p:spPr>
          <a:xfrm>
            <a:off x="1175004" y="5346396"/>
            <a:ext cx="813816" cy="1154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lang="en-US" sz="750" b="0" i="0" noProof="0">
                <a:solidFill>
                  <a:srgbClr val="002A86"/>
                </a:solidFill>
                <a:latin typeface="72 Brand"/>
              </a:rPr>
              <a:t>Hackathons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052828" y="5294376"/>
            <a:ext cx="876909" cy="219456"/>
          </a:xfrm>
          <a:prstGeom prst="roundRect">
            <a:avLst>
              <a:gd name="adj" fmla="val 50000"/>
            </a:avLst>
          </a:prstGeom>
          <a:solidFill>
            <a:srgbClr val="D1E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29" name="TextBox 28"/>
          <p:cNvSpPr txBox="1"/>
          <p:nvPr/>
        </p:nvSpPr>
        <p:spPr>
          <a:xfrm>
            <a:off x="2052828" y="5346396"/>
            <a:ext cx="876909" cy="1154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lang="en-US" sz="750" b="0" i="0" noProof="0">
                <a:solidFill>
                  <a:srgbClr val="002A86"/>
                </a:solidFill>
                <a:latin typeface="72 Brand"/>
              </a:rPr>
              <a:t>Open Source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2648" y="5596128"/>
            <a:ext cx="2880360" cy="1154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lang="en-US" sz="750" b="1" i="0" noProof="0">
                <a:solidFill>
                  <a:srgbClr val="0070F2"/>
                </a:solidFill>
                <a:latin typeface="72 Brand Medium"/>
              </a:rPr>
              <a:t>WHERE HE LOOKS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12648" y="5815584"/>
            <a:ext cx="687628" cy="219456"/>
          </a:xfrm>
          <a:prstGeom prst="roundRect">
            <a:avLst>
              <a:gd name="adj" fmla="val 50000"/>
            </a:avLst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32" name="TextBox 31"/>
          <p:cNvSpPr txBox="1"/>
          <p:nvPr/>
        </p:nvSpPr>
        <p:spPr>
          <a:xfrm>
            <a:off x="612648" y="5867604"/>
            <a:ext cx="687628" cy="1154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lang="en-US" sz="750" b="0" i="0" noProof="0">
                <a:solidFill>
                  <a:srgbClr val="5B6670"/>
                </a:solidFill>
                <a:latin typeface="72 Brand"/>
              </a:rPr>
              <a:t>Telegram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364284" y="5815584"/>
            <a:ext cx="687628" cy="219456"/>
          </a:xfrm>
          <a:prstGeom prst="roundRect">
            <a:avLst>
              <a:gd name="adj" fmla="val 50000"/>
            </a:avLst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34" name="TextBox 33"/>
          <p:cNvSpPr txBox="1"/>
          <p:nvPr/>
        </p:nvSpPr>
        <p:spPr>
          <a:xfrm>
            <a:off x="1364284" y="5867604"/>
            <a:ext cx="687628" cy="1154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lang="en-US" sz="750" b="0" i="0" noProof="0">
                <a:solidFill>
                  <a:srgbClr val="5B6670"/>
                </a:solidFill>
                <a:latin typeface="72 Brand"/>
              </a:rPr>
              <a:t>LinkedIn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2115921" y="5815584"/>
            <a:ext cx="624535" cy="219456"/>
          </a:xfrm>
          <a:prstGeom prst="roundRect">
            <a:avLst>
              <a:gd name="adj" fmla="val 50000"/>
            </a:avLst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36" name="TextBox 35"/>
          <p:cNvSpPr txBox="1"/>
          <p:nvPr/>
        </p:nvSpPr>
        <p:spPr>
          <a:xfrm>
            <a:off x="2115921" y="5867604"/>
            <a:ext cx="624535" cy="1154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lang="en-US" sz="750" b="0" i="0" noProof="0">
                <a:solidFill>
                  <a:srgbClr val="5B6670"/>
                </a:solidFill>
                <a:latin typeface="72 Brand"/>
              </a:rPr>
              <a:t>YouTube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12648" y="6099048"/>
            <a:ext cx="687628" cy="219456"/>
          </a:xfrm>
          <a:prstGeom prst="roundRect">
            <a:avLst>
              <a:gd name="adj" fmla="val 50000"/>
            </a:avLst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38" name="TextBox 37"/>
          <p:cNvSpPr txBox="1"/>
          <p:nvPr/>
        </p:nvSpPr>
        <p:spPr>
          <a:xfrm>
            <a:off x="612648" y="6151068"/>
            <a:ext cx="687628" cy="1154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lang="en-US" sz="750" b="0" i="0" noProof="0">
                <a:solidFill>
                  <a:srgbClr val="5B6670"/>
                </a:solidFill>
                <a:latin typeface="72 Brand"/>
              </a:rPr>
              <a:t>Coursera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364284" y="6099048"/>
            <a:ext cx="561441" cy="219456"/>
          </a:xfrm>
          <a:prstGeom prst="roundRect">
            <a:avLst>
              <a:gd name="adj" fmla="val 50000"/>
            </a:avLst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40" name="TextBox 39"/>
          <p:cNvSpPr txBox="1"/>
          <p:nvPr/>
        </p:nvSpPr>
        <p:spPr>
          <a:xfrm>
            <a:off x="1364284" y="6093360"/>
            <a:ext cx="561441" cy="2308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lang="en-US" sz="750" b="0" i="0" noProof="0">
                <a:solidFill>
                  <a:srgbClr val="5B6670"/>
                </a:solidFill>
                <a:latin typeface="72 Brand"/>
              </a:rPr>
              <a:t>Google Courses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989734" y="6099048"/>
            <a:ext cx="750722" cy="219456"/>
          </a:xfrm>
          <a:prstGeom prst="roundRect">
            <a:avLst>
              <a:gd name="adj" fmla="val 50000"/>
            </a:avLst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42" name="TextBox 41"/>
          <p:cNvSpPr txBox="1"/>
          <p:nvPr/>
        </p:nvSpPr>
        <p:spPr>
          <a:xfrm>
            <a:off x="1989734" y="6151068"/>
            <a:ext cx="750722" cy="1154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lang="en-US" sz="750" b="0" i="0" noProof="0">
                <a:solidFill>
                  <a:srgbClr val="5B6670"/>
                </a:solidFill>
                <a:latin typeface="72 Brand"/>
              </a:rPr>
              <a:t>Instagram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3858768" y="841248"/>
            <a:ext cx="7918704" cy="914400"/>
          </a:xfrm>
          <a:prstGeom prst="roundRect">
            <a:avLst>
              <a:gd name="adj" fmla="val 6000"/>
            </a:avLst>
          </a:prstGeom>
          <a:solidFill>
            <a:srgbClr val="002A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44" name="TextBox 43"/>
          <p:cNvSpPr txBox="1"/>
          <p:nvPr/>
        </p:nvSpPr>
        <p:spPr>
          <a:xfrm>
            <a:off x="4114800" y="972383"/>
            <a:ext cx="548640" cy="61555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lang="en-US" sz="4000" b="1" i="0" noProof="0">
                <a:solidFill>
                  <a:srgbClr val="89D1FF"/>
                </a:solidFill>
                <a:latin typeface="72 Brand Medium"/>
              </a:rPr>
              <a:t>“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17136" y="992116"/>
            <a:ext cx="7004304" cy="44807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lang="en-US" sz="1400" i="1" noProof="0">
                <a:solidFill>
                  <a:schemeClr val="bg1"/>
                </a:solidFill>
                <a:cs typeface="Arial"/>
              </a:rPr>
              <a:t>I want to quickly and easily find relevant opportunities — in one place, in my language, built for someone like me.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424235" y="1549914"/>
            <a:ext cx="7004304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lang="en-US" sz="850" b="1" i="0" noProof="0">
                <a:solidFill>
                  <a:srgbClr val="89D1FF"/>
                </a:solidFill>
                <a:latin typeface="72 Brand Medium"/>
              </a:rPr>
              <a:t>— </a:t>
            </a:r>
            <a:r>
              <a:rPr lang="en-US" sz="1050" i="0" noProof="0">
                <a:solidFill>
                  <a:schemeClr val="bg1"/>
                </a:solidFill>
                <a:latin typeface="72 Brand Medium"/>
                <a:cs typeface="Arial"/>
              </a:rPr>
              <a:t>Doston Toshmatov</a:t>
            </a:r>
            <a:r>
              <a:rPr lang="en-US" sz="1050" noProof="0">
                <a:solidFill>
                  <a:schemeClr val="bg1"/>
                </a:solidFill>
                <a:cs typeface="Arial"/>
              </a:rPr>
              <a:t>, 21  ·  CS Student, Tashkent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3858768" y="1901952"/>
            <a:ext cx="3858768" cy="16459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D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48" name="TextBox 47"/>
          <p:cNvSpPr txBox="1"/>
          <p:nvPr/>
        </p:nvSpPr>
        <p:spPr>
          <a:xfrm>
            <a:off x="4005072" y="2011680"/>
            <a:ext cx="3584448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lang="en-US" sz="1050" b="1" i="0" noProof="0">
                <a:solidFill>
                  <a:srgbClr val="36A41D"/>
                </a:solidFill>
                <a:latin typeface="72 Brand Medium"/>
              </a:rPr>
              <a:t>Goals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005072" y="2304288"/>
            <a:ext cx="502920" cy="32004"/>
          </a:xfrm>
          <a:prstGeom prst="rect">
            <a:avLst/>
          </a:prstGeom>
          <a:solidFill>
            <a:srgbClr val="36A4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50" name="TextBox 49"/>
          <p:cNvSpPr txBox="1"/>
          <p:nvPr/>
        </p:nvSpPr>
        <p:spPr>
          <a:xfrm>
            <a:off x="4005072" y="2414016"/>
            <a:ext cx="3566160" cy="9519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lang="en-US" sz="900" b="1" noProof="0">
                <a:solidFill>
                  <a:srgbClr val="36A41D"/>
                </a:solidFill>
                <a:latin typeface="72 Brand"/>
              </a:rPr>
              <a:t>•</a:t>
            </a:r>
            <a:r>
              <a:rPr lang="en-US" sz="900" b="1" i="0" noProof="0">
                <a:solidFill>
                  <a:srgbClr val="36A41D"/>
                </a:solidFill>
                <a:latin typeface="72 Brand"/>
              </a:rPr>
              <a:t> </a:t>
            </a:r>
            <a:r>
              <a:rPr lang="en-US" sz="1050" noProof="0">
                <a:solidFill>
                  <a:srgbClr val="22252A"/>
                </a:solidFill>
                <a:cs typeface="Arial"/>
              </a:rPr>
              <a:t>Land a meaningful internship or entry-level tech role in Uzbekistan</a:t>
            </a:r>
          </a:p>
          <a:p>
            <a:pPr>
              <a:lnSpc>
                <a:spcPct val="102000"/>
              </a:lnSpc>
              <a:spcAft>
                <a:spcPts val="300"/>
              </a:spcAft>
            </a:pPr>
            <a:r>
              <a:rPr lang="en-US" sz="1050" b="1" noProof="0">
                <a:solidFill>
                  <a:srgbClr val="36A41D"/>
                </a:solidFill>
                <a:latin typeface="72 Brand"/>
              </a:rPr>
              <a:t>•</a:t>
            </a:r>
            <a:r>
              <a:rPr lang="en-US" sz="1050" noProof="0">
                <a:solidFill>
                  <a:srgbClr val="22252A"/>
                </a:solidFill>
                <a:cs typeface="Arial"/>
              </a:rPr>
              <a:t> Build a portfolio of real projects that proves his skills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lang="en-US" sz="1050" b="1" noProof="0">
                <a:solidFill>
                  <a:srgbClr val="36A41D"/>
                </a:solidFill>
                <a:latin typeface="72 Brand"/>
              </a:rPr>
              <a:t>•</a:t>
            </a:r>
            <a:r>
              <a:rPr lang="en-US" sz="1050" noProof="0">
                <a:solidFill>
                  <a:srgbClr val="22252A"/>
                </a:solidFill>
                <a:cs typeface="Arial"/>
              </a:rPr>
              <a:t> Develop practical, in-demand skills (web, mobile, data)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lang="en-US" sz="1050" b="1" noProof="0">
                <a:solidFill>
                  <a:srgbClr val="36A41D"/>
                </a:solidFill>
                <a:latin typeface="72 Brand"/>
              </a:rPr>
              <a:t>• </a:t>
            </a:r>
            <a:r>
              <a:rPr lang="en-US" sz="1050" noProof="0">
                <a:solidFill>
                  <a:srgbClr val="22252A"/>
                </a:solidFill>
                <a:cs typeface="Arial"/>
              </a:rPr>
              <a:t>Grow a professional network and find mentors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7918704" y="1901952"/>
            <a:ext cx="3858768" cy="16459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D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52" name="TextBox 51"/>
          <p:cNvSpPr txBox="1"/>
          <p:nvPr/>
        </p:nvSpPr>
        <p:spPr>
          <a:xfrm>
            <a:off x="8065008" y="2011680"/>
            <a:ext cx="3584448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lang="en-US" sz="1050" b="1" i="0" noProof="0">
                <a:solidFill>
                  <a:srgbClr val="0070F2"/>
                </a:solidFill>
                <a:latin typeface="72 Brand Medium"/>
              </a:rPr>
              <a:t>What </a:t>
            </a:r>
            <a:r>
              <a:rPr lang="en-US" sz="1050" b="1" noProof="0">
                <a:solidFill>
                  <a:srgbClr val="0070F2"/>
                </a:solidFill>
                <a:latin typeface="72 Brand Medium"/>
              </a:rPr>
              <a:t>H</a:t>
            </a:r>
            <a:r>
              <a:rPr lang="en-US" sz="1050" b="1" i="0" noProof="0">
                <a:solidFill>
                  <a:srgbClr val="0070F2"/>
                </a:solidFill>
                <a:latin typeface="72 Brand Medium"/>
              </a:rPr>
              <a:t>e Needs from Ziyo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065008" y="2304288"/>
            <a:ext cx="502920" cy="32004"/>
          </a:xfrm>
          <a:prstGeom prst="rect">
            <a:avLst/>
          </a:prstGeom>
          <a:solidFill>
            <a:srgbClr val="007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54" name="TextBox 53"/>
          <p:cNvSpPr txBox="1"/>
          <p:nvPr/>
        </p:nvSpPr>
        <p:spPr>
          <a:xfrm>
            <a:off x="8065008" y="2414016"/>
            <a:ext cx="3712464" cy="109363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lang="en-US" sz="900" b="1" noProof="0">
                <a:solidFill>
                  <a:srgbClr val="0070F2"/>
                </a:solidFill>
                <a:latin typeface="72 Brand"/>
              </a:rPr>
              <a:t>•</a:t>
            </a:r>
            <a:r>
              <a:rPr lang="en-US" sz="900" b="1" i="0" noProof="0">
                <a:solidFill>
                  <a:srgbClr val="0070F2"/>
                </a:solidFill>
                <a:latin typeface="72 Brand"/>
              </a:rPr>
              <a:t> </a:t>
            </a:r>
            <a:r>
              <a:rPr lang="en-US" sz="1050" noProof="0">
                <a:solidFill>
                  <a:srgbClr val="22252A"/>
                </a:solidFill>
                <a:cs typeface="Arial"/>
              </a:rPr>
              <a:t>One trusted platform aggregating verified internship &amp; job listings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lang="en-US" sz="1050" b="1" noProof="0">
                <a:solidFill>
                  <a:srgbClr val="0070F2"/>
                </a:solidFill>
                <a:latin typeface="72 Brand"/>
              </a:rPr>
              <a:t>•</a:t>
            </a:r>
            <a:r>
              <a:rPr lang="en-US" sz="1050" noProof="0">
                <a:solidFill>
                  <a:srgbClr val="22252A"/>
                </a:solidFill>
                <a:cs typeface="Arial"/>
              </a:rPr>
              <a:t>  Clear information on skills and qualifications companies require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lang="en-US" sz="1050" b="1" noProof="0">
                <a:solidFill>
                  <a:srgbClr val="0070F2"/>
                </a:solidFill>
                <a:latin typeface="72 Brand"/>
              </a:rPr>
              <a:t>•</a:t>
            </a:r>
            <a:r>
              <a:rPr lang="en-US" sz="1050" noProof="0">
                <a:solidFill>
                  <a:srgbClr val="22252A"/>
                </a:solidFill>
                <a:cs typeface="Arial"/>
              </a:rPr>
              <a:t>  Guidance on CV writing and technical interview prep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lang="en-US" sz="1050" b="1" noProof="0">
                <a:solidFill>
                  <a:srgbClr val="0070F2"/>
                </a:solidFill>
                <a:latin typeface="72 Brand"/>
              </a:rPr>
              <a:t>•</a:t>
            </a:r>
            <a:r>
              <a:rPr lang="en-US" sz="1050" noProof="0">
                <a:solidFill>
                  <a:srgbClr val="22252A"/>
                </a:solidFill>
                <a:cs typeface="Arial"/>
              </a:rPr>
              <a:t>  Access to scholarships, grants &amp; early-career programs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3858768" y="3639312"/>
            <a:ext cx="3858768" cy="16459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D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56" name="TextBox 55"/>
          <p:cNvSpPr txBox="1"/>
          <p:nvPr/>
        </p:nvSpPr>
        <p:spPr>
          <a:xfrm>
            <a:off x="4005072" y="3749039"/>
            <a:ext cx="3584448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lang="en-US" sz="1050" b="1" i="0" noProof="0">
                <a:solidFill>
                  <a:srgbClr val="E76500"/>
                </a:solidFill>
                <a:latin typeface="72 Brand Medium"/>
              </a:rPr>
              <a:t>Pain Points Today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005072" y="4041648"/>
            <a:ext cx="502920" cy="32004"/>
          </a:xfrm>
          <a:prstGeom prst="rect">
            <a:avLst/>
          </a:prstGeom>
          <a:solidFill>
            <a:srgbClr val="E76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58" name="TextBox 57"/>
          <p:cNvSpPr txBox="1"/>
          <p:nvPr/>
        </p:nvSpPr>
        <p:spPr>
          <a:xfrm>
            <a:off x="4005072" y="4151376"/>
            <a:ext cx="3858768" cy="109363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lang="en-US" sz="900" b="1" i="0" noProof="0">
                <a:solidFill>
                  <a:srgbClr val="E76500"/>
                </a:solidFill>
                <a:latin typeface="72 Brand"/>
              </a:rPr>
              <a:t>•  </a:t>
            </a:r>
            <a:r>
              <a:rPr lang="en-US" sz="1050" noProof="0">
                <a:solidFill>
                  <a:srgbClr val="22252A"/>
                </a:solidFill>
                <a:cs typeface="Arial"/>
              </a:rPr>
              <a:t>Opportunities fragmented across dozens of channels — no single source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lang="en-US" sz="1050" b="1" noProof="0">
                <a:solidFill>
                  <a:srgbClr val="E76500"/>
                </a:solidFill>
                <a:latin typeface="72 Brand"/>
              </a:rPr>
              <a:t>•</a:t>
            </a:r>
            <a:r>
              <a:rPr lang="en-US" sz="1050" noProof="0">
                <a:solidFill>
                  <a:srgbClr val="22252A"/>
                </a:solidFill>
                <a:cs typeface="Arial"/>
              </a:rPr>
              <a:t>  Most listings require experience he lacks; no path for graduates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lang="en-US" sz="1050" b="1" noProof="0">
                <a:solidFill>
                  <a:srgbClr val="E76500"/>
                </a:solidFill>
                <a:latin typeface="72 Brand"/>
              </a:rPr>
              <a:t>•</a:t>
            </a:r>
            <a:r>
              <a:rPr lang="en-US" sz="1050" noProof="0">
                <a:solidFill>
                  <a:srgbClr val="22252A"/>
                </a:solidFill>
                <a:cs typeface="Arial"/>
              </a:rPr>
              <a:t>  Little transparency on salary, culture, or the actual role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lang="en-US" sz="1050" b="1" noProof="0">
                <a:solidFill>
                  <a:srgbClr val="E76500"/>
                </a:solidFill>
                <a:latin typeface="72 Brand"/>
              </a:rPr>
              <a:t>•</a:t>
            </a:r>
            <a:r>
              <a:rPr lang="en-US" sz="1050" noProof="0">
                <a:solidFill>
                  <a:srgbClr val="22252A"/>
                </a:solidFill>
                <a:cs typeface="Arial"/>
              </a:rPr>
              <a:t> Russian is often required — a barrier for Uzbek speakers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7918704" y="3639312"/>
            <a:ext cx="3858768" cy="16459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D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60" name="TextBox 59"/>
          <p:cNvSpPr txBox="1"/>
          <p:nvPr/>
        </p:nvSpPr>
        <p:spPr>
          <a:xfrm>
            <a:off x="8065008" y="3749039"/>
            <a:ext cx="3584448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lang="en-US" sz="1050" b="1" i="0" noProof="0">
                <a:solidFill>
                  <a:srgbClr val="049F9A"/>
                </a:solidFill>
                <a:latin typeface="72 Brand Medium"/>
              </a:rPr>
              <a:t>Challenges</a:t>
            </a:r>
          </a:p>
        </p:txBody>
      </p:sp>
      <p:sp>
        <p:nvSpPr>
          <p:cNvPr id="61" name="Rectangle 60"/>
          <p:cNvSpPr/>
          <p:nvPr/>
        </p:nvSpPr>
        <p:spPr>
          <a:xfrm>
            <a:off x="8065008" y="4041648"/>
            <a:ext cx="502920" cy="32004"/>
          </a:xfrm>
          <a:prstGeom prst="rect">
            <a:avLst/>
          </a:prstGeom>
          <a:solidFill>
            <a:srgbClr val="049F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62" name="TextBox 61"/>
          <p:cNvSpPr txBox="1"/>
          <p:nvPr/>
        </p:nvSpPr>
        <p:spPr>
          <a:xfrm>
            <a:off x="8065008" y="4151376"/>
            <a:ext cx="3712464" cy="109363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2000"/>
              </a:lnSpc>
              <a:spcAft>
                <a:spcPts val="300"/>
              </a:spcAft>
            </a:pPr>
            <a:r>
              <a:rPr lang="en-US" sz="900" b="1" i="0" noProof="0">
                <a:solidFill>
                  <a:srgbClr val="049F9A"/>
                </a:solidFill>
                <a:latin typeface="72 Brand"/>
              </a:rPr>
              <a:t>•  </a:t>
            </a:r>
            <a:r>
              <a:rPr lang="en-US" sz="1050" noProof="0">
                <a:solidFill>
                  <a:srgbClr val="22252A"/>
                </a:solidFill>
                <a:cs typeface="Arial"/>
              </a:rPr>
              <a:t>Balancing coursework with the time needed to job-search</a:t>
            </a:r>
          </a:p>
          <a:p>
            <a:pPr>
              <a:lnSpc>
                <a:spcPct val="102000"/>
              </a:lnSpc>
              <a:spcAft>
                <a:spcPts val="300"/>
              </a:spcAft>
            </a:pPr>
            <a:r>
              <a:rPr lang="en-US" sz="1050" b="1" noProof="0">
                <a:solidFill>
                  <a:srgbClr val="049F9A"/>
                </a:solidFill>
                <a:latin typeface="72 Brand"/>
              </a:rPr>
              <a:t>•</a:t>
            </a:r>
            <a:r>
              <a:rPr lang="en-US" sz="1050" noProof="0">
                <a:solidFill>
                  <a:srgbClr val="22252A"/>
                </a:solidFill>
                <a:cs typeface="Arial"/>
              </a:rPr>
              <a:t> Staying motivated when applications go unanswered for weeks</a:t>
            </a:r>
          </a:p>
          <a:p>
            <a:pPr>
              <a:lnSpc>
                <a:spcPct val="102000"/>
              </a:lnSpc>
              <a:spcAft>
                <a:spcPts val="300"/>
              </a:spcAft>
            </a:pPr>
            <a:r>
              <a:rPr lang="en-US" sz="1050" b="1" noProof="0">
                <a:solidFill>
                  <a:srgbClr val="049F9A"/>
                </a:solidFill>
                <a:latin typeface="72 Brand"/>
              </a:rPr>
              <a:t>•</a:t>
            </a:r>
            <a:r>
              <a:rPr lang="en-US" sz="1050" noProof="0">
                <a:solidFill>
                  <a:srgbClr val="22252A"/>
                </a:solidFill>
                <a:cs typeface="Arial"/>
              </a:rPr>
              <a:t>  Knowing which skills to invest in when market signals are unclear</a:t>
            </a:r>
          </a:p>
          <a:p>
            <a:pPr>
              <a:lnSpc>
                <a:spcPct val="102000"/>
              </a:lnSpc>
              <a:spcAft>
                <a:spcPts val="300"/>
              </a:spcAft>
            </a:pPr>
            <a:r>
              <a:rPr lang="en-US" sz="1050" b="1" noProof="0">
                <a:solidFill>
                  <a:srgbClr val="049F9A"/>
                </a:solidFill>
                <a:latin typeface="72 Brand"/>
              </a:rPr>
              <a:t>•</a:t>
            </a:r>
            <a:r>
              <a:rPr lang="en-US" sz="1050" noProof="0">
                <a:solidFill>
                  <a:srgbClr val="22252A"/>
                </a:solidFill>
                <a:cs typeface="Arial"/>
              </a:rPr>
              <a:t>  Building credibility without industry experience to point to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3858768" y="5413248"/>
            <a:ext cx="7918704" cy="841248"/>
          </a:xfrm>
          <a:prstGeom prst="roundRect">
            <a:avLst>
              <a:gd name="adj" fmla="val 7000"/>
            </a:avLst>
          </a:prstGeom>
          <a:solidFill>
            <a:srgbClr val="D1E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64" name="Rectangle 63"/>
          <p:cNvSpPr/>
          <p:nvPr/>
        </p:nvSpPr>
        <p:spPr>
          <a:xfrm>
            <a:off x="3858768" y="5413248"/>
            <a:ext cx="82296" cy="841248"/>
          </a:xfrm>
          <a:prstGeom prst="rect">
            <a:avLst/>
          </a:prstGeom>
          <a:solidFill>
            <a:srgbClr val="E76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65" name="TextBox 64"/>
          <p:cNvSpPr txBox="1"/>
          <p:nvPr/>
        </p:nvSpPr>
        <p:spPr>
          <a:xfrm>
            <a:off x="4096511" y="5522976"/>
            <a:ext cx="7461504" cy="1308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lang="en-US" sz="850" b="1" i="0" noProof="0">
                <a:solidFill>
                  <a:srgbClr val="E76500"/>
                </a:solidFill>
                <a:latin typeface="72 Brand Medium"/>
              </a:rPr>
              <a:t>KEY DESIGN INSIGHT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096511" y="5751576"/>
            <a:ext cx="7461504" cy="3431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lang="en-US" sz="1100" noProof="0" dirty="0">
                <a:solidFill>
                  <a:srgbClr val="22252A"/>
                </a:solidFill>
                <a:cs typeface="Arial"/>
              </a:rPr>
              <a:t>Doston is not passive — he searches every day. The problem is fragmentation, not motivation. Ziyo's opportunity is to become the single trusted source he currently builds herself from dozens of scattered channels</a:t>
            </a:r>
            <a:r>
              <a:rPr lang="en-US" sz="1050" noProof="0" dirty="0">
                <a:solidFill>
                  <a:srgbClr val="22252A"/>
                </a:solidFill>
                <a:cs typeface="Arial"/>
              </a:rPr>
              <a:t>.</a:t>
            </a:r>
          </a:p>
        </p:txBody>
      </p:sp>
      <p:pic>
        <p:nvPicPr>
          <p:cNvPr id="68" name="Picture 67">
            <a:extLst>
              <a:ext uri="{FF2B5EF4-FFF2-40B4-BE49-F238E27FC236}">
                <a16:creationId xmlns:a16="http://schemas.microsoft.com/office/drawing/2014/main" id="{4A8555B2-2094-3A72-EB65-E66DF7DE860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838" b="1718"/>
          <a:stretch>
            <a:fillRect/>
          </a:stretch>
        </p:blipFill>
        <p:spPr>
          <a:xfrm>
            <a:off x="1385620" y="669336"/>
            <a:ext cx="1290308" cy="127885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351945491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05402"/>
            <a:ext cx="12195175" cy="786888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" name="TextBox 2"/>
          <p:cNvSpPr txBox="1"/>
          <p:nvPr/>
        </p:nvSpPr>
        <p:spPr>
          <a:xfrm>
            <a:off x="411480" y="274320"/>
            <a:ext cx="640080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lang="en-US" sz="1100" b="1" i="0" noProof="0" dirty="0">
                <a:solidFill>
                  <a:srgbClr val="E76500"/>
                </a:solidFill>
                <a:latin typeface="Arial"/>
              </a:rPr>
              <a:t>FOYDALANUVCHI PORTRETI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94960" y="301752"/>
            <a:ext cx="6382512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lang="en-US" sz="900" b="0" i="0" noProof="0" dirty="0">
                <a:solidFill>
                  <a:srgbClr val="5B6670"/>
                </a:solidFill>
                <a:latin typeface="Arial"/>
              </a:rPr>
              <a:t>Ziyo Forum  ·  Tadqiqot natijalari  ·  Oktyabr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676656"/>
            <a:ext cx="11365992" cy="18288"/>
          </a:xfrm>
          <a:prstGeom prst="rect">
            <a:avLst/>
          </a:prstGeom>
          <a:solidFill>
            <a:srgbClr val="DDE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6" name="Rounded Rectangle 5"/>
          <p:cNvSpPr/>
          <p:nvPr/>
        </p:nvSpPr>
        <p:spPr>
          <a:xfrm>
            <a:off x="411480" y="841247"/>
            <a:ext cx="3230753" cy="5847695"/>
          </a:xfrm>
          <a:prstGeom prst="roundRect">
            <a:avLst>
              <a:gd name="adj" fmla="val 3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7" name="Oval 6"/>
          <p:cNvSpPr/>
          <p:nvPr/>
        </p:nvSpPr>
        <p:spPr>
          <a:xfrm>
            <a:off x="1577339" y="1005840"/>
            <a:ext cx="914400" cy="914400"/>
          </a:xfrm>
          <a:prstGeom prst="ellipse">
            <a:avLst/>
          </a:prstGeom>
          <a:solidFill>
            <a:srgbClr val="007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TextBox 7"/>
          <p:cNvSpPr txBox="1"/>
          <p:nvPr/>
        </p:nvSpPr>
        <p:spPr>
          <a:xfrm>
            <a:off x="1577339" y="1278374"/>
            <a:ext cx="9144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lang="en-US" sz="2400" b="1" i="0" noProof="0" dirty="0">
                <a:solidFill>
                  <a:srgbClr val="FFFFFF"/>
                </a:solidFill>
                <a:latin typeface="Arial"/>
              </a:rPr>
              <a:t>DT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975104"/>
            <a:ext cx="3063239" cy="2539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lang="en-US" sz="1650" b="1" i="0" noProof="0" dirty="0">
                <a:solidFill>
                  <a:srgbClr val="22252A"/>
                </a:solidFill>
                <a:latin typeface="Arial"/>
              </a:rPr>
              <a:t>Doston Toshmatov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322576"/>
            <a:ext cx="2971800" cy="273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900" b="0" i="0" noProof="0" dirty="0">
                <a:solidFill>
                  <a:srgbClr val="5B6670"/>
                </a:solidFill>
                <a:latin typeface="Arial"/>
              </a:rPr>
              <a:t>IT yo‘nalishi, 3-kurs talabasi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50" b="0" i="0" noProof="0" dirty="0">
                <a:solidFill>
                  <a:srgbClr val="5B6670"/>
                </a:solidFill>
                <a:latin typeface="Arial"/>
              </a:rPr>
              <a:t>Toshkent Davlat Texnika Universiteti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2670048"/>
            <a:ext cx="2697479" cy="13716"/>
          </a:xfrm>
          <a:prstGeom prst="rect">
            <a:avLst/>
          </a:prstGeom>
          <a:solidFill>
            <a:srgbClr val="DDE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2" name="TextBox 11"/>
          <p:cNvSpPr txBox="1"/>
          <p:nvPr/>
        </p:nvSpPr>
        <p:spPr>
          <a:xfrm>
            <a:off x="612648" y="2761488"/>
            <a:ext cx="2880360" cy="2585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750" b="1" i="0" noProof="0" dirty="0">
                <a:solidFill>
                  <a:srgbClr val="E76500"/>
                </a:solidFill>
                <a:latin typeface="Arial"/>
              </a:rPr>
              <a:t>YOSHI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930" b="0" i="0" noProof="0" dirty="0">
                <a:solidFill>
                  <a:srgbClr val="22252A"/>
                </a:solidFill>
                <a:latin typeface="Arial"/>
              </a:rPr>
              <a:t>21 yosh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" y="3163824"/>
            <a:ext cx="2880360" cy="2585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750" b="1" i="0" noProof="0" dirty="0">
                <a:solidFill>
                  <a:srgbClr val="E76500"/>
                </a:solidFill>
                <a:latin typeface="Arial"/>
              </a:rPr>
              <a:t>JOYLASHUVI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930" b="0" i="0" noProof="0" dirty="0">
                <a:solidFill>
                  <a:srgbClr val="22252A"/>
                </a:solidFill>
                <a:latin typeface="Arial"/>
              </a:rPr>
              <a:t>Toshkent, O‘zbekiston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" y="3566160"/>
            <a:ext cx="2880360" cy="2585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750" b="1" i="0" noProof="0" dirty="0">
                <a:solidFill>
                  <a:srgbClr val="E76500"/>
                </a:solidFill>
                <a:latin typeface="Arial"/>
              </a:rPr>
              <a:t>TA‘LIMI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930" b="0" i="0" noProof="0" dirty="0">
                <a:solidFill>
                  <a:srgbClr val="22252A"/>
                </a:solidFill>
                <a:latin typeface="Arial"/>
              </a:rPr>
              <a:t>Kompyuter fanlari, 3-kurs (4 yillik)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8" y="3968496"/>
            <a:ext cx="2880360" cy="2585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750" b="1" i="0" noProof="0" dirty="0">
                <a:solidFill>
                  <a:srgbClr val="E76500"/>
                </a:solidFill>
                <a:latin typeface="Arial"/>
              </a:rPr>
              <a:t>HOLATI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930" b="0" i="0" noProof="0" dirty="0">
                <a:solidFill>
                  <a:srgbClr val="22252A"/>
                </a:solidFill>
                <a:latin typeface="Arial"/>
              </a:rPr>
              <a:t>Bo‘ydoq, oila bilan yashaydi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" y="4370832"/>
            <a:ext cx="2880360" cy="2585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750" b="1" i="0" noProof="0" dirty="0">
                <a:solidFill>
                  <a:srgbClr val="E76500"/>
                </a:solidFill>
                <a:latin typeface="Arial"/>
              </a:rPr>
              <a:t>TAJRIBASI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930" b="0" i="0" noProof="0" dirty="0">
                <a:solidFill>
                  <a:srgbClr val="22252A"/>
                </a:solidFill>
                <a:latin typeface="Arial"/>
              </a:rPr>
              <a:t>1 ta frilanser loyiha (3 oy)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8" y="4791456"/>
            <a:ext cx="2880360" cy="1154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lang="en-US" sz="750" b="1" i="0" noProof="0" dirty="0">
                <a:solidFill>
                  <a:srgbClr val="0070F2"/>
                </a:solidFill>
                <a:latin typeface="Arial"/>
              </a:rPr>
              <a:t>QIZIQISHLARI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2648" y="5010912"/>
            <a:ext cx="1066190" cy="219456"/>
          </a:xfrm>
          <a:prstGeom prst="roundRect">
            <a:avLst>
              <a:gd name="adj" fmla="val 50000"/>
            </a:avLst>
          </a:prstGeom>
          <a:solidFill>
            <a:srgbClr val="D1E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9" name="TextBox 18"/>
          <p:cNvSpPr txBox="1"/>
          <p:nvPr/>
        </p:nvSpPr>
        <p:spPr>
          <a:xfrm>
            <a:off x="612648" y="5062932"/>
            <a:ext cx="1066190" cy="1154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lang="en-US" sz="750" b="0" i="0" noProof="0" dirty="0">
                <a:solidFill>
                  <a:srgbClr val="002A86"/>
                </a:solidFill>
                <a:latin typeface="Arial"/>
              </a:rPr>
              <a:t>Mobil ilovalar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742846" y="5010912"/>
            <a:ext cx="750722" cy="219456"/>
          </a:xfrm>
          <a:prstGeom prst="roundRect">
            <a:avLst>
              <a:gd name="adj" fmla="val 50000"/>
            </a:avLst>
          </a:prstGeom>
          <a:solidFill>
            <a:srgbClr val="D1E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1" name="TextBox 20"/>
          <p:cNvSpPr txBox="1"/>
          <p:nvPr/>
        </p:nvSpPr>
        <p:spPr>
          <a:xfrm>
            <a:off x="1742846" y="5062932"/>
            <a:ext cx="750722" cy="1154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lang="en-US" sz="750" b="0" i="0" noProof="0" dirty="0">
                <a:solidFill>
                  <a:srgbClr val="002A86"/>
                </a:solidFill>
                <a:latin typeface="Arial"/>
              </a:rPr>
              <a:t>UI Dizayn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2648" y="5294376"/>
            <a:ext cx="1129284" cy="219456"/>
          </a:xfrm>
          <a:prstGeom prst="roundRect">
            <a:avLst>
              <a:gd name="adj" fmla="val 50000"/>
            </a:avLst>
          </a:prstGeom>
          <a:solidFill>
            <a:srgbClr val="D1E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3" name="TextBox 22"/>
          <p:cNvSpPr txBox="1"/>
          <p:nvPr/>
        </p:nvSpPr>
        <p:spPr>
          <a:xfrm>
            <a:off x="612648" y="5346396"/>
            <a:ext cx="1129284" cy="1154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lang="en-US" sz="750" b="0" i="0" noProof="0" dirty="0">
                <a:solidFill>
                  <a:srgbClr val="002A86"/>
                </a:solidFill>
                <a:latin typeface="Arial"/>
              </a:rPr>
              <a:t>Telegram botlar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805940" y="5294376"/>
            <a:ext cx="624535" cy="219456"/>
          </a:xfrm>
          <a:prstGeom prst="roundRect">
            <a:avLst>
              <a:gd name="adj" fmla="val 50000"/>
            </a:avLst>
          </a:prstGeom>
          <a:solidFill>
            <a:srgbClr val="D1E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5" name="TextBox 24"/>
          <p:cNvSpPr txBox="1"/>
          <p:nvPr/>
        </p:nvSpPr>
        <p:spPr>
          <a:xfrm>
            <a:off x="1805940" y="5346396"/>
            <a:ext cx="624535" cy="1154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lang="en-US" sz="750" b="0" i="0" noProof="0" dirty="0">
                <a:solidFill>
                  <a:srgbClr val="002A86"/>
                </a:solidFill>
                <a:latin typeface="Arial"/>
              </a:rPr>
              <a:t>Shaxmat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494483" y="5294376"/>
            <a:ext cx="813816" cy="219456"/>
          </a:xfrm>
          <a:prstGeom prst="roundRect">
            <a:avLst>
              <a:gd name="adj" fmla="val 50000"/>
            </a:avLst>
          </a:prstGeom>
          <a:solidFill>
            <a:srgbClr val="D1E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7" name="TextBox 26"/>
          <p:cNvSpPr txBox="1"/>
          <p:nvPr/>
        </p:nvSpPr>
        <p:spPr>
          <a:xfrm>
            <a:off x="2494483" y="5346396"/>
            <a:ext cx="813816" cy="1154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lang="en-US" sz="750" b="0" i="0" noProof="0" dirty="0">
                <a:solidFill>
                  <a:srgbClr val="002A86"/>
                </a:solidFill>
                <a:latin typeface="Arial"/>
              </a:rPr>
              <a:t>Xakatonlar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2648" y="5577840"/>
            <a:ext cx="876909" cy="219456"/>
          </a:xfrm>
          <a:prstGeom prst="roundRect">
            <a:avLst>
              <a:gd name="adj" fmla="val 50000"/>
            </a:avLst>
          </a:prstGeom>
          <a:solidFill>
            <a:srgbClr val="D1E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9" name="TextBox 28"/>
          <p:cNvSpPr txBox="1"/>
          <p:nvPr/>
        </p:nvSpPr>
        <p:spPr>
          <a:xfrm>
            <a:off x="612648" y="5629860"/>
            <a:ext cx="876909" cy="1154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lang="en-US" sz="750" b="0" i="0" noProof="0" dirty="0">
                <a:solidFill>
                  <a:srgbClr val="002A86"/>
                </a:solidFill>
                <a:latin typeface="Arial"/>
              </a:rPr>
              <a:t>Ochiq manba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2648" y="5879592"/>
            <a:ext cx="2880360" cy="1154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lang="en-US" sz="750" b="1" i="0" noProof="0" dirty="0">
                <a:solidFill>
                  <a:srgbClr val="0070F2"/>
                </a:solidFill>
                <a:latin typeface="Arial"/>
              </a:rPr>
              <a:t>QAYERDAN IZLAYDI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12648" y="6099048"/>
            <a:ext cx="687628" cy="219456"/>
          </a:xfrm>
          <a:prstGeom prst="roundRect">
            <a:avLst>
              <a:gd name="adj" fmla="val 50000"/>
            </a:avLst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2" name="TextBox 31"/>
          <p:cNvSpPr txBox="1"/>
          <p:nvPr/>
        </p:nvSpPr>
        <p:spPr>
          <a:xfrm>
            <a:off x="612648" y="6151068"/>
            <a:ext cx="687628" cy="1154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lang="en-US" sz="750" b="0" i="0" noProof="0" dirty="0">
                <a:solidFill>
                  <a:srgbClr val="5B6670"/>
                </a:solidFill>
                <a:latin typeface="Arial"/>
              </a:rPr>
              <a:t>Telegram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364284" y="6099048"/>
            <a:ext cx="687628" cy="219456"/>
          </a:xfrm>
          <a:prstGeom prst="roundRect">
            <a:avLst>
              <a:gd name="adj" fmla="val 50000"/>
            </a:avLst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4" name="TextBox 33"/>
          <p:cNvSpPr txBox="1"/>
          <p:nvPr/>
        </p:nvSpPr>
        <p:spPr>
          <a:xfrm>
            <a:off x="1364284" y="6151068"/>
            <a:ext cx="687628" cy="1154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lang="en-US" sz="750" b="0" i="0" noProof="0" dirty="0">
                <a:solidFill>
                  <a:srgbClr val="5B6670"/>
                </a:solidFill>
                <a:latin typeface="Arial"/>
              </a:rPr>
              <a:t>LinkedIn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2115921" y="6099048"/>
            <a:ext cx="624535" cy="219456"/>
          </a:xfrm>
          <a:prstGeom prst="roundRect">
            <a:avLst>
              <a:gd name="adj" fmla="val 50000"/>
            </a:avLst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6" name="TextBox 35"/>
          <p:cNvSpPr txBox="1"/>
          <p:nvPr/>
        </p:nvSpPr>
        <p:spPr>
          <a:xfrm>
            <a:off x="2115921" y="6151068"/>
            <a:ext cx="624535" cy="1154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lang="en-US" sz="750" b="0" i="0" noProof="0" dirty="0">
                <a:solidFill>
                  <a:srgbClr val="5B6670"/>
                </a:solidFill>
                <a:latin typeface="Arial"/>
              </a:rPr>
              <a:t>YouTube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12648" y="6382512"/>
            <a:ext cx="687628" cy="219456"/>
          </a:xfrm>
          <a:prstGeom prst="roundRect">
            <a:avLst>
              <a:gd name="adj" fmla="val 50000"/>
            </a:avLst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8" name="TextBox 37"/>
          <p:cNvSpPr txBox="1"/>
          <p:nvPr/>
        </p:nvSpPr>
        <p:spPr>
          <a:xfrm>
            <a:off x="612648" y="6434532"/>
            <a:ext cx="687628" cy="1154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lang="en-US" sz="750" b="0" i="0" noProof="0" dirty="0">
                <a:solidFill>
                  <a:srgbClr val="5B6670"/>
                </a:solidFill>
                <a:latin typeface="Arial"/>
              </a:rPr>
              <a:t>Coursera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364284" y="6382512"/>
            <a:ext cx="561441" cy="219456"/>
          </a:xfrm>
          <a:prstGeom prst="roundRect">
            <a:avLst>
              <a:gd name="adj" fmla="val 50000"/>
            </a:avLst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0" name="TextBox 39"/>
          <p:cNvSpPr txBox="1"/>
          <p:nvPr/>
        </p:nvSpPr>
        <p:spPr>
          <a:xfrm>
            <a:off x="1364284" y="6434532"/>
            <a:ext cx="561441" cy="1154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lang="en-US" sz="750" b="0" i="0" noProof="0" dirty="0">
                <a:solidFill>
                  <a:srgbClr val="5B6670"/>
                </a:solidFill>
                <a:latin typeface="Arial"/>
              </a:rPr>
              <a:t>GitHub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989734" y="6382512"/>
            <a:ext cx="750722" cy="219456"/>
          </a:xfrm>
          <a:prstGeom prst="roundRect">
            <a:avLst>
              <a:gd name="adj" fmla="val 50000"/>
            </a:avLst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2" name="TextBox 41"/>
          <p:cNvSpPr txBox="1"/>
          <p:nvPr/>
        </p:nvSpPr>
        <p:spPr>
          <a:xfrm>
            <a:off x="1989734" y="6434532"/>
            <a:ext cx="750722" cy="1154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lang="en-US" sz="750" b="0" i="0" noProof="0" dirty="0">
                <a:solidFill>
                  <a:srgbClr val="5B6670"/>
                </a:solidFill>
                <a:latin typeface="Arial"/>
              </a:rPr>
              <a:t>Instagram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3858768" y="841248"/>
            <a:ext cx="7918704" cy="914400"/>
          </a:xfrm>
          <a:prstGeom prst="roundRect">
            <a:avLst>
              <a:gd name="adj" fmla="val 6000"/>
            </a:avLst>
          </a:prstGeom>
          <a:solidFill>
            <a:srgbClr val="002A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4" name="TextBox 43"/>
          <p:cNvSpPr txBox="1"/>
          <p:nvPr/>
        </p:nvSpPr>
        <p:spPr>
          <a:xfrm>
            <a:off x="4114800" y="972383"/>
            <a:ext cx="548640" cy="61555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lang="en-US" sz="4000" b="1" i="0" noProof="0" dirty="0">
                <a:solidFill>
                  <a:srgbClr val="89D1FF"/>
                </a:solidFill>
                <a:latin typeface="Arial"/>
              </a:rPr>
              <a:t>“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17136" y="1016161"/>
            <a:ext cx="7004304" cy="39998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lang="en-US" sz="1250" b="0" i="1" noProof="0" dirty="0">
                <a:solidFill>
                  <a:srgbClr val="FFFFFF"/>
                </a:solidFill>
                <a:latin typeface="Arial"/>
              </a:rPr>
              <a:t>Men o‘zimga mos imkoniyatlarni — bir joyda, o‘z tilimda, men uchun yaratilgan platformada — tez va oson topishni xohlayman.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517136" y="1426464"/>
            <a:ext cx="7004304" cy="1308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lang="en-US" sz="850" b="1" i="0" noProof="0" dirty="0">
                <a:solidFill>
                  <a:srgbClr val="89D1FF"/>
                </a:solidFill>
                <a:latin typeface="Arial"/>
              </a:rPr>
              <a:t>— Doston Toshmatov, 21  ·  IT talabasi, Toshkent</a:t>
            </a:r>
          </a:p>
        </p:txBody>
      </p:sp>
      <p:grpSp>
        <p:nvGrpSpPr>
          <p:cNvPr id="69" name="Group 68">
            <a:extLst>
              <a:ext uri="{FF2B5EF4-FFF2-40B4-BE49-F238E27FC236}">
                <a16:creationId xmlns:a16="http://schemas.microsoft.com/office/drawing/2014/main" id="{09E56F95-CAA6-8246-3552-4CAEA72856B1}"/>
              </a:ext>
            </a:extLst>
          </p:cNvPr>
          <p:cNvGrpSpPr/>
          <p:nvPr/>
        </p:nvGrpSpPr>
        <p:grpSpPr>
          <a:xfrm>
            <a:off x="3913631" y="1901897"/>
            <a:ext cx="4005073" cy="1877131"/>
            <a:chOff x="3858768" y="1799881"/>
            <a:chExt cx="3858768" cy="1747991"/>
          </a:xfrm>
        </p:grpSpPr>
        <p:sp>
          <p:nvSpPr>
            <p:cNvPr id="47" name="Rounded Rectangle 46"/>
            <p:cNvSpPr/>
            <p:nvPr/>
          </p:nvSpPr>
          <p:spPr>
            <a:xfrm>
              <a:off x="3858768" y="1799881"/>
              <a:ext cx="3858768" cy="1747991"/>
            </a:xfrm>
            <a:prstGeom prst="roundRect">
              <a:avLst>
                <a:gd name="adj" fmla="val 4500"/>
              </a:avLst>
            </a:prstGeom>
            <a:solidFill>
              <a:srgbClr val="FFFFFF"/>
            </a:solidFill>
            <a:ln w="9525">
              <a:solidFill>
                <a:srgbClr val="DDE3E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48" name="TextBox 47"/>
            <p:cNvSpPr txBox="1"/>
            <p:nvPr/>
          </p:nvSpPr>
          <p:spPr>
            <a:xfrm>
              <a:off x="3988546" y="1878868"/>
              <a:ext cx="3584448" cy="161583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200"/>
                </a:spcAft>
              </a:pPr>
              <a:r>
                <a:rPr lang="en-US" sz="1050" b="1" i="0" noProof="0" dirty="0">
                  <a:solidFill>
                    <a:srgbClr val="36A41D"/>
                  </a:solidFill>
                  <a:latin typeface="Arial"/>
                </a:rPr>
                <a:t>Maqsadlar</a:t>
              </a:r>
            </a:p>
          </p:txBody>
        </p:sp>
        <p:sp>
          <p:nvSpPr>
            <p:cNvPr id="49" name="Rectangle 48"/>
            <p:cNvSpPr/>
            <p:nvPr/>
          </p:nvSpPr>
          <p:spPr>
            <a:xfrm>
              <a:off x="3988326" y="2150585"/>
              <a:ext cx="502920" cy="32004"/>
            </a:xfrm>
            <a:prstGeom prst="rect">
              <a:avLst/>
            </a:prstGeom>
            <a:solidFill>
              <a:srgbClr val="36A41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50" name="TextBox 49"/>
            <p:cNvSpPr txBox="1"/>
            <p:nvPr/>
          </p:nvSpPr>
          <p:spPr>
            <a:xfrm>
              <a:off x="3988545" y="2281404"/>
              <a:ext cx="3726069" cy="1258421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ct val="102000"/>
                </a:lnSpc>
                <a:spcBef>
                  <a:spcPts val="0"/>
                </a:spcBef>
                <a:spcAft>
                  <a:spcPts val="300"/>
                </a:spcAft>
              </a:pPr>
              <a:r>
                <a:rPr lang="en-US" sz="1050" b="1" i="0" noProof="0" dirty="0">
                  <a:solidFill>
                    <a:srgbClr val="36A41D"/>
                  </a:solidFill>
                  <a:latin typeface="Arial"/>
                </a:rPr>
                <a:t>•  </a:t>
              </a:r>
              <a:r>
                <a:rPr lang="en-US" sz="1050" b="0" i="0" noProof="0" dirty="0">
                  <a:solidFill>
                    <a:srgbClr val="22252A"/>
                  </a:solidFill>
                  <a:latin typeface="Arial"/>
                </a:rPr>
                <a:t>O‘zbekistonda mazmunli amaliyot yoki boshlang‘ich IT ish topish</a:t>
              </a:r>
            </a:p>
            <a:p>
              <a:pPr algn="l">
                <a:lnSpc>
                  <a:spcPct val="102000"/>
                </a:lnSpc>
                <a:spcBef>
                  <a:spcPts val="0"/>
                </a:spcBef>
                <a:spcAft>
                  <a:spcPts val="300"/>
                </a:spcAft>
              </a:pPr>
              <a:r>
                <a:rPr lang="en-US" sz="1050" b="1" i="0" noProof="0" dirty="0">
                  <a:solidFill>
                    <a:srgbClr val="36A41D"/>
                  </a:solidFill>
                  <a:latin typeface="Arial"/>
                </a:rPr>
                <a:t>•  </a:t>
              </a:r>
              <a:r>
                <a:rPr lang="en-US" sz="1050" b="0" i="0" noProof="0" dirty="0">
                  <a:solidFill>
                    <a:srgbClr val="22252A"/>
                  </a:solidFill>
                  <a:latin typeface="Arial"/>
                </a:rPr>
                <a:t>O‘z ko‘nikmalarini isbotlovchi haqiqiy loyihalar portfeli yaratish</a:t>
              </a:r>
            </a:p>
            <a:p>
              <a:pPr algn="l">
                <a:lnSpc>
                  <a:spcPct val="102000"/>
                </a:lnSpc>
                <a:spcBef>
                  <a:spcPts val="0"/>
                </a:spcBef>
                <a:spcAft>
                  <a:spcPts val="300"/>
                </a:spcAft>
              </a:pPr>
              <a:r>
                <a:rPr lang="en-US" sz="1050" b="1" i="0" noProof="0" dirty="0">
                  <a:solidFill>
                    <a:srgbClr val="36A41D"/>
                  </a:solidFill>
                  <a:latin typeface="Arial"/>
                </a:rPr>
                <a:t>•  </a:t>
              </a:r>
              <a:r>
                <a:rPr lang="en-US" sz="1050" b="0" i="0" noProof="0" dirty="0">
                  <a:solidFill>
                    <a:srgbClr val="22252A"/>
                  </a:solidFill>
                  <a:latin typeface="Arial"/>
                </a:rPr>
                <a:t>Amaliy va talab yuqori bo‘lgan ko‘nikmalarni rivojlantirish (web, mobil, data)</a:t>
              </a:r>
            </a:p>
            <a:p>
              <a:pPr algn="l">
                <a:lnSpc>
                  <a:spcPct val="102000"/>
                </a:lnSpc>
                <a:spcBef>
                  <a:spcPts val="0"/>
                </a:spcBef>
                <a:spcAft>
                  <a:spcPts val="300"/>
                </a:spcAft>
              </a:pPr>
              <a:r>
                <a:rPr lang="en-US" sz="1050" b="1" i="0" noProof="0" dirty="0">
                  <a:solidFill>
                    <a:srgbClr val="36A41D"/>
                  </a:solidFill>
                  <a:latin typeface="Arial"/>
                </a:rPr>
                <a:t>•  </a:t>
              </a:r>
              <a:r>
                <a:rPr lang="en-US" sz="1050" b="0" i="0" noProof="0" dirty="0">
                  <a:solidFill>
                    <a:srgbClr val="22252A"/>
                  </a:solidFill>
                  <a:latin typeface="Arial"/>
                </a:rPr>
                <a:t>Kasbiy tarmoq yaratish va nastavnik topish</a:t>
              </a:r>
            </a:p>
          </p:txBody>
        </p:sp>
      </p:grpSp>
      <p:sp>
        <p:nvSpPr>
          <p:cNvPr id="51" name="Rounded Rectangle 50"/>
          <p:cNvSpPr/>
          <p:nvPr/>
        </p:nvSpPr>
        <p:spPr>
          <a:xfrm>
            <a:off x="8019288" y="1874664"/>
            <a:ext cx="3758184" cy="1950027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D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2" name="TextBox 51"/>
          <p:cNvSpPr txBox="1"/>
          <p:nvPr/>
        </p:nvSpPr>
        <p:spPr>
          <a:xfrm>
            <a:off x="8065008" y="2011680"/>
            <a:ext cx="3584448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lang="en-US" sz="1050" b="1" i="0" noProof="0" dirty="0">
                <a:solidFill>
                  <a:srgbClr val="0070F2"/>
                </a:solidFill>
                <a:latin typeface="Arial"/>
              </a:rPr>
              <a:t>Ziyodan kutganlar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065008" y="2304288"/>
            <a:ext cx="502920" cy="32004"/>
          </a:xfrm>
          <a:prstGeom prst="rect">
            <a:avLst/>
          </a:prstGeom>
          <a:solidFill>
            <a:srgbClr val="007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4" name="TextBox 53"/>
          <p:cNvSpPr txBox="1"/>
          <p:nvPr/>
        </p:nvSpPr>
        <p:spPr>
          <a:xfrm>
            <a:off x="8065008" y="2414016"/>
            <a:ext cx="3566160" cy="14232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lang="en-US" sz="900" b="1" i="0" noProof="0" dirty="0">
                <a:solidFill>
                  <a:srgbClr val="0070F2"/>
                </a:solidFill>
                <a:latin typeface="Arial"/>
              </a:rPr>
              <a:t>•  </a:t>
            </a:r>
            <a:r>
              <a:rPr lang="en-US" sz="1050" b="0" i="0" noProof="0" dirty="0">
                <a:solidFill>
                  <a:srgbClr val="22252A"/>
                </a:solidFill>
                <a:latin typeface="Arial"/>
              </a:rPr>
              <a:t>Tekshirilgan amaliyot va ish e’lonlarini jamlagan ishonchli platforma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lang="en-US" sz="1050" b="1" i="0" noProof="0" dirty="0">
                <a:solidFill>
                  <a:srgbClr val="0070F2"/>
                </a:solidFill>
                <a:latin typeface="Arial"/>
              </a:rPr>
              <a:t>•  </a:t>
            </a:r>
            <a:r>
              <a:rPr lang="en-US" sz="1050" b="0" i="0" noProof="0" dirty="0">
                <a:solidFill>
                  <a:srgbClr val="22252A"/>
                </a:solidFill>
                <a:latin typeface="Arial"/>
              </a:rPr>
              <a:t>Kompaniyalar talab qiladigan ko‘nikma va malakalar haqida aniq ma’lumot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lang="en-US" sz="1050" b="1" i="0" noProof="0" dirty="0">
                <a:solidFill>
                  <a:srgbClr val="0070F2"/>
                </a:solidFill>
                <a:latin typeface="Arial"/>
              </a:rPr>
              <a:t>•  </a:t>
            </a:r>
            <a:r>
              <a:rPr lang="en-US" sz="1050" b="0" i="0" noProof="0" dirty="0">
                <a:solidFill>
                  <a:srgbClr val="22252A"/>
                </a:solidFill>
                <a:latin typeface="Arial"/>
              </a:rPr>
              <a:t>CV yozish va texnik suhbatga tayyorlanish bo‘yicha yo‘riqnoma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lang="en-US" sz="1050" b="1" i="0" noProof="0" dirty="0">
                <a:solidFill>
                  <a:srgbClr val="0070F2"/>
                </a:solidFill>
                <a:latin typeface="Arial"/>
              </a:rPr>
              <a:t>•  </a:t>
            </a:r>
            <a:r>
              <a:rPr lang="en-US" sz="1050" b="0" i="0" noProof="0" dirty="0">
                <a:solidFill>
                  <a:srgbClr val="22252A"/>
                </a:solidFill>
                <a:latin typeface="Arial"/>
              </a:rPr>
              <a:t>Stipendiya, grantlar va karyera boshlash dasturlariga kirish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005072" y="4041648"/>
            <a:ext cx="502920" cy="32004"/>
          </a:xfrm>
          <a:prstGeom prst="rect">
            <a:avLst/>
          </a:prstGeom>
          <a:solidFill>
            <a:srgbClr val="E76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grpSp>
        <p:nvGrpSpPr>
          <p:cNvPr id="67" name="Group 66">
            <a:extLst>
              <a:ext uri="{FF2B5EF4-FFF2-40B4-BE49-F238E27FC236}">
                <a16:creationId xmlns:a16="http://schemas.microsoft.com/office/drawing/2014/main" id="{72C47399-A764-374A-BC73-F8CB2E20BF68}"/>
              </a:ext>
            </a:extLst>
          </p:cNvPr>
          <p:cNvGrpSpPr/>
          <p:nvPr/>
        </p:nvGrpSpPr>
        <p:grpSpPr>
          <a:xfrm>
            <a:off x="3921499" y="3922347"/>
            <a:ext cx="4005073" cy="1789216"/>
            <a:chOff x="3858768" y="3639312"/>
            <a:chExt cx="3858768" cy="1656891"/>
          </a:xfrm>
        </p:grpSpPr>
        <p:sp>
          <p:nvSpPr>
            <p:cNvPr id="55" name="Rounded Rectangle 54"/>
            <p:cNvSpPr/>
            <p:nvPr/>
          </p:nvSpPr>
          <p:spPr>
            <a:xfrm>
              <a:off x="3858768" y="3639312"/>
              <a:ext cx="3858768" cy="1645920"/>
            </a:xfrm>
            <a:prstGeom prst="roundRect">
              <a:avLst>
                <a:gd name="adj" fmla="val 4500"/>
              </a:avLst>
            </a:prstGeom>
            <a:solidFill>
              <a:srgbClr val="FFFFFF"/>
            </a:solidFill>
            <a:ln w="9525">
              <a:solidFill>
                <a:srgbClr val="DDE3E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56" name="TextBox 55"/>
            <p:cNvSpPr txBox="1"/>
            <p:nvPr/>
          </p:nvSpPr>
          <p:spPr>
            <a:xfrm>
              <a:off x="4005072" y="3749039"/>
              <a:ext cx="3584448" cy="161583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200"/>
                </a:spcAft>
              </a:pPr>
              <a:r>
                <a:rPr lang="en-US" sz="1050" b="1" i="0" noProof="0" dirty="0">
                  <a:solidFill>
                    <a:srgbClr val="E76500"/>
                  </a:solidFill>
                  <a:latin typeface="Arial"/>
                </a:rPr>
                <a:t>Bugungi muammolar</a:t>
              </a:r>
            </a:p>
          </p:txBody>
        </p:sp>
        <p:sp>
          <p:nvSpPr>
            <p:cNvPr id="58" name="TextBox 57"/>
            <p:cNvSpPr txBox="1"/>
            <p:nvPr/>
          </p:nvSpPr>
          <p:spPr>
            <a:xfrm>
              <a:off x="3957685" y="4037782"/>
              <a:ext cx="3712465" cy="1258421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ct val="102000"/>
                </a:lnSpc>
                <a:spcBef>
                  <a:spcPts val="0"/>
                </a:spcBef>
                <a:spcAft>
                  <a:spcPts val="300"/>
                </a:spcAft>
              </a:pPr>
              <a:r>
                <a:rPr lang="en-US" sz="1050" b="1" i="0" noProof="0" dirty="0">
                  <a:solidFill>
                    <a:srgbClr val="E76500"/>
                  </a:solidFill>
                  <a:latin typeface="Arial"/>
                </a:rPr>
                <a:t>•  </a:t>
              </a:r>
              <a:r>
                <a:rPr lang="en-US" sz="1050" b="0" i="0" noProof="0" dirty="0">
                  <a:solidFill>
                    <a:srgbClr val="22252A"/>
                  </a:solidFill>
                  <a:latin typeface="Arial"/>
                </a:rPr>
                <a:t>Imkoniyatlar o‘nlab kanallarda tarqoq — yagona manba yo‘q</a:t>
              </a:r>
            </a:p>
            <a:p>
              <a:pPr algn="l">
                <a:lnSpc>
                  <a:spcPct val="102000"/>
                </a:lnSpc>
                <a:spcBef>
                  <a:spcPts val="0"/>
                </a:spcBef>
                <a:spcAft>
                  <a:spcPts val="300"/>
                </a:spcAft>
              </a:pPr>
              <a:r>
                <a:rPr lang="en-US" sz="1050" b="1" i="0" noProof="0" dirty="0">
                  <a:solidFill>
                    <a:srgbClr val="E76500"/>
                  </a:solidFill>
                  <a:latin typeface="Arial"/>
                </a:rPr>
                <a:t>•  </a:t>
              </a:r>
              <a:r>
                <a:rPr lang="en-US" sz="1050" b="0" i="0" noProof="0" dirty="0">
                  <a:solidFill>
                    <a:srgbClr val="22252A"/>
                  </a:solidFill>
                  <a:latin typeface="Arial"/>
                </a:rPr>
                <a:t>Ko‘p e’lonlar tajriba talab qiladi; bitiruvchilar uchun yo‘l ko‘rsatilmagan</a:t>
              </a:r>
            </a:p>
            <a:p>
              <a:pPr algn="l">
                <a:lnSpc>
                  <a:spcPct val="102000"/>
                </a:lnSpc>
                <a:spcBef>
                  <a:spcPts val="0"/>
                </a:spcBef>
                <a:spcAft>
                  <a:spcPts val="300"/>
                </a:spcAft>
              </a:pPr>
              <a:r>
                <a:rPr lang="en-US" sz="1050" b="1" i="0" noProof="0" dirty="0">
                  <a:solidFill>
                    <a:srgbClr val="E76500"/>
                  </a:solidFill>
                  <a:latin typeface="Arial"/>
                </a:rPr>
                <a:t>•  </a:t>
              </a:r>
              <a:r>
                <a:rPr lang="en-US" sz="1050" b="0" i="0" noProof="0" dirty="0">
                  <a:solidFill>
                    <a:srgbClr val="22252A"/>
                  </a:solidFill>
                  <a:latin typeface="Arial"/>
                </a:rPr>
                <a:t>Maosh, korporativ madaniyat va ish mazmuni haqida shaffoflik kam</a:t>
              </a:r>
            </a:p>
            <a:p>
              <a:pPr algn="l">
                <a:lnSpc>
                  <a:spcPct val="102000"/>
                </a:lnSpc>
                <a:spcBef>
                  <a:spcPts val="0"/>
                </a:spcBef>
                <a:spcAft>
                  <a:spcPts val="300"/>
                </a:spcAft>
              </a:pPr>
              <a:r>
                <a:rPr lang="en-US" sz="1050" b="1" i="0" noProof="0" dirty="0">
                  <a:solidFill>
                    <a:srgbClr val="E76500"/>
                  </a:solidFill>
                  <a:latin typeface="Arial"/>
                </a:rPr>
                <a:t>•  </a:t>
              </a:r>
              <a:r>
                <a:rPr lang="en-US" sz="1050" b="0" i="0" noProof="0" dirty="0">
                  <a:solidFill>
                    <a:srgbClr val="22252A"/>
                  </a:solidFill>
                  <a:latin typeface="Arial"/>
                </a:rPr>
                <a:t>Ko‘pincha ingliz/rus tili talab qilinadi — o‘zbek tilida muloqot qiluvchilar uchun to‘siq</a:t>
              </a:r>
            </a:p>
          </p:txBody>
        </p:sp>
      </p:grpSp>
      <p:sp>
        <p:nvSpPr>
          <p:cNvPr id="59" name="Rounded Rectangle 58"/>
          <p:cNvSpPr/>
          <p:nvPr/>
        </p:nvSpPr>
        <p:spPr>
          <a:xfrm>
            <a:off x="8000277" y="3940646"/>
            <a:ext cx="3777195" cy="175907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D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60" name="TextBox 59"/>
          <p:cNvSpPr txBox="1"/>
          <p:nvPr/>
        </p:nvSpPr>
        <p:spPr>
          <a:xfrm>
            <a:off x="8055864" y="3959053"/>
            <a:ext cx="3584448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lang="en-US" sz="1050" b="1" i="0" noProof="0" dirty="0">
                <a:solidFill>
                  <a:srgbClr val="049F9A"/>
                </a:solidFill>
                <a:latin typeface="Arial"/>
              </a:rPr>
              <a:t>Qiyinchiliklar</a:t>
            </a:r>
          </a:p>
        </p:txBody>
      </p:sp>
      <p:sp>
        <p:nvSpPr>
          <p:cNvPr id="61" name="Rectangle 60"/>
          <p:cNvSpPr/>
          <p:nvPr/>
        </p:nvSpPr>
        <p:spPr>
          <a:xfrm>
            <a:off x="8065008" y="4194179"/>
            <a:ext cx="502920" cy="45719"/>
          </a:xfrm>
          <a:prstGeom prst="rect">
            <a:avLst/>
          </a:prstGeom>
          <a:solidFill>
            <a:srgbClr val="049F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62" name="TextBox 61"/>
          <p:cNvSpPr txBox="1"/>
          <p:nvPr/>
        </p:nvSpPr>
        <p:spPr>
          <a:xfrm>
            <a:off x="8065008" y="4341265"/>
            <a:ext cx="3584448" cy="109363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2000"/>
              </a:lnSpc>
              <a:spcAft>
                <a:spcPts val="300"/>
              </a:spcAft>
            </a:pPr>
            <a:r>
              <a:rPr lang="en-US" sz="900" b="1" i="0" noProof="0" dirty="0">
                <a:solidFill>
                  <a:srgbClr val="049F9A"/>
                </a:solidFill>
                <a:latin typeface="Arial"/>
              </a:rPr>
              <a:t>•  </a:t>
            </a:r>
            <a:r>
              <a:rPr lang="en-US" sz="1050" dirty="0">
                <a:solidFill>
                  <a:srgbClr val="22252A"/>
                </a:solidFill>
              </a:rPr>
              <a:t>O‘qish bilan ish qidirishga kerakli vaqtni muvozanatlash</a:t>
            </a:r>
          </a:p>
          <a:p>
            <a:pPr>
              <a:lnSpc>
                <a:spcPct val="102000"/>
              </a:lnSpc>
              <a:spcAft>
                <a:spcPts val="300"/>
              </a:spcAft>
            </a:pPr>
            <a:r>
              <a:rPr lang="en-US" sz="1050" b="1" dirty="0">
                <a:solidFill>
                  <a:srgbClr val="049F9A"/>
                </a:solidFill>
              </a:rPr>
              <a:t>•</a:t>
            </a:r>
            <a:r>
              <a:rPr lang="en-US" sz="1050" dirty="0">
                <a:solidFill>
                  <a:srgbClr val="22252A"/>
                </a:solidFill>
              </a:rPr>
              <a:t> Haftalar davomida javob kelmasa ham rag‘batlanishni saqlab qolish</a:t>
            </a:r>
          </a:p>
          <a:p>
            <a:pPr>
              <a:lnSpc>
                <a:spcPct val="102000"/>
              </a:lnSpc>
              <a:spcAft>
                <a:spcPts val="300"/>
              </a:spcAft>
            </a:pPr>
            <a:r>
              <a:rPr lang="en-US" sz="1050" b="1" dirty="0">
                <a:solidFill>
                  <a:srgbClr val="049F9A"/>
                </a:solidFill>
              </a:rPr>
              <a:t>•</a:t>
            </a:r>
            <a:r>
              <a:rPr lang="en-US" sz="1050" dirty="0">
                <a:solidFill>
                  <a:srgbClr val="22252A"/>
                </a:solidFill>
              </a:rPr>
              <a:t> Bozor signallari noaniq bo‘lganda qaysi ko‘nikmaga sarmoya qilishni bilish</a:t>
            </a:r>
          </a:p>
          <a:p>
            <a:pPr>
              <a:lnSpc>
                <a:spcPct val="102000"/>
              </a:lnSpc>
              <a:spcAft>
                <a:spcPts val="300"/>
              </a:spcAft>
            </a:pPr>
            <a:r>
              <a:rPr lang="en-US" sz="1050" b="1" dirty="0">
                <a:solidFill>
                  <a:srgbClr val="049F9A"/>
                </a:solidFill>
              </a:rPr>
              <a:t>•</a:t>
            </a:r>
            <a:r>
              <a:rPr lang="en-US" sz="1050" dirty="0">
                <a:solidFill>
                  <a:srgbClr val="22252A"/>
                </a:solidFill>
              </a:rPr>
              <a:t> Soha tajribasiz ishonch va obro‘ qozonish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3858768" y="5762555"/>
            <a:ext cx="7918704" cy="926388"/>
          </a:xfrm>
          <a:prstGeom prst="roundRect">
            <a:avLst>
              <a:gd name="adj" fmla="val 7000"/>
            </a:avLst>
          </a:prstGeom>
          <a:solidFill>
            <a:srgbClr val="D1E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64" name="Rectangle 63"/>
          <p:cNvSpPr/>
          <p:nvPr/>
        </p:nvSpPr>
        <p:spPr>
          <a:xfrm>
            <a:off x="3870832" y="5790648"/>
            <a:ext cx="45719" cy="765599"/>
          </a:xfrm>
          <a:prstGeom prst="rect">
            <a:avLst/>
          </a:prstGeom>
          <a:solidFill>
            <a:srgbClr val="E76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65" name="TextBox 64"/>
          <p:cNvSpPr txBox="1"/>
          <p:nvPr/>
        </p:nvSpPr>
        <p:spPr>
          <a:xfrm>
            <a:off x="4070323" y="5864755"/>
            <a:ext cx="7461504" cy="1308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lang="en-US" sz="850" b="1" i="0" noProof="0" dirty="0">
                <a:solidFill>
                  <a:srgbClr val="E76500"/>
                </a:solidFill>
                <a:latin typeface="Arial"/>
              </a:rPr>
              <a:t>DIZAYN XULOSASI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059936" y="6111515"/>
            <a:ext cx="7461504" cy="3275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lang="en-US" sz="1050" b="0" i="0" noProof="0" dirty="0">
                <a:solidFill>
                  <a:srgbClr val="00144A"/>
                </a:solidFill>
                <a:latin typeface="Arial"/>
              </a:rPr>
              <a:t>Doston passiv emas — u har kuni qidiradi. Muammo fragmentatsiyada, motivatsiyada emas. Ziyoning imkoniyati — u hozir o‘nlab tarqoq kanallardan o‘zi jamlayotgan yagona ishonchli manbaga aylanish.</a:t>
            </a:r>
          </a:p>
        </p:txBody>
      </p:sp>
      <p:pic>
        <p:nvPicPr>
          <p:cNvPr id="68" name="Picture 67">
            <a:extLst>
              <a:ext uri="{FF2B5EF4-FFF2-40B4-BE49-F238E27FC236}">
                <a16:creationId xmlns:a16="http://schemas.microsoft.com/office/drawing/2014/main" id="{B6CF9588-03E7-8A8B-359A-DC3C5C1BC36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838" b="1718"/>
          <a:stretch>
            <a:fillRect/>
          </a:stretch>
        </p:blipFill>
        <p:spPr>
          <a:xfrm>
            <a:off x="1385620" y="669336"/>
            <a:ext cx="1290308" cy="1278850"/>
          </a:xfrm>
          <a:prstGeom prst="ellipse">
            <a:avLst/>
          </a:prstGeom>
        </p:spPr>
      </p:pic>
      <p:sp>
        <p:nvSpPr>
          <p:cNvPr id="73" name="Rectangle 72">
            <a:extLst>
              <a:ext uri="{FF2B5EF4-FFF2-40B4-BE49-F238E27FC236}">
                <a16:creationId xmlns:a16="http://schemas.microsoft.com/office/drawing/2014/main" id="{80DC815C-9343-59C7-284F-12C24BA8C85D}"/>
              </a:ext>
            </a:extLst>
          </p:cNvPr>
          <p:cNvSpPr/>
          <p:nvPr/>
        </p:nvSpPr>
        <p:spPr>
          <a:xfrm>
            <a:off x="4087368" y="4215271"/>
            <a:ext cx="502920" cy="32004"/>
          </a:xfrm>
          <a:prstGeom prst="rect">
            <a:avLst/>
          </a:prstGeom>
          <a:solidFill>
            <a:srgbClr val="E76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517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" name="TextBox 2"/>
          <p:cNvSpPr txBox="1"/>
          <p:nvPr/>
        </p:nvSpPr>
        <p:spPr>
          <a:xfrm>
            <a:off x="411480" y="274320"/>
            <a:ext cx="640080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lang="en-US" sz="1100" b="1" i="0" noProof="0" dirty="0">
                <a:solidFill>
                  <a:srgbClr val="E76500"/>
                </a:solidFill>
                <a:latin typeface="72 Brand Medium"/>
              </a:rPr>
              <a:t>END USER PERSONA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94960" y="301752"/>
            <a:ext cx="6382512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lang="en-US" sz="900" b="0" i="0" noProof="0" dirty="0">
                <a:solidFill>
                  <a:srgbClr val="5B6670"/>
                </a:solidFill>
                <a:latin typeface="72 Brand"/>
              </a:rPr>
              <a:t>Ziyo Forum  ·  Discovery Research  ·  October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676656"/>
            <a:ext cx="11365992" cy="18288"/>
          </a:xfrm>
          <a:prstGeom prst="rect">
            <a:avLst/>
          </a:prstGeom>
          <a:solidFill>
            <a:srgbClr val="DDE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6" name="Rounded Rectangle 5"/>
          <p:cNvSpPr/>
          <p:nvPr/>
        </p:nvSpPr>
        <p:spPr>
          <a:xfrm>
            <a:off x="411480" y="841248"/>
            <a:ext cx="3246120" cy="5596128"/>
          </a:xfrm>
          <a:prstGeom prst="roundRect">
            <a:avLst>
              <a:gd name="adj" fmla="val 3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9" name="TextBox 8"/>
          <p:cNvSpPr txBox="1"/>
          <p:nvPr/>
        </p:nvSpPr>
        <p:spPr>
          <a:xfrm>
            <a:off x="502920" y="1975104"/>
            <a:ext cx="3063239" cy="2539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lang="en-US" sz="1650" b="1" noProof="0" dirty="0">
                <a:solidFill>
                  <a:srgbClr val="22252A"/>
                </a:solidFill>
                <a:latin typeface="72 Brand Medium"/>
              </a:rPr>
              <a:t>Kamola Ergasheva</a:t>
            </a:r>
            <a:endParaRPr lang="en-US" sz="1650" b="1" i="0" noProof="0" dirty="0">
              <a:solidFill>
                <a:srgbClr val="22252A"/>
              </a:solidFill>
              <a:latin typeface="72 Brand Medium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48640" y="2322576"/>
            <a:ext cx="2971800" cy="273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900" b="0" i="0" noProof="0">
                <a:solidFill>
                  <a:srgbClr val="5B6670"/>
                </a:solidFill>
                <a:latin typeface="72 Brand"/>
              </a:rPr>
              <a:t>2nd-Year German Language Student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50" noProof="0">
                <a:solidFill>
                  <a:srgbClr val="5B6670"/>
                </a:solidFill>
                <a:latin typeface="72 Brand"/>
              </a:rPr>
              <a:t>Tashkent</a:t>
            </a:r>
            <a:r>
              <a:rPr lang="en-US" sz="850" b="0" i="0" noProof="0">
                <a:solidFill>
                  <a:srgbClr val="5B6670"/>
                </a:solidFill>
                <a:latin typeface="72 Brand"/>
              </a:rPr>
              <a:t> State World Languages University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2670048"/>
            <a:ext cx="2697479" cy="13716"/>
          </a:xfrm>
          <a:prstGeom prst="rect">
            <a:avLst/>
          </a:prstGeom>
          <a:solidFill>
            <a:srgbClr val="DDE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12" name="TextBox 11"/>
          <p:cNvSpPr txBox="1"/>
          <p:nvPr/>
        </p:nvSpPr>
        <p:spPr>
          <a:xfrm>
            <a:off x="612648" y="2761488"/>
            <a:ext cx="2880360" cy="2585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750" b="1" i="0" noProof="0">
                <a:solidFill>
                  <a:srgbClr val="E76500"/>
                </a:solidFill>
                <a:latin typeface="72 Brand Medium"/>
              </a:rPr>
              <a:t>AGE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930" b="0" i="0" noProof="0">
                <a:solidFill>
                  <a:srgbClr val="22252A"/>
                </a:solidFill>
                <a:latin typeface="72 Brand"/>
              </a:rPr>
              <a:t>20 years old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" y="3163824"/>
            <a:ext cx="2880360" cy="2585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750" b="1" i="0" noProof="0">
                <a:solidFill>
                  <a:srgbClr val="E76500"/>
                </a:solidFill>
                <a:latin typeface="72 Brand Medium"/>
              </a:rPr>
              <a:t>LOCATION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930" b="0" i="0" noProof="0">
                <a:solidFill>
                  <a:srgbClr val="22252A"/>
                </a:solidFill>
                <a:latin typeface="72 Brand"/>
              </a:rPr>
              <a:t>Tashkent, Uzbekistan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" y="3566160"/>
            <a:ext cx="2880360" cy="2585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750" b="1" i="0" noProof="0">
                <a:solidFill>
                  <a:srgbClr val="E76500"/>
                </a:solidFill>
                <a:latin typeface="72 Brand Medium"/>
              </a:rPr>
              <a:t>EDUCATION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930" b="0" i="0" noProof="0">
                <a:solidFill>
                  <a:srgbClr val="22252A"/>
                </a:solidFill>
                <a:latin typeface="72 Brand"/>
              </a:rPr>
              <a:t>BA </a:t>
            </a:r>
            <a:r>
              <a:rPr lang="en-US" sz="930" noProof="0">
                <a:solidFill>
                  <a:srgbClr val="22252A"/>
                </a:solidFill>
                <a:latin typeface="72 Brand"/>
              </a:rPr>
              <a:t>German</a:t>
            </a:r>
            <a:r>
              <a:rPr lang="en-US" sz="930" b="0" i="0" noProof="0">
                <a:solidFill>
                  <a:srgbClr val="22252A"/>
                </a:solidFill>
                <a:latin typeface="72 Brand"/>
              </a:rPr>
              <a:t> Language (Year 2 of 4)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8" y="3968496"/>
            <a:ext cx="2880360" cy="2585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750" b="1" i="0" noProof="0">
                <a:solidFill>
                  <a:srgbClr val="E76500"/>
                </a:solidFill>
                <a:latin typeface="72 Brand Medium"/>
              </a:rPr>
              <a:t>STATUS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930" b="0" i="0" noProof="0">
                <a:solidFill>
                  <a:srgbClr val="22252A"/>
                </a:solidFill>
                <a:latin typeface="72 Brand"/>
              </a:rPr>
              <a:t>Single, lives in student dormitory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" y="4370832"/>
            <a:ext cx="2880360" cy="2585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750" b="1" i="0" noProof="0">
                <a:solidFill>
                  <a:srgbClr val="E76500"/>
                </a:solidFill>
                <a:latin typeface="72 Brand Medium"/>
              </a:rPr>
              <a:t>EXPERIENCE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930" b="0" i="0" noProof="0">
                <a:solidFill>
                  <a:srgbClr val="22252A"/>
                </a:solidFill>
                <a:latin typeface="72 Brand"/>
              </a:rPr>
              <a:t>Occasional translation gigs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8" y="4791456"/>
            <a:ext cx="2880360" cy="1154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lang="en-US" sz="750" b="1" i="0" noProof="0">
                <a:solidFill>
                  <a:srgbClr val="0070F2"/>
                </a:solidFill>
                <a:latin typeface="72 Brand Medium"/>
              </a:rPr>
              <a:t>INTERESTS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2648" y="5010912"/>
            <a:ext cx="1129284" cy="219456"/>
          </a:xfrm>
          <a:prstGeom prst="roundRect">
            <a:avLst>
              <a:gd name="adj" fmla="val 50000"/>
            </a:avLst>
          </a:prstGeom>
          <a:solidFill>
            <a:srgbClr val="D1E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19" name="TextBox 18"/>
          <p:cNvSpPr txBox="1"/>
          <p:nvPr/>
        </p:nvSpPr>
        <p:spPr>
          <a:xfrm>
            <a:off x="612648" y="5062932"/>
            <a:ext cx="1129284" cy="1154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lang="en-US" sz="750" noProof="0">
                <a:solidFill>
                  <a:srgbClr val="002A86"/>
                </a:solidFill>
                <a:latin typeface="72 Brand"/>
              </a:rPr>
              <a:t>German</a:t>
            </a:r>
            <a:r>
              <a:rPr lang="en-US" sz="750" b="0" i="0" noProof="0">
                <a:solidFill>
                  <a:srgbClr val="002A86"/>
                </a:solidFill>
                <a:latin typeface="72 Brand"/>
              </a:rPr>
              <a:t> Culture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805940" y="5010912"/>
            <a:ext cx="624535" cy="219456"/>
          </a:xfrm>
          <a:prstGeom prst="roundRect">
            <a:avLst>
              <a:gd name="adj" fmla="val 50000"/>
            </a:avLst>
          </a:prstGeom>
          <a:solidFill>
            <a:srgbClr val="D1E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21" name="TextBox 20"/>
          <p:cNvSpPr txBox="1"/>
          <p:nvPr/>
        </p:nvSpPr>
        <p:spPr>
          <a:xfrm>
            <a:off x="1805940" y="5062932"/>
            <a:ext cx="624535" cy="1154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lang="en-US" sz="750" b="0" i="0" noProof="0">
                <a:solidFill>
                  <a:srgbClr val="002A86"/>
                </a:solidFill>
                <a:latin typeface="72 Brand"/>
              </a:rPr>
              <a:t>German Books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494483" y="5010912"/>
            <a:ext cx="750722" cy="219456"/>
          </a:xfrm>
          <a:prstGeom prst="roundRect">
            <a:avLst>
              <a:gd name="adj" fmla="val 50000"/>
            </a:avLst>
          </a:prstGeom>
          <a:solidFill>
            <a:srgbClr val="D1E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23" name="TextBox 22"/>
          <p:cNvSpPr txBox="1"/>
          <p:nvPr/>
        </p:nvSpPr>
        <p:spPr>
          <a:xfrm>
            <a:off x="2494483" y="5062932"/>
            <a:ext cx="750722" cy="1154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lang="en-US" sz="750" b="0" i="0" noProof="0">
                <a:solidFill>
                  <a:srgbClr val="002A86"/>
                </a:solidFill>
                <a:latin typeface="72 Brand"/>
              </a:rPr>
              <a:t>Languages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2648" y="5294376"/>
            <a:ext cx="561441" cy="219456"/>
          </a:xfrm>
          <a:prstGeom prst="roundRect">
            <a:avLst>
              <a:gd name="adj" fmla="val 50000"/>
            </a:avLst>
          </a:prstGeom>
          <a:solidFill>
            <a:srgbClr val="D1E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25" name="TextBox 24"/>
          <p:cNvSpPr txBox="1"/>
          <p:nvPr/>
        </p:nvSpPr>
        <p:spPr>
          <a:xfrm>
            <a:off x="612648" y="5346396"/>
            <a:ext cx="561441" cy="1154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lang="en-US" sz="750" b="0" i="0" noProof="0">
                <a:solidFill>
                  <a:srgbClr val="002A86"/>
                </a:solidFill>
                <a:latin typeface="72 Brand"/>
              </a:rPr>
              <a:t>Painting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238097" y="5294376"/>
            <a:ext cx="498348" cy="219456"/>
          </a:xfrm>
          <a:prstGeom prst="roundRect">
            <a:avLst>
              <a:gd name="adj" fmla="val 50000"/>
            </a:avLst>
          </a:prstGeom>
          <a:solidFill>
            <a:srgbClr val="D1E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27" name="TextBox 26"/>
          <p:cNvSpPr txBox="1"/>
          <p:nvPr/>
        </p:nvSpPr>
        <p:spPr>
          <a:xfrm>
            <a:off x="1238097" y="5346396"/>
            <a:ext cx="498348" cy="1154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lang="en-US" sz="750" b="0" i="0" noProof="0">
                <a:solidFill>
                  <a:srgbClr val="002A86"/>
                </a:solidFill>
                <a:latin typeface="72 Brand"/>
              </a:rPr>
              <a:t>Music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800453" y="5294376"/>
            <a:ext cx="561441" cy="219456"/>
          </a:xfrm>
          <a:prstGeom prst="roundRect">
            <a:avLst>
              <a:gd name="adj" fmla="val 50000"/>
            </a:avLst>
          </a:prstGeom>
          <a:solidFill>
            <a:srgbClr val="D1E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29" name="TextBox 28"/>
          <p:cNvSpPr txBox="1"/>
          <p:nvPr/>
        </p:nvSpPr>
        <p:spPr>
          <a:xfrm>
            <a:off x="1800453" y="5346396"/>
            <a:ext cx="561441" cy="1154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lang="en-US" sz="750" b="0" i="0" noProof="0">
                <a:solidFill>
                  <a:srgbClr val="002A86"/>
                </a:solidFill>
                <a:latin typeface="72 Brand"/>
              </a:rPr>
              <a:t>Travel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2648" y="5596128"/>
            <a:ext cx="2880360" cy="1154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lang="en-US" sz="750" b="1" i="0" noProof="0">
                <a:solidFill>
                  <a:srgbClr val="0070F2"/>
                </a:solidFill>
                <a:latin typeface="72 Brand Medium"/>
              </a:rPr>
              <a:t>WHERE SHE  LOOKS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12648" y="5815584"/>
            <a:ext cx="687628" cy="219456"/>
          </a:xfrm>
          <a:prstGeom prst="roundRect">
            <a:avLst>
              <a:gd name="adj" fmla="val 50000"/>
            </a:avLst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32" name="TextBox 31"/>
          <p:cNvSpPr txBox="1"/>
          <p:nvPr/>
        </p:nvSpPr>
        <p:spPr>
          <a:xfrm>
            <a:off x="612648" y="5867604"/>
            <a:ext cx="687628" cy="1154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lang="en-US" sz="750" b="0" i="0" noProof="0">
                <a:solidFill>
                  <a:srgbClr val="5B6670"/>
                </a:solidFill>
                <a:latin typeface="72 Brand"/>
              </a:rPr>
              <a:t>Telegram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364284" y="5815584"/>
            <a:ext cx="750722" cy="219456"/>
          </a:xfrm>
          <a:prstGeom prst="roundRect">
            <a:avLst>
              <a:gd name="adj" fmla="val 50000"/>
            </a:avLst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34" name="TextBox 33"/>
          <p:cNvSpPr txBox="1"/>
          <p:nvPr/>
        </p:nvSpPr>
        <p:spPr>
          <a:xfrm>
            <a:off x="1364284" y="5867604"/>
            <a:ext cx="750722" cy="1154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lang="en-US" sz="750" b="0" i="0" noProof="0">
                <a:solidFill>
                  <a:srgbClr val="5B6670"/>
                </a:solidFill>
                <a:latin typeface="72 Brand"/>
              </a:rPr>
              <a:t>Instagram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2179015" y="5815584"/>
            <a:ext cx="624535" cy="219456"/>
          </a:xfrm>
          <a:prstGeom prst="roundRect">
            <a:avLst>
              <a:gd name="adj" fmla="val 50000"/>
            </a:avLst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36" name="TextBox 35"/>
          <p:cNvSpPr txBox="1"/>
          <p:nvPr/>
        </p:nvSpPr>
        <p:spPr>
          <a:xfrm>
            <a:off x="2179015" y="5867604"/>
            <a:ext cx="624535" cy="1154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lang="en-US" sz="750" b="0" i="0" noProof="0">
                <a:solidFill>
                  <a:srgbClr val="5B6670"/>
                </a:solidFill>
                <a:latin typeface="72 Brand"/>
              </a:rPr>
              <a:t>YouTube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12648" y="6099048"/>
            <a:ext cx="750722" cy="219456"/>
          </a:xfrm>
          <a:prstGeom prst="roundRect">
            <a:avLst>
              <a:gd name="adj" fmla="val 50000"/>
            </a:avLst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38" name="TextBox 37"/>
          <p:cNvSpPr txBox="1"/>
          <p:nvPr/>
        </p:nvSpPr>
        <p:spPr>
          <a:xfrm>
            <a:off x="612648" y="6151068"/>
            <a:ext cx="750722" cy="1154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lang="en-US" sz="750" b="0" i="0" noProof="0" dirty="0">
                <a:solidFill>
                  <a:srgbClr val="5B6670"/>
                </a:solidFill>
                <a:latin typeface="72 Brand"/>
              </a:rPr>
              <a:t>Uni Chats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427378" y="6099048"/>
            <a:ext cx="561441" cy="219456"/>
          </a:xfrm>
          <a:prstGeom prst="roundRect">
            <a:avLst>
              <a:gd name="adj" fmla="val 50000"/>
            </a:avLst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40" name="TextBox 39"/>
          <p:cNvSpPr txBox="1"/>
          <p:nvPr/>
        </p:nvSpPr>
        <p:spPr>
          <a:xfrm>
            <a:off x="1427378" y="6151068"/>
            <a:ext cx="561441" cy="1154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lang="en-US" sz="750" b="0" i="0" noProof="0">
                <a:solidFill>
                  <a:srgbClr val="5B6670"/>
                </a:solidFill>
                <a:latin typeface="72 Brand"/>
              </a:rPr>
              <a:t>Google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858768" y="841248"/>
            <a:ext cx="7918704" cy="914400"/>
          </a:xfrm>
          <a:prstGeom prst="roundRect">
            <a:avLst>
              <a:gd name="adj" fmla="val 6000"/>
            </a:avLst>
          </a:prstGeom>
          <a:solidFill>
            <a:srgbClr val="002A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42" name="TextBox 41"/>
          <p:cNvSpPr txBox="1"/>
          <p:nvPr/>
        </p:nvSpPr>
        <p:spPr>
          <a:xfrm>
            <a:off x="4114800" y="972383"/>
            <a:ext cx="548640" cy="61555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lang="en-US" sz="4000" b="1" i="0" noProof="0">
                <a:solidFill>
                  <a:srgbClr val="89D1FF"/>
                </a:solidFill>
                <a:latin typeface="72 Brand Medium"/>
              </a:rPr>
              <a:t>“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17136" y="992117"/>
            <a:ext cx="7004304" cy="44807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lang="en-US" sz="1400" b="0" i="1" noProof="0">
                <a:solidFill>
                  <a:srgbClr val="FFFFFF"/>
                </a:solidFill>
                <a:latin typeface="72 Brand"/>
              </a:rPr>
              <a:t>There are opportunities everywhere — but spread across so many channels that I usually give up before I find the right one.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17136" y="1499505"/>
            <a:ext cx="7004304" cy="1308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lang="en-US" sz="850" b="1" i="0" noProof="0" dirty="0">
                <a:solidFill>
                  <a:srgbClr val="89D1FF"/>
                </a:solidFill>
                <a:latin typeface="72 Brand Medium"/>
              </a:rPr>
              <a:t>— </a:t>
            </a:r>
            <a:r>
              <a:rPr lang="en-US" sz="850" b="1" noProof="0" dirty="0">
                <a:solidFill>
                  <a:srgbClr val="89D1FF"/>
                </a:solidFill>
                <a:latin typeface="72 Brand Medium"/>
              </a:rPr>
              <a:t>Kamola</a:t>
            </a:r>
            <a:r>
              <a:rPr lang="en-US" sz="850" b="1" i="0" noProof="0" dirty="0">
                <a:solidFill>
                  <a:srgbClr val="89D1FF"/>
                </a:solidFill>
                <a:latin typeface="72 Brand Medium"/>
              </a:rPr>
              <a:t> </a:t>
            </a:r>
            <a:r>
              <a:rPr lang="en-US" sz="850" b="1" noProof="0" dirty="0">
                <a:solidFill>
                  <a:srgbClr val="89D1FF"/>
                </a:solidFill>
                <a:latin typeface="72 Brand Medium"/>
              </a:rPr>
              <a:t>Ergasheva</a:t>
            </a:r>
            <a:r>
              <a:rPr lang="en-US" sz="850" b="1" i="0" noProof="0" dirty="0">
                <a:solidFill>
                  <a:srgbClr val="89D1FF"/>
                </a:solidFill>
                <a:latin typeface="72 Brand Medium"/>
              </a:rPr>
              <a:t>, 20  ·  G</a:t>
            </a:r>
            <a:r>
              <a:rPr lang="en-US" sz="850" b="1" noProof="0" dirty="0">
                <a:solidFill>
                  <a:srgbClr val="89D1FF"/>
                </a:solidFill>
                <a:latin typeface="72 Brand Medium"/>
              </a:rPr>
              <a:t>erman</a:t>
            </a:r>
            <a:r>
              <a:rPr lang="en-US" sz="850" b="1" i="0" noProof="0" dirty="0">
                <a:solidFill>
                  <a:srgbClr val="89D1FF"/>
                </a:solidFill>
                <a:latin typeface="72 Brand Medium"/>
              </a:rPr>
              <a:t> </a:t>
            </a:r>
            <a:r>
              <a:rPr lang="en-US" sz="850" b="1" dirty="0">
                <a:solidFill>
                  <a:srgbClr val="89D1FF"/>
                </a:solidFill>
                <a:latin typeface="72 Brand Medium"/>
              </a:rPr>
              <a:t>Language Student, Tashkent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3858768" y="1901952"/>
            <a:ext cx="3858768" cy="16459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D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46" name="TextBox 45"/>
          <p:cNvSpPr txBox="1"/>
          <p:nvPr/>
        </p:nvSpPr>
        <p:spPr>
          <a:xfrm>
            <a:off x="4005072" y="2011680"/>
            <a:ext cx="3584448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lang="en-US" sz="1050" b="1" i="0" noProof="0">
                <a:solidFill>
                  <a:srgbClr val="36A41D"/>
                </a:solidFill>
                <a:latin typeface="72 Brand Medium"/>
              </a:rPr>
              <a:t>Goals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005072" y="2304288"/>
            <a:ext cx="502920" cy="32004"/>
          </a:xfrm>
          <a:prstGeom prst="rect">
            <a:avLst/>
          </a:prstGeom>
          <a:solidFill>
            <a:srgbClr val="36A4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48" name="TextBox 47"/>
          <p:cNvSpPr txBox="1"/>
          <p:nvPr/>
        </p:nvSpPr>
        <p:spPr>
          <a:xfrm>
            <a:off x="4005072" y="2414016"/>
            <a:ext cx="3566160" cy="764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lang="en-US" sz="900" b="1" i="0" noProof="0" dirty="0">
                <a:solidFill>
                  <a:srgbClr val="36A41D"/>
                </a:solidFill>
                <a:latin typeface="72 Brand"/>
              </a:rPr>
              <a:t>•  </a:t>
            </a:r>
            <a:r>
              <a:rPr lang="en-US" sz="1050" noProof="0" dirty="0">
                <a:solidFill>
                  <a:srgbClr val="22252A"/>
                </a:solidFill>
                <a:cs typeface="Arial"/>
              </a:rPr>
              <a:t>Reach fluency in and use it in a real career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lang="en-US" sz="900" b="1" noProof="0" dirty="0">
                <a:solidFill>
                  <a:srgbClr val="36A41D"/>
                </a:solidFill>
                <a:latin typeface="72 Brand"/>
              </a:rPr>
              <a:t>•  </a:t>
            </a:r>
            <a:r>
              <a:rPr lang="en-US" sz="1050" noProof="0" dirty="0">
                <a:solidFill>
                  <a:srgbClr val="22252A"/>
                </a:solidFill>
                <a:cs typeface="Arial"/>
              </a:rPr>
              <a:t>Win a scholarship or exchange semester in Germany</a:t>
            </a:r>
          </a:p>
          <a:p>
            <a:pPr>
              <a:lnSpc>
                <a:spcPct val="102000"/>
              </a:lnSpc>
              <a:spcAft>
                <a:spcPts val="300"/>
              </a:spcAft>
            </a:pPr>
            <a:r>
              <a:rPr lang="en-US" sz="1050" b="1" noProof="0" dirty="0">
                <a:solidFill>
                  <a:srgbClr val="36A41D"/>
                </a:solidFill>
                <a:latin typeface="72 Brand"/>
              </a:rPr>
              <a:t>•</a:t>
            </a:r>
            <a:r>
              <a:rPr lang="en-US" sz="1050" noProof="0" dirty="0">
                <a:solidFill>
                  <a:srgbClr val="22252A"/>
                </a:solidFill>
                <a:cs typeface="Arial"/>
              </a:rPr>
              <a:t>  Find a part-time job or internship that uses his languages</a:t>
            </a:r>
          </a:p>
          <a:p>
            <a:pPr>
              <a:lnSpc>
                <a:spcPct val="102000"/>
              </a:lnSpc>
              <a:spcAft>
                <a:spcPts val="300"/>
              </a:spcAft>
            </a:pPr>
            <a:r>
              <a:rPr lang="en-US" sz="1050" b="1" noProof="0" dirty="0">
                <a:solidFill>
                  <a:srgbClr val="36A41D"/>
                </a:solidFill>
                <a:latin typeface="72 Brand"/>
              </a:rPr>
              <a:t>•</a:t>
            </a:r>
            <a:r>
              <a:rPr lang="en-US" sz="1050" noProof="0" dirty="0">
                <a:solidFill>
                  <a:srgbClr val="22252A"/>
                </a:solidFill>
                <a:cs typeface="Arial"/>
              </a:rPr>
              <a:t>  Gain real experience without spending hours searching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7918704" y="1901952"/>
            <a:ext cx="3858768" cy="16459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D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50" name="TextBox 49"/>
          <p:cNvSpPr txBox="1"/>
          <p:nvPr/>
        </p:nvSpPr>
        <p:spPr>
          <a:xfrm>
            <a:off x="8065008" y="2011680"/>
            <a:ext cx="3584448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lang="en-US" sz="1050" b="1" i="0" noProof="0">
                <a:solidFill>
                  <a:srgbClr val="0070F2"/>
                </a:solidFill>
                <a:latin typeface="72 Brand Medium"/>
              </a:rPr>
              <a:t>What She Needs from Ziyo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065008" y="2304288"/>
            <a:ext cx="502920" cy="32004"/>
          </a:xfrm>
          <a:prstGeom prst="rect">
            <a:avLst/>
          </a:prstGeom>
          <a:solidFill>
            <a:srgbClr val="007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52" name="TextBox 51"/>
          <p:cNvSpPr txBox="1"/>
          <p:nvPr/>
        </p:nvSpPr>
        <p:spPr>
          <a:xfrm>
            <a:off x="8065008" y="2414016"/>
            <a:ext cx="3566160" cy="109363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2000"/>
              </a:lnSpc>
              <a:spcAft>
                <a:spcPts val="300"/>
              </a:spcAft>
            </a:pPr>
            <a:r>
              <a:rPr lang="en-US" sz="900" b="1" i="0" noProof="0" dirty="0">
                <a:solidFill>
                  <a:srgbClr val="0070F2"/>
                </a:solidFill>
                <a:latin typeface="72 Brand"/>
              </a:rPr>
              <a:t>•  </a:t>
            </a:r>
            <a:r>
              <a:rPr lang="en-US" sz="1050" noProof="0" dirty="0">
                <a:solidFill>
                  <a:srgbClr val="22252A"/>
                </a:solidFill>
                <a:cs typeface="Arial"/>
              </a:rPr>
              <a:t>One place that gathers opportunities so she stops scrolling channels</a:t>
            </a:r>
          </a:p>
          <a:p>
            <a:pPr>
              <a:lnSpc>
                <a:spcPct val="102000"/>
              </a:lnSpc>
              <a:spcAft>
                <a:spcPts val="300"/>
              </a:spcAft>
            </a:pPr>
            <a:r>
              <a:rPr lang="en-US" sz="1050" b="1" noProof="0" dirty="0">
                <a:solidFill>
                  <a:srgbClr val="0070F2"/>
                </a:solidFill>
                <a:latin typeface="72 Brand"/>
              </a:rPr>
              <a:t>•</a:t>
            </a:r>
            <a:r>
              <a:rPr lang="en-US" sz="1050" noProof="0" dirty="0">
                <a:solidFill>
                  <a:srgbClr val="22252A"/>
                </a:solidFill>
                <a:cs typeface="Arial"/>
              </a:rPr>
              <a:t> Personalized matches relevant to language &amp; humanities students</a:t>
            </a:r>
          </a:p>
          <a:p>
            <a:pPr>
              <a:lnSpc>
                <a:spcPct val="102000"/>
              </a:lnSpc>
              <a:spcAft>
                <a:spcPts val="300"/>
              </a:spcAft>
            </a:pPr>
            <a:r>
              <a:rPr lang="en-US" sz="1050" b="1" noProof="0" dirty="0">
                <a:solidFill>
                  <a:srgbClr val="0070F2"/>
                </a:solidFill>
                <a:latin typeface="72 Brand"/>
              </a:rPr>
              <a:t>•</a:t>
            </a:r>
            <a:r>
              <a:rPr lang="en-US" sz="1050" noProof="0" dirty="0">
                <a:solidFill>
                  <a:srgbClr val="22252A"/>
                </a:solidFill>
                <a:cs typeface="Arial"/>
              </a:rPr>
              <a:t>  Deadline reminders so she doesn't miss what matters</a:t>
            </a:r>
          </a:p>
          <a:p>
            <a:pPr>
              <a:lnSpc>
                <a:spcPct val="102000"/>
              </a:lnSpc>
              <a:spcAft>
                <a:spcPts val="300"/>
              </a:spcAft>
            </a:pPr>
            <a:r>
              <a:rPr lang="en-US" sz="1050" b="1" noProof="0" dirty="0">
                <a:solidFill>
                  <a:srgbClr val="0070F2"/>
                </a:solidFill>
                <a:latin typeface="72 Brand"/>
              </a:rPr>
              <a:t>•</a:t>
            </a:r>
            <a:r>
              <a:rPr lang="en-US" sz="1050" noProof="0" dirty="0">
                <a:solidFill>
                  <a:srgbClr val="22252A"/>
                </a:solidFill>
                <a:cs typeface="Arial"/>
              </a:rPr>
              <a:t>  Short, simple applications that take minutes, not hours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3858768" y="3639312"/>
            <a:ext cx="3858768" cy="16459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D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54" name="TextBox 53"/>
          <p:cNvSpPr txBox="1"/>
          <p:nvPr/>
        </p:nvSpPr>
        <p:spPr>
          <a:xfrm>
            <a:off x="4005072" y="3749039"/>
            <a:ext cx="3584448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lang="en-US" sz="1050" b="1" i="0" noProof="0">
                <a:solidFill>
                  <a:srgbClr val="E76500"/>
                </a:solidFill>
                <a:latin typeface="72 Brand Medium"/>
              </a:rPr>
              <a:t>Pain Points Today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005072" y="4041648"/>
            <a:ext cx="502920" cy="32004"/>
          </a:xfrm>
          <a:prstGeom prst="rect">
            <a:avLst/>
          </a:prstGeom>
          <a:solidFill>
            <a:srgbClr val="E76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56" name="TextBox 55"/>
          <p:cNvSpPr txBox="1"/>
          <p:nvPr/>
        </p:nvSpPr>
        <p:spPr>
          <a:xfrm>
            <a:off x="4005072" y="4151376"/>
            <a:ext cx="3767328" cy="9288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lang="en-US" sz="900" b="1" i="0" noProof="0">
                <a:solidFill>
                  <a:srgbClr val="E76500"/>
                </a:solidFill>
                <a:latin typeface="72 Brand"/>
              </a:rPr>
              <a:t>•  </a:t>
            </a:r>
            <a:r>
              <a:rPr lang="en-US" sz="1050" noProof="0">
                <a:solidFill>
                  <a:srgbClr val="22252A"/>
                </a:solidFill>
                <a:cs typeface="Arial"/>
              </a:rPr>
              <a:t>Opportunities scattered across dozens of Telegram channels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lang="en-US" sz="1050" b="1" noProof="0">
                <a:solidFill>
                  <a:srgbClr val="E76500"/>
                </a:solidFill>
                <a:latin typeface="72 Brand"/>
              </a:rPr>
              <a:t>•</a:t>
            </a:r>
            <a:r>
              <a:rPr lang="en-US" sz="1050" noProof="0">
                <a:solidFill>
                  <a:srgbClr val="22252A"/>
                </a:solidFill>
                <a:cs typeface="Arial"/>
              </a:rPr>
              <a:t> Gives up when searching takes too long or feels overwhelming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lang="en-US" sz="1050" b="1" noProof="0">
                <a:solidFill>
                  <a:srgbClr val="E76500"/>
                </a:solidFill>
                <a:latin typeface="72 Brand"/>
              </a:rPr>
              <a:t>•</a:t>
            </a:r>
            <a:r>
              <a:rPr lang="en-US" sz="1050" noProof="0">
                <a:solidFill>
                  <a:srgbClr val="22252A"/>
                </a:solidFill>
                <a:cs typeface="Arial"/>
              </a:rPr>
              <a:t>  Misses deadlines because key information is buried in chats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lang="en-US" sz="1050" b="1" noProof="0">
                <a:solidFill>
                  <a:srgbClr val="E76500"/>
                </a:solidFill>
                <a:latin typeface="72 Brand"/>
              </a:rPr>
              <a:t>•</a:t>
            </a:r>
            <a:r>
              <a:rPr lang="en-US" sz="1050" noProof="0">
                <a:solidFill>
                  <a:srgbClr val="22252A"/>
                </a:solidFill>
                <a:cs typeface="Arial"/>
              </a:rPr>
              <a:t>  Few listings feel relevant to a language major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7918704" y="3639312"/>
            <a:ext cx="3858768" cy="16459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D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58" name="TextBox 57"/>
          <p:cNvSpPr txBox="1"/>
          <p:nvPr/>
        </p:nvSpPr>
        <p:spPr>
          <a:xfrm>
            <a:off x="8065008" y="3749039"/>
            <a:ext cx="3584448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lang="en-US" sz="1050" b="1" i="0" noProof="0">
                <a:solidFill>
                  <a:srgbClr val="049F9A"/>
                </a:solidFill>
                <a:latin typeface="72 Brand Medium"/>
              </a:rPr>
              <a:t>Challenges</a:t>
            </a:r>
          </a:p>
        </p:txBody>
      </p:sp>
      <p:sp>
        <p:nvSpPr>
          <p:cNvPr id="59" name="Rectangle 58"/>
          <p:cNvSpPr/>
          <p:nvPr/>
        </p:nvSpPr>
        <p:spPr>
          <a:xfrm>
            <a:off x="8065008" y="4041648"/>
            <a:ext cx="502920" cy="32004"/>
          </a:xfrm>
          <a:prstGeom prst="rect">
            <a:avLst/>
          </a:prstGeom>
          <a:solidFill>
            <a:srgbClr val="049F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60" name="TextBox 59"/>
          <p:cNvSpPr txBox="1"/>
          <p:nvPr/>
        </p:nvSpPr>
        <p:spPr>
          <a:xfrm>
            <a:off x="8065008" y="4151376"/>
            <a:ext cx="3566160" cy="764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2000"/>
              </a:lnSpc>
              <a:spcAft>
                <a:spcPts val="300"/>
              </a:spcAft>
            </a:pPr>
            <a:r>
              <a:rPr lang="en-US" sz="1050" b="1" noProof="0">
                <a:solidFill>
                  <a:srgbClr val="049F9A"/>
                </a:solidFill>
                <a:latin typeface="72 Brand"/>
              </a:rPr>
              <a:t>•</a:t>
            </a:r>
            <a:r>
              <a:rPr lang="en-US" sz="1050" noProof="0">
                <a:solidFill>
                  <a:srgbClr val="22252A"/>
                </a:solidFill>
                <a:cs typeface="Arial"/>
              </a:rPr>
              <a:t>  Low motivation to actively hunt for opportunities</a:t>
            </a:r>
          </a:p>
          <a:p>
            <a:pPr>
              <a:lnSpc>
                <a:spcPct val="102000"/>
              </a:lnSpc>
              <a:spcAft>
                <a:spcPts val="300"/>
              </a:spcAft>
            </a:pPr>
            <a:r>
              <a:rPr lang="en-US" sz="1050" b="1" noProof="0">
                <a:solidFill>
                  <a:srgbClr val="049F9A"/>
                </a:solidFill>
                <a:latin typeface="72 Brand"/>
              </a:rPr>
              <a:t>•</a:t>
            </a:r>
            <a:r>
              <a:rPr lang="en-US" sz="1050" noProof="0">
                <a:solidFill>
                  <a:srgbClr val="22252A"/>
                </a:solidFill>
                <a:cs typeface="Arial"/>
              </a:rPr>
              <a:t>  Hard to separate signal from noise across many channels</a:t>
            </a:r>
          </a:p>
          <a:p>
            <a:pPr>
              <a:lnSpc>
                <a:spcPct val="102000"/>
              </a:lnSpc>
              <a:spcAft>
                <a:spcPts val="300"/>
              </a:spcAft>
            </a:pPr>
            <a:r>
              <a:rPr lang="en-US" sz="1050" b="1" noProof="0">
                <a:solidFill>
                  <a:srgbClr val="049F9A"/>
                </a:solidFill>
                <a:latin typeface="72 Brand"/>
              </a:rPr>
              <a:t>•</a:t>
            </a:r>
            <a:r>
              <a:rPr lang="en-US" sz="1050" noProof="0">
                <a:solidFill>
                  <a:srgbClr val="22252A"/>
                </a:solidFill>
                <a:cs typeface="Arial"/>
              </a:rPr>
              <a:t>  Tends to procrastinate on applications</a:t>
            </a:r>
          </a:p>
          <a:p>
            <a:pPr>
              <a:lnSpc>
                <a:spcPct val="102000"/>
              </a:lnSpc>
              <a:spcAft>
                <a:spcPts val="300"/>
              </a:spcAft>
            </a:pPr>
            <a:r>
              <a:rPr lang="en-US" sz="1050" b="1" noProof="0">
                <a:solidFill>
                  <a:srgbClr val="049F9A"/>
                </a:solidFill>
                <a:latin typeface="72 Brand"/>
              </a:rPr>
              <a:t>•</a:t>
            </a:r>
            <a:r>
              <a:rPr lang="en-US" sz="1050" noProof="0">
                <a:solidFill>
                  <a:srgbClr val="22252A"/>
                </a:solidFill>
                <a:cs typeface="Arial"/>
              </a:rPr>
              <a:t>  Unsure which opportunities actually fit her field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3858768" y="5413248"/>
            <a:ext cx="7918704" cy="969264"/>
          </a:xfrm>
          <a:prstGeom prst="roundRect">
            <a:avLst>
              <a:gd name="adj" fmla="val 7000"/>
            </a:avLst>
          </a:prstGeom>
          <a:solidFill>
            <a:srgbClr val="D1E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62" name="Rectangle 61"/>
          <p:cNvSpPr/>
          <p:nvPr/>
        </p:nvSpPr>
        <p:spPr>
          <a:xfrm>
            <a:off x="3858768" y="5413248"/>
            <a:ext cx="82296" cy="841248"/>
          </a:xfrm>
          <a:prstGeom prst="rect">
            <a:avLst/>
          </a:prstGeom>
          <a:solidFill>
            <a:srgbClr val="E76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63" name="TextBox 62"/>
          <p:cNvSpPr txBox="1"/>
          <p:nvPr/>
        </p:nvSpPr>
        <p:spPr>
          <a:xfrm>
            <a:off x="4096511" y="5522976"/>
            <a:ext cx="7461504" cy="1308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lang="en-US" sz="850" b="1" i="0" noProof="0">
                <a:solidFill>
                  <a:srgbClr val="E76500"/>
                </a:solidFill>
                <a:latin typeface="72 Brand Medium"/>
              </a:rPr>
              <a:t>KEY DESIGN INSIGHT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085907" y="5710475"/>
            <a:ext cx="7680961" cy="5531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2000"/>
              </a:lnSpc>
              <a:spcAft>
                <a:spcPts val="300"/>
              </a:spcAft>
            </a:pPr>
            <a:r>
              <a:rPr lang="en-US" sz="1200" noProof="0">
                <a:solidFill>
                  <a:srgbClr val="22252A"/>
                </a:solidFill>
                <a:cs typeface="Arial"/>
              </a:rPr>
              <a:t>Kamola will not dig for opportunities — if it takes effort, she disengages. For users like her, Ziyo must do the searching: aggregate everything in one place, push relevant matches to her, and make acting on them effortless. Convenience, not more content, converts her.</a:t>
            </a:r>
          </a:p>
        </p:txBody>
      </p:sp>
      <p:pic>
        <p:nvPicPr>
          <p:cNvPr id="66" name="Picture 65">
            <a:extLst>
              <a:ext uri="{FF2B5EF4-FFF2-40B4-BE49-F238E27FC236}">
                <a16:creationId xmlns:a16="http://schemas.microsoft.com/office/drawing/2014/main" id="{78B551C9-DD29-4F65-0D47-EA666F4A3E5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283" b="1333"/>
          <a:stretch>
            <a:fillRect/>
          </a:stretch>
        </p:blipFill>
        <p:spPr>
          <a:xfrm>
            <a:off x="1385620" y="673317"/>
            <a:ext cx="1310494" cy="1309818"/>
          </a:xfrm>
          <a:prstGeom prst="ellipse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517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" name="TextBox 2"/>
          <p:cNvSpPr txBox="1"/>
          <p:nvPr/>
        </p:nvSpPr>
        <p:spPr>
          <a:xfrm>
            <a:off x="411480" y="274320"/>
            <a:ext cx="6400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lang="en-US" sz="1100" b="1" i="0" noProof="0" dirty="0">
                <a:solidFill>
                  <a:srgbClr val="E76500"/>
                </a:solidFill>
                <a:latin typeface="Arial"/>
              </a:rPr>
              <a:t>FOYDALANUVCHI PORTRETI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94960" y="301752"/>
            <a:ext cx="6382512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lang="en-US" sz="900" b="0" i="0" noProof="0" dirty="0">
                <a:solidFill>
                  <a:srgbClr val="5B6670"/>
                </a:solidFill>
                <a:latin typeface="Arial"/>
              </a:rPr>
              <a:t>Ziyo Forum  ·  Tadqiqot natijalari  ·  Oktyabr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676656"/>
            <a:ext cx="11365992" cy="18288"/>
          </a:xfrm>
          <a:prstGeom prst="rect">
            <a:avLst/>
          </a:prstGeom>
          <a:solidFill>
            <a:srgbClr val="DDE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6" name="Rounded Rectangle 5"/>
          <p:cNvSpPr/>
          <p:nvPr/>
        </p:nvSpPr>
        <p:spPr>
          <a:xfrm>
            <a:off x="411480" y="841248"/>
            <a:ext cx="3246120" cy="5643246"/>
          </a:xfrm>
          <a:prstGeom prst="roundRect">
            <a:avLst>
              <a:gd name="adj" fmla="val 3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7" name="Oval 6"/>
          <p:cNvSpPr/>
          <p:nvPr/>
        </p:nvSpPr>
        <p:spPr>
          <a:xfrm>
            <a:off x="1577339" y="1005840"/>
            <a:ext cx="914400" cy="914400"/>
          </a:xfrm>
          <a:prstGeom prst="ellipse">
            <a:avLst/>
          </a:prstGeom>
          <a:solidFill>
            <a:srgbClr val="007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TextBox 7"/>
          <p:cNvSpPr txBox="1"/>
          <p:nvPr/>
        </p:nvSpPr>
        <p:spPr>
          <a:xfrm>
            <a:off x="1577339" y="1005840"/>
            <a:ext cx="914400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lang="en-US" sz="2400" b="1" i="0" noProof="0" dirty="0">
                <a:solidFill>
                  <a:srgbClr val="FFFFFF"/>
                </a:solidFill>
                <a:latin typeface="Arial"/>
              </a:rPr>
              <a:t>KE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975104"/>
            <a:ext cx="3063239" cy="2539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lang="en-US" sz="1650" b="1" i="0" noProof="0" dirty="0">
                <a:solidFill>
                  <a:srgbClr val="22252A"/>
                </a:solidFill>
                <a:latin typeface="Arial"/>
              </a:rPr>
              <a:t>Kamola Ergasheva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322576"/>
            <a:ext cx="2971800" cy="2709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uz-Latn-UZ" sz="930" dirty="0">
                <a:solidFill>
                  <a:srgbClr val="22252A"/>
                </a:solidFill>
              </a:rPr>
              <a:t>Nemis tili talabasi</a:t>
            </a:r>
            <a:r>
              <a:rPr lang="en-US" sz="930" dirty="0">
                <a:solidFill>
                  <a:srgbClr val="22252A"/>
                </a:solidFill>
              </a:rPr>
              <a:t>, 2-kurs talabasi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50" b="0" i="0" noProof="0" dirty="0">
                <a:solidFill>
                  <a:srgbClr val="5B6670"/>
                </a:solidFill>
                <a:latin typeface="Arial"/>
              </a:rPr>
              <a:t>O'zbekiston Jahon Tillari Universiteti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2670048"/>
            <a:ext cx="2697479" cy="13716"/>
          </a:xfrm>
          <a:prstGeom prst="rect">
            <a:avLst/>
          </a:prstGeom>
          <a:solidFill>
            <a:srgbClr val="DDE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2" name="TextBox 11"/>
          <p:cNvSpPr txBox="1"/>
          <p:nvPr/>
        </p:nvSpPr>
        <p:spPr>
          <a:xfrm>
            <a:off x="612648" y="2761488"/>
            <a:ext cx="2880360" cy="2585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750" b="1" i="0" noProof="0" dirty="0">
                <a:solidFill>
                  <a:srgbClr val="E76500"/>
                </a:solidFill>
                <a:latin typeface="Arial"/>
              </a:rPr>
              <a:t>YOSHI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930" b="0" i="0" noProof="0" dirty="0">
                <a:solidFill>
                  <a:srgbClr val="22252A"/>
                </a:solidFill>
                <a:latin typeface="Arial"/>
              </a:rPr>
              <a:t>20 yosh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" y="3163824"/>
            <a:ext cx="2880360" cy="2585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750" b="1" i="0" noProof="0" dirty="0">
                <a:solidFill>
                  <a:srgbClr val="E76500"/>
                </a:solidFill>
                <a:latin typeface="Arial"/>
              </a:rPr>
              <a:t>JOYLASHUVI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930" b="0" i="0" noProof="0" dirty="0">
                <a:solidFill>
                  <a:srgbClr val="22252A"/>
                </a:solidFill>
                <a:latin typeface="Arial"/>
              </a:rPr>
              <a:t>Toshkent, O'zbekiston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" y="3566160"/>
            <a:ext cx="2880360" cy="2585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750" b="1" i="0" noProof="0" dirty="0">
                <a:solidFill>
                  <a:srgbClr val="E76500"/>
                </a:solidFill>
                <a:latin typeface="Arial"/>
              </a:rPr>
              <a:t>TA'LIMI</a:t>
            </a:r>
          </a:p>
          <a:p>
            <a:r>
              <a:rPr lang="uz-Latn-UZ" sz="930">
                <a:solidFill>
                  <a:srgbClr val="22252A"/>
                </a:solidFill>
              </a:rPr>
              <a:t>Nemis tili bo‘yicha bakalavr (4 yillik dasturning 2-yili)</a:t>
            </a:r>
            <a:endParaRPr lang="en-IN" sz="930" dirty="0">
              <a:solidFill>
                <a:srgbClr val="22252A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12648" y="3968496"/>
            <a:ext cx="2880360" cy="2585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750" b="1" i="0" noProof="0" dirty="0">
                <a:solidFill>
                  <a:srgbClr val="E76500"/>
                </a:solidFill>
                <a:latin typeface="Arial"/>
              </a:rPr>
              <a:t>HOLATI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930" b="0" i="0" noProof="0" dirty="0">
                <a:solidFill>
                  <a:srgbClr val="22252A"/>
                </a:solidFill>
                <a:latin typeface="Arial"/>
              </a:rPr>
              <a:t>Bo'ydoq, talabalar yotoqxonasida yashaydi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" y="4370832"/>
            <a:ext cx="2880360" cy="2585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750" b="1" i="0" noProof="0" dirty="0">
                <a:solidFill>
                  <a:srgbClr val="E76500"/>
                </a:solidFill>
                <a:latin typeface="Arial"/>
              </a:rPr>
              <a:t>TAJRIBASI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930" b="0" i="0" noProof="0" dirty="0">
                <a:solidFill>
                  <a:srgbClr val="22252A"/>
                </a:solidFill>
                <a:latin typeface="Arial"/>
              </a:rPr>
              <a:t>Vaqti-vaqti bilan tarjima ishlari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8" y="4791456"/>
            <a:ext cx="28803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lang="en-US" sz="750" b="1" i="0" noProof="0" dirty="0">
                <a:solidFill>
                  <a:srgbClr val="0070F2"/>
                </a:solidFill>
                <a:latin typeface="Arial"/>
              </a:rPr>
              <a:t>QIZIQISHLARI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2648" y="5010912"/>
            <a:ext cx="1318564" cy="219456"/>
          </a:xfrm>
          <a:prstGeom prst="roundRect">
            <a:avLst>
              <a:gd name="adj" fmla="val 50000"/>
            </a:avLst>
          </a:prstGeom>
          <a:solidFill>
            <a:srgbClr val="D1E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9" name="TextBox 18"/>
          <p:cNvSpPr txBox="1"/>
          <p:nvPr/>
        </p:nvSpPr>
        <p:spPr>
          <a:xfrm>
            <a:off x="738845" y="5062932"/>
            <a:ext cx="1318564" cy="1154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lang="uz-Latn-UZ" sz="750">
                <a:solidFill>
                  <a:srgbClr val="002A86"/>
                </a:solidFill>
              </a:rPr>
              <a:t>Germaniya madaniyati</a:t>
            </a:r>
            <a:endParaRPr lang="en-IN" sz="750" dirty="0">
              <a:solidFill>
                <a:srgbClr val="002A86"/>
              </a:solidFill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1995220" y="5010912"/>
            <a:ext cx="687628" cy="219456"/>
          </a:xfrm>
          <a:prstGeom prst="roundRect">
            <a:avLst>
              <a:gd name="adj" fmla="val 50000"/>
            </a:avLst>
          </a:prstGeom>
          <a:solidFill>
            <a:srgbClr val="D1E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1" name="TextBox 20"/>
          <p:cNvSpPr txBox="1"/>
          <p:nvPr/>
        </p:nvSpPr>
        <p:spPr>
          <a:xfrm>
            <a:off x="2141524" y="5015304"/>
            <a:ext cx="687628" cy="2308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lang="uz-Latn-UZ" sz="750">
                <a:solidFill>
                  <a:srgbClr val="002A86"/>
                </a:solidFill>
              </a:rPr>
              <a:t>Nemischa kitoblar</a:t>
            </a:r>
            <a:endParaRPr lang="en-IN" sz="750" dirty="0">
              <a:solidFill>
                <a:srgbClr val="002A86"/>
              </a:solidFill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2746857" y="5010912"/>
            <a:ext cx="561441" cy="219456"/>
          </a:xfrm>
          <a:prstGeom prst="roundRect">
            <a:avLst>
              <a:gd name="adj" fmla="val 50000"/>
            </a:avLst>
          </a:prstGeom>
          <a:solidFill>
            <a:srgbClr val="D1E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3" name="TextBox 22"/>
          <p:cNvSpPr txBox="1"/>
          <p:nvPr/>
        </p:nvSpPr>
        <p:spPr>
          <a:xfrm>
            <a:off x="2746857" y="5010912"/>
            <a:ext cx="561441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lang="en-US" sz="750" b="0" i="0" noProof="0" dirty="0">
                <a:solidFill>
                  <a:srgbClr val="002A86"/>
                </a:solidFill>
                <a:latin typeface="Arial"/>
              </a:rPr>
              <a:t>Tillar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2648" y="5294376"/>
            <a:ext cx="687628" cy="219456"/>
          </a:xfrm>
          <a:prstGeom prst="roundRect">
            <a:avLst>
              <a:gd name="adj" fmla="val 50000"/>
            </a:avLst>
          </a:prstGeom>
          <a:solidFill>
            <a:srgbClr val="D1E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5" name="TextBox 24"/>
          <p:cNvSpPr txBox="1"/>
          <p:nvPr/>
        </p:nvSpPr>
        <p:spPr>
          <a:xfrm>
            <a:off x="647396" y="5334914"/>
            <a:ext cx="687628" cy="256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lang="uz-Latn-UZ" sz="750">
                <a:solidFill>
                  <a:srgbClr val="002A86"/>
                </a:solidFill>
              </a:rPr>
              <a:t>Rangtasvir</a:t>
            </a:r>
            <a:endParaRPr lang="en-IN" sz="750" dirty="0">
              <a:solidFill>
                <a:srgbClr val="002A86"/>
              </a:solidFill>
            </a:endParaRP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endParaRPr lang="en-US" sz="750" b="0" i="0" noProof="0" dirty="0">
              <a:solidFill>
                <a:srgbClr val="002A86"/>
              </a:solidFill>
              <a:latin typeface="Arial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1364284" y="5294376"/>
            <a:ext cx="561441" cy="219456"/>
          </a:xfrm>
          <a:prstGeom prst="roundRect">
            <a:avLst>
              <a:gd name="adj" fmla="val 50000"/>
            </a:avLst>
          </a:prstGeom>
          <a:solidFill>
            <a:srgbClr val="D1E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7" name="TextBox 26"/>
          <p:cNvSpPr txBox="1"/>
          <p:nvPr/>
        </p:nvSpPr>
        <p:spPr>
          <a:xfrm>
            <a:off x="1364284" y="5346396"/>
            <a:ext cx="561441" cy="1154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lang="en-US" sz="750" b="0" i="0" noProof="0" dirty="0">
                <a:solidFill>
                  <a:srgbClr val="002A86"/>
                </a:solidFill>
                <a:latin typeface="Arial"/>
              </a:rPr>
              <a:t>Musiqa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989734" y="5294376"/>
            <a:ext cx="624535" cy="219456"/>
          </a:xfrm>
          <a:prstGeom prst="roundRect">
            <a:avLst>
              <a:gd name="adj" fmla="val 50000"/>
            </a:avLst>
          </a:prstGeom>
          <a:solidFill>
            <a:srgbClr val="D1E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9" name="TextBox 28"/>
          <p:cNvSpPr txBox="1"/>
          <p:nvPr/>
        </p:nvSpPr>
        <p:spPr>
          <a:xfrm>
            <a:off x="1989734" y="5346396"/>
            <a:ext cx="624535" cy="1154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lang="en-US" sz="750" b="0" i="0" noProof="0" dirty="0">
                <a:solidFill>
                  <a:srgbClr val="002A86"/>
                </a:solidFill>
                <a:latin typeface="Arial"/>
              </a:rPr>
              <a:t>Sayohat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2648" y="5596128"/>
            <a:ext cx="28803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lang="en-US" sz="750" b="1" i="0" noProof="0" dirty="0">
                <a:solidFill>
                  <a:srgbClr val="0070F2"/>
                </a:solidFill>
                <a:latin typeface="Arial"/>
              </a:rPr>
              <a:t>QAYERDAN IZLAYDI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12648" y="5815584"/>
            <a:ext cx="687628" cy="219456"/>
          </a:xfrm>
          <a:prstGeom prst="roundRect">
            <a:avLst>
              <a:gd name="adj" fmla="val 50000"/>
            </a:avLst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2" name="TextBox 31"/>
          <p:cNvSpPr txBox="1"/>
          <p:nvPr/>
        </p:nvSpPr>
        <p:spPr>
          <a:xfrm>
            <a:off x="612648" y="5815584"/>
            <a:ext cx="687628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lang="en-US" sz="750" b="0" i="0" noProof="0" dirty="0">
                <a:solidFill>
                  <a:srgbClr val="5B6670"/>
                </a:solidFill>
                <a:latin typeface="Arial"/>
              </a:rPr>
              <a:t>Telegram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364284" y="5815584"/>
            <a:ext cx="750722" cy="219456"/>
          </a:xfrm>
          <a:prstGeom prst="roundRect">
            <a:avLst>
              <a:gd name="adj" fmla="val 50000"/>
            </a:avLst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4" name="TextBox 33"/>
          <p:cNvSpPr txBox="1"/>
          <p:nvPr/>
        </p:nvSpPr>
        <p:spPr>
          <a:xfrm>
            <a:off x="1364284" y="5815584"/>
            <a:ext cx="750722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lang="en-US" sz="750" b="0" i="0" noProof="0" dirty="0">
                <a:solidFill>
                  <a:srgbClr val="5B6670"/>
                </a:solidFill>
                <a:latin typeface="Arial"/>
              </a:rPr>
              <a:t>Instagram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2179015" y="5815584"/>
            <a:ext cx="624535" cy="219456"/>
          </a:xfrm>
          <a:prstGeom prst="roundRect">
            <a:avLst>
              <a:gd name="adj" fmla="val 50000"/>
            </a:avLst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6" name="TextBox 35"/>
          <p:cNvSpPr txBox="1"/>
          <p:nvPr/>
        </p:nvSpPr>
        <p:spPr>
          <a:xfrm>
            <a:off x="2179015" y="5815584"/>
            <a:ext cx="624535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lang="en-US" sz="750" b="0" i="0" noProof="0" dirty="0">
                <a:solidFill>
                  <a:srgbClr val="5B6670"/>
                </a:solidFill>
                <a:latin typeface="Arial"/>
              </a:rPr>
              <a:t>YouTube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12648" y="6099048"/>
            <a:ext cx="1444752" cy="219456"/>
          </a:xfrm>
          <a:prstGeom prst="roundRect">
            <a:avLst>
              <a:gd name="adj" fmla="val 50000"/>
            </a:avLst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8" name="TextBox 37"/>
          <p:cNvSpPr txBox="1"/>
          <p:nvPr/>
        </p:nvSpPr>
        <p:spPr>
          <a:xfrm>
            <a:off x="612648" y="6151068"/>
            <a:ext cx="1444752" cy="1154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lang="en-US" sz="750" b="0" i="0" noProof="0" dirty="0">
                <a:solidFill>
                  <a:srgbClr val="5B6670"/>
                </a:solidFill>
                <a:latin typeface="Arial"/>
              </a:rPr>
              <a:t>Universitet chatlari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2121408" y="6099048"/>
            <a:ext cx="561441" cy="219456"/>
          </a:xfrm>
          <a:prstGeom prst="roundRect">
            <a:avLst>
              <a:gd name="adj" fmla="val 50000"/>
            </a:avLst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0" name="TextBox 39"/>
          <p:cNvSpPr txBox="1"/>
          <p:nvPr/>
        </p:nvSpPr>
        <p:spPr>
          <a:xfrm>
            <a:off x="2121408" y="6099048"/>
            <a:ext cx="561441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lang="en-US" sz="750" b="0" i="0" noProof="0" dirty="0">
                <a:solidFill>
                  <a:srgbClr val="5B6670"/>
                </a:solidFill>
                <a:latin typeface="Arial"/>
              </a:rPr>
              <a:t>Google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858768" y="841248"/>
            <a:ext cx="7918704" cy="914400"/>
          </a:xfrm>
          <a:prstGeom prst="roundRect">
            <a:avLst>
              <a:gd name="adj" fmla="val 6000"/>
            </a:avLst>
          </a:prstGeom>
          <a:solidFill>
            <a:srgbClr val="002A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2" name="TextBox 41"/>
          <p:cNvSpPr txBox="1"/>
          <p:nvPr/>
        </p:nvSpPr>
        <p:spPr>
          <a:xfrm>
            <a:off x="4114800" y="822960"/>
            <a:ext cx="548640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lang="en-US" sz="4000" b="1" i="0" noProof="0" dirty="0">
                <a:solidFill>
                  <a:srgbClr val="89D1FF"/>
                </a:solidFill>
                <a:latin typeface="Arial"/>
              </a:rPr>
              <a:t>“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17136" y="1016161"/>
            <a:ext cx="7004304" cy="39998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lang="en-US" sz="1250" b="0" i="1" noProof="0" dirty="0">
                <a:solidFill>
                  <a:srgbClr val="FFFFFF"/>
                </a:solidFill>
                <a:latin typeface="Arial"/>
              </a:rPr>
              <a:t>Imkoniyatlar hamma joyda — lekin shuncha kanalda tarqalganki, men ko’pincha to‘g‘risini topishdan oldin voz kechaman.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17136" y="1444752"/>
            <a:ext cx="7004304" cy="1308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200"/>
              </a:spcAft>
            </a:pPr>
            <a:r>
              <a:rPr lang="en-US" sz="850" b="1" i="0" noProof="0" dirty="0">
                <a:solidFill>
                  <a:srgbClr val="89D1FF"/>
                </a:solidFill>
                <a:latin typeface="Arial"/>
              </a:rPr>
              <a:t>— Kamola Ergasheva, 20  </a:t>
            </a:r>
            <a:r>
              <a:rPr lang="en-US" sz="850" b="1" dirty="0">
                <a:solidFill>
                  <a:srgbClr val="89D1FF"/>
                </a:solidFill>
              </a:rPr>
              <a:t>· </a:t>
            </a:r>
            <a:r>
              <a:rPr lang="uz-Latn-UZ" sz="850" b="1" dirty="0">
                <a:solidFill>
                  <a:srgbClr val="89D1FF"/>
                </a:solidFill>
              </a:rPr>
              <a:t>Nemis tili talabasi</a:t>
            </a:r>
            <a:r>
              <a:rPr lang="en-IN" sz="850" b="1" dirty="0">
                <a:solidFill>
                  <a:srgbClr val="89D1FF"/>
                </a:solidFill>
              </a:rPr>
              <a:t>, </a:t>
            </a:r>
            <a:r>
              <a:rPr lang="en-US" sz="850" b="1" i="0" noProof="0" dirty="0">
                <a:solidFill>
                  <a:srgbClr val="89D1FF"/>
                </a:solidFill>
                <a:latin typeface="Arial"/>
              </a:rPr>
              <a:t>Toshkent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3803904" y="1847087"/>
            <a:ext cx="3913632" cy="1770925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D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6" name="TextBox 45"/>
          <p:cNvSpPr txBox="1"/>
          <p:nvPr/>
        </p:nvSpPr>
        <p:spPr>
          <a:xfrm>
            <a:off x="3995928" y="1930888"/>
            <a:ext cx="3584448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lang="en-US" sz="1050" b="1" i="0" noProof="0" dirty="0">
                <a:solidFill>
                  <a:srgbClr val="36A41D"/>
                </a:solidFill>
                <a:latin typeface="Arial"/>
              </a:rPr>
              <a:t>Maqsadlar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005072" y="2157982"/>
            <a:ext cx="502920" cy="45719"/>
          </a:xfrm>
          <a:prstGeom prst="rect">
            <a:avLst/>
          </a:prstGeom>
          <a:solidFill>
            <a:srgbClr val="36A4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8" name="TextBox 47"/>
          <p:cNvSpPr txBox="1"/>
          <p:nvPr/>
        </p:nvSpPr>
        <p:spPr>
          <a:xfrm>
            <a:off x="4005072" y="2414016"/>
            <a:ext cx="3566160" cy="1087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lang="en-US" sz="1050" b="1" i="0" noProof="0" dirty="0">
                <a:solidFill>
                  <a:srgbClr val="36A41D"/>
                </a:solidFill>
                <a:latin typeface="Arial"/>
              </a:rPr>
              <a:t>•  </a:t>
            </a:r>
            <a:r>
              <a:rPr lang="en-US" sz="1050" b="0" i="0" noProof="0" dirty="0">
                <a:solidFill>
                  <a:srgbClr val="22252A"/>
                </a:solidFill>
                <a:latin typeface="Arial"/>
              </a:rPr>
              <a:t>I</a:t>
            </a:r>
            <a:r>
              <a:rPr lang="en-US" sz="1050" noProof="0" dirty="0">
                <a:solidFill>
                  <a:srgbClr val="22252A"/>
                </a:solidFill>
              </a:rPr>
              <a:t>Nemis tilida ravon so‘zlashish darajasiga erishing va uni haqiqiy kasbiy faoliyatingizda qo‘llang</a:t>
            </a:r>
            <a:endParaRPr lang="en-US" sz="1050" b="0" i="0" noProof="0" dirty="0">
              <a:solidFill>
                <a:srgbClr val="22252A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lang="en-US" sz="1050" b="1" i="0" noProof="0" dirty="0">
                <a:solidFill>
                  <a:srgbClr val="36A41D"/>
                </a:solidFill>
                <a:latin typeface="Arial"/>
              </a:rPr>
              <a:t>• </a:t>
            </a:r>
            <a:r>
              <a:rPr lang="uz-Latn-UZ" sz="1050" dirty="0">
                <a:solidFill>
                  <a:srgbClr val="22252A"/>
                </a:solidFill>
              </a:rPr>
              <a:t>Germaniyada stipendiya yoki almashinuv dasturi doirasida bir semestr o‘qish imkoniyatini qo‘lga kiriting</a:t>
            </a:r>
            <a:endParaRPr lang="en-US" sz="1050" b="0" i="0" noProof="0" dirty="0">
              <a:solidFill>
                <a:srgbClr val="22252A"/>
              </a:solidFill>
              <a:latin typeface="Arial"/>
            </a:endParaRP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lang="en-US" sz="1050" b="1" i="0" noProof="0" dirty="0">
                <a:solidFill>
                  <a:srgbClr val="36A41D"/>
                </a:solidFill>
                <a:latin typeface="Arial"/>
              </a:rPr>
              <a:t>•  </a:t>
            </a:r>
            <a:r>
              <a:rPr lang="en-US" sz="1050" b="0" i="0" noProof="0" dirty="0">
                <a:solidFill>
                  <a:srgbClr val="22252A"/>
                </a:solidFill>
                <a:latin typeface="Arial"/>
              </a:rPr>
              <a:t>Tillarini qo‘llaydigan qo‘shimcha ish yoki amaliyot topish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lang="en-US" sz="1050" b="1" i="0" noProof="0" dirty="0">
                <a:solidFill>
                  <a:srgbClr val="36A41D"/>
                </a:solidFill>
                <a:latin typeface="Arial"/>
              </a:rPr>
              <a:t>•  </a:t>
            </a:r>
            <a:r>
              <a:rPr lang="en-US" sz="1050" b="0" i="0" noProof="0" dirty="0">
                <a:solidFill>
                  <a:srgbClr val="22252A"/>
                </a:solidFill>
                <a:latin typeface="Arial"/>
              </a:rPr>
              <a:t>Soatlab qidirib o‘tirmasdan haqiqiy tajriba orttirish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7918704" y="1847087"/>
            <a:ext cx="3858768" cy="1808857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D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0" name="TextBox 49"/>
          <p:cNvSpPr txBox="1"/>
          <p:nvPr/>
        </p:nvSpPr>
        <p:spPr>
          <a:xfrm>
            <a:off x="8065008" y="1918133"/>
            <a:ext cx="3584448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lang="en-US" sz="1050" b="1" i="0" noProof="0" dirty="0">
                <a:solidFill>
                  <a:srgbClr val="0070F2"/>
                </a:solidFill>
                <a:latin typeface="Arial"/>
              </a:rPr>
              <a:t>Ziyodan kutganlar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083296" y="2141980"/>
            <a:ext cx="502920" cy="32004"/>
          </a:xfrm>
          <a:prstGeom prst="rect">
            <a:avLst/>
          </a:prstGeom>
          <a:solidFill>
            <a:srgbClr val="007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2" name="TextBox 51"/>
          <p:cNvSpPr txBox="1"/>
          <p:nvPr/>
        </p:nvSpPr>
        <p:spPr>
          <a:xfrm>
            <a:off x="8065008" y="2211785"/>
            <a:ext cx="3566160" cy="14232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lang="en-US" sz="1050" b="1" i="0" noProof="0" dirty="0">
                <a:solidFill>
                  <a:srgbClr val="0070F2"/>
                </a:solidFill>
                <a:latin typeface="Arial"/>
              </a:rPr>
              <a:t>•  </a:t>
            </a:r>
            <a:r>
              <a:rPr lang="en-US" sz="1050" b="0" i="0" noProof="0" dirty="0">
                <a:solidFill>
                  <a:srgbClr val="22252A"/>
                </a:solidFill>
                <a:latin typeface="Arial"/>
              </a:rPr>
              <a:t>Imkoniyatlarni jamlovchi yagona joy — kanallarni aylanishni to‘xtatish uchun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lang="en-US" sz="1050" b="1" i="0" noProof="0" dirty="0">
                <a:solidFill>
                  <a:srgbClr val="0070F2"/>
                </a:solidFill>
                <a:latin typeface="Arial"/>
              </a:rPr>
              <a:t>•  </a:t>
            </a:r>
            <a:r>
              <a:rPr lang="en-US" sz="1050" b="0" i="0" noProof="0" dirty="0">
                <a:solidFill>
                  <a:srgbClr val="22252A"/>
                </a:solidFill>
                <a:latin typeface="Arial"/>
              </a:rPr>
              <a:t>Til va gumanitar yo‘nalish talabalari uchun shaxsiylashtirilgan takliflar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lang="en-US" sz="1050" b="1" i="0" noProof="0" dirty="0">
                <a:solidFill>
                  <a:srgbClr val="0070F2"/>
                </a:solidFill>
                <a:latin typeface="Arial"/>
              </a:rPr>
              <a:t>•  </a:t>
            </a:r>
            <a:r>
              <a:rPr lang="en-US" sz="1050" b="0" i="0" noProof="0" dirty="0">
                <a:solidFill>
                  <a:srgbClr val="22252A"/>
                </a:solidFill>
                <a:latin typeface="Arial"/>
              </a:rPr>
              <a:t>Muhim narsalarni o‘tkazib yubormaydi uchun muddat eslatmalari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lang="en-US" sz="1050" b="1" i="0" noProof="0" dirty="0">
                <a:solidFill>
                  <a:srgbClr val="0070F2"/>
                </a:solidFill>
                <a:latin typeface="Arial"/>
              </a:rPr>
              <a:t>•  </a:t>
            </a:r>
            <a:r>
              <a:rPr lang="en-US" sz="1050" b="0" i="0" noProof="0" dirty="0">
                <a:solidFill>
                  <a:srgbClr val="22252A"/>
                </a:solidFill>
                <a:latin typeface="Arial"/>
              </a:rPr>
              <a:t>Soat emas, daqiqa sarflanadigan qisqa va oddiy ariza berish</a:t>
            </a:r>
          </a:p>
        </p:txBody>
      </p:sp>
      <p:grpSp>
        <p:nvGrpSpPr>
          <p:cNvPr id="65" name="Group 64">
            <a:extLst>
              <a:ext uri="{FF2B5EF4-FFF2-40B4-BE49-F238E27FC236}">
                <a16:creationId xmlns:a16="http://schemas.microsoft.com/office/drawing/2014/main" id="{C521AC19-961F-249B-BF66-08D6B7E75BCF}"/>
              </a:ext>
            </a:extLst>
          </p:cNvPr>
          <p:cNvGrpSpPr/>
          <p:nvPr/>
        </p:nvGrpSpPr>
        <p:grpSpPr>
          <a:xfrm>
            <a:off x="3858768" y="3749040"/>
            <a:ext cx="3858768" cy="1645920"/>
            <a:chOff x="3858768" y="3639312"/>
            <a:chExt cx="3858768" cy="1645920"/>
          </a:xfrm>
        </p:grpSpPr>
        <p:sp>
          <p:nvSpPr>
            <p:cNvPr id="53" name="Rounded Rectangle 52"/>
            <p:cNvSpPr/>
            <p:nvPr/>
          </p:nvSpPr>
          <p:spPr>
            <a:xfrm>
              <a:off x="3858768" y="3639312"/>
              <a:ext cx="3858768" cy="1645920"/>
            </a:xfrm>
            <a:prstGeom prst="roundRect">
              <a:avLst>
                <a:gd name="adj" fmla="val 4500"/>
              </a:avLst>
            </a:prstGeom>
            <a:solidFill>
              <a:srgbClr val="FFFFFF"/>
            </a:solidFill>
            <a:ln w="9525">
              <a:solidFill>
                <a:srgbClr val="DDE3E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54" name="TextBox 53"/>
            <p:cNvSpPr txBox="1"/>
            <p:nvPr/>
          </p:nvSpPr>
          <p:spPr>
            <a:xfrm>
              <a:off x="4005072" y="3749039"/>
              <a:ext cx="3584448" cy="161583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200"/>
                </a:spcAft>
              </a:pPr>
              <a:r>
                <a:rPr lang="en-US" sz="1050" b="1" i="0" noProof="0" dirty="0">
                  <a:solidFill>
                    <a:srgbClr val="E76500"/>
                  </a:solidFill>
                  <a:latin typeface="Arial"/>
                </a:rPr>
                <a:t>Bugungi muammolar</a:t>
              </a:r>
            </a:p>
          </p:txBody>
        </p:sp>
        <p:sp>
          <p:nvSpPr>
            <p:cNvPr id="55" name="Rectangle 54"/>
            <p:cNvSpPr/>
            <p:nvPr/>
          </p:nvSpPr>
          <p:spPr>
            <a:xfrm flipV="1">
              <a:off x="4005072" y="3995928"/>
              <a:ext cx="502920" cy="45719"/>
            </a:xfrm>
            <a:prstGeom prst="rect">
              <a:avLst/>
            </a:prstGeom>
            <a:solidFill>
              <a:srgbClr val="E765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56" name="TextBox 55"/>
            <p:cNvSpPr txBox="1"/>
            <p:nvPr/>
          </p:nvSpPr>
          <p:spPr>
            <a:xfrm>
              <a:off x="4005072" y="4151376"/>
              <a:ext cx="3566160" cy="928844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ct val="102000"/>
                </a:lnSpc>
                <a:spcBef>
                  <a:spcPts val="0"/>
                </a:spcBef>
                <a:spcAft>
                  <a:spcPts val="300"/>
                </a:spcAft>
              </a:pPr>
              <a:r>
                <a:rPr lang="en-US" sz="1050" b="1" i="0" noProof="0" dirty="0">
                  <a:solidFill>
                    <a:srgbClr val="E76500"/>
                  </a:solidFill>
                  <a:latin typeface="Arial"/>
                </a:rPr>
                <a:t>•  </a:t>
              </a:r>
              <a:r>
                <a:rPr lang="en-US" sz="1050" b="0" i="0" noProof="0" dirty="0">
                  <a:solidFill>
                    <a:srgbClr val="22252A"/>
                  </a:solidFill>
                  <a:latin typeface="Arial"/>
                </a:rPr>
                <a:t>Imkoniyatlar o‘nlab Telegram kanallarida tarqoq</a:t>
              </a:r>
            </a:p>
            <a:p>
              <a:pPr algn="l">
                <a:lnSpc>
                  <a:spcPct val="102000"/>
                </a:lnSpc>
                <a:spcBef>
                  <a:spcPts val="0"/>
                </a:spcBef>
                <a:spcAft>
                  <a:spcPts val="300"/>
                </a:spcAft>
              </a:pPr>
              <a:r>
                <a:rPr lang="en-US" sz="1050" b="1" i="0" noProof="0" dirty="0">
                  <a:solidFill>
                    <a:srgbClr val="E76500"/>
                  </a:solidFill>
                  <a:latin typeface="Arial"/>
                </a:rPr>
                <a:t>•  </a:t>
              </a:r>
              <a:r>
                <a:rPr lang="en-US" sz="1050" b="0" i="0" noProof="0" dirty="0">
                  <a:solidFill>
                    <a:srgbClr val="22252A"/>
                  </a:solidFill>
                  <a:latin typeface="Arial"/>
                </a:rPr>
                <a:t>Qidirish uzoqqa cho‘zilsa yoki qiyin tuyulsa voz kechadi</a:t>
              </a:r>
            </a:p>
            <a:p>
              <a:pPr algn="l">
                <a:lnSpc>
                  <a:spcPct val="102000"/>
                </a:lnSpc>
                <a:spcBef>
                  <a:spcPts val="0"/>
                </a:spcBef>
                <a:spcAft>
                  <a:spcPts val="300"/>
                </a:spcAft>
              </a:pPr>
              <a:r>
                <a:rPr lang="en-US" sz="1050" b="1" i="0" noProof="0" dirty="0">
                  <a:solidFill>
                    <a:srgbClr val="E76500"/>
                  </a:solidFill>
                  <a:latin typeface="Arial"/>
                </a:rPr>
                <a:t>•  </a:t>
              </a:r>
              <a:r>
                <a:rPr lang="en-US" sz="1050" b="0" i="0" noProof="0" dirty="0">
                  <a:solidFill>
                    <a:srgbClr val="22252A"/>
                  </a:solidFill>
                  <a:latin typeface="Arial"/>
                </a:rPr>
                <a:t>Muhim ma’lumot chatlarda ko‘milgan bo‘lgani uchun muddatlarni o‘tkazib yuboradi</a:t>
              </a:r>
            </a:p>
            <a:p>
              <a:pPr algn="l">
                <a:lnSpc>
                  <a:spcPct val="102000"/>
                </a:lnSpc>
                <a:spcBef>
                  <a:spcPts val="0"/>
                </a:spcBef>
                <a:spcAft>
                  <a:spcPts val="300"/>
                </a:spcAft>
              </a:pPr>
              <a:r>
                <a:rPr lang="en-US" sz="1050" b="1" i="0" noProof="0" dirty="0">
                  <a:solidFill>
                    <a:srgbClr val="E76500"/>
                  </a:solidFill>
                  <a:latin typeface="Arial"/>
                </a:rPr>
                <a:t>•  </a:t>
              </a:r>
              <a:r>
                <a:rPr lang="en-US" sz="1050" b="0" i="0" noProof="0" dirty="0">
                  <a:solidFill>
                    <a:srgbClr val="22252A"/>
                  </a:solidFill>
                  <a:latin typeface="Arial"/>
                </a:rPr>
                <a:t>Til yo‘nalishi talabasi uchun mos e’lonlar juda kam</a:t>
              </a:r>
            </a:p>
          </p:txBody>
        </p:sp>
      </p:grpSp>
      <p:grpSp>
        <p:nvGrpSpPr>
          <p:cNvPr id="67" name="Group 66">
            <a:extLst>
              <a:ext uri="{FF2B5EF4-FFF2-40B4-BE49-F238E27FC236}">
                <a16:creationId xmlns:a16="http://schemas.microsoft.com/office/drawing/2014/main" id="{D291F7C6-FCD5-4ADE-EE76-6250B05AB5E0}"/>
              </a:ext>
            </a:extLst>
          </p:cNvPr>
          <p:cNvGrpSpPr/>
          <p:nvPr/>
        </p:nvGrpSpPr>
        <p:grpSpPr>
          <a:xfrm>
            <a:off x="7918704" y="3773783"/>
            <a:ext cx="3858768" cy="1645920"/>
            <a:chOff x="7918704" y="3639312"/>
            <a:chExt cx="3858768" cy="1645920"/>
          </a:xfrm>
        </p:grpSpPr>
        <p:sp>
          <p:nvSpPr>
            <p:cNvPr id="57" name="Rounded Rectangle 56"/>
            <p:cNvSpPr/>
            <p:nvPr/>
          </p:nvSpPr>
          <p:spPr>
            <a:xfrm>
              <a:off x="7918704" y="3639312"/>
              <a:ext cx="3858768" cy="1645920"/>
            </a:xfrm>
            <a:prstGeom prst="roundRect">
              <a:avLst>
                <a:gd name="adj" fmla="val 4500"/>
              </a:avLst>
            </a:prstGeom>
            <a:solidFill>
              <a:srgbClr val="FFFFFF"/>
            </a:solidFill>
            <a:ln w="9525">
              <a:solidFill>
                <a:srgbClr val="DDE3E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58" name="TextBox 57"/>
            <p:cNvSpPr txBox="1"/>
            <p:nvPr/>
          </p:nvSpPr>
          <p:spPr>
            <a:xfrm>
              <a:off x="8065008" y="3749039"/>
              <a:ext cx="3584448" cy="161583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200"/>
                </a:spcAft>
              </a:pPr>
              <a:r>
                <a:rPr lang="en-US" sz="1050" b="1" i="0" noProof="0" dirty="0">
                  <a:solidFill>
                    <a:srgbClr val="049F9A"/>
                  </a:solidFill>
                  <a:latin typeface="Arial"/>
                </a:rPr>
                <a:t>Qiyinchiliklar</a:t>
              </a:r>
            </a:p>
          </p:txBody>
        </p:sp>
        <p:sp>
          <p:nvSpPr>
            <p:cNvPr id="59" name="Rectangle 58"/>
            <p:cNvSpPr/>
            <p:nvPr/>
          </p:nvSpPr>
          <p:spPr>
            <a:xfrm>
              <a:off x="8065008" y="4001534"/>
              <a:ext cx="502920" cy="32004"/>
            </a:xfrm>
            <a:prstGeom prst="rect">
              <a:avLst/>
            </a:prstGeom>
            <a:solidFill>
              <a:srgbClr val="049F9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60" name="TextBox 59"/>
            <p:cNvSpPr txBox="1"/>
            <p:nvPr/>
          </p:nvSpPr>
          <p:spPr>
            <a:xfrm>
              <a:off x="8065008" y="4151376"/>
              <a:ext cx="3566160" cy="928844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ct val="102000"/>
                </a:lnSpc>
                <a:spcBef>
                  <a:spcPts val="0"/>
                </a:spcBef>
                <a:spcAft>
                  <a:spcPts val="300"/>
                </a:spcAft>
              </a:pPr>
              <a:r>
                <a:rPr lang="en-US" sz="1050" b="1" i="0" noProof="0" dirty="0">
                  <a:solidFill>
                    <a:srgbClr val="049F9A"/>
                  </a:solidFill>
                  <a:latin typeface="Arial"/>
                </a:rPr>
                <a:t>•  </a:t>
              </a:r>
              <a:r>
                <a:rPr lang="en-US" sz="1050" b="0" i="0" noProof="0" dirty="0">
                  <a:solidFill>
                    <a:srgbClr val="22252A"/>
                  </a:solidFill>
                  <a:latin typeface="Arial"/>
                </a:rPr>
                <a:t>Imkoniyatlarni faol qidirishga motivatsiya past</a:t>
              </a:r>
            </a:p>
            <a:p>
              <a:pPr algn="l">
                <a:lnSpc>
                  <a:spcPct val="102000"/>
                </a:lnSpc>
                <a:spcBef>
                  <a:spcPts val="0"/>
                </a:spcBef>
                <a:spcAft>
                  <a:spcPts val="300"/>
                </a:spcAft>
              </a:pPr>
              <a:r>
                <a:rPr lang="en-US" sz="1050" b="1" i="0" noProof="0" dirty="0">
                  <a:solidFill>
                    <a:srgbClr val="049F9A"/>
                  </a:solidFill>
                  <a:latin typeface="Arial"/>
                </a:rPr>
                <a:t>•  </a:t>
              </a:r>
              <a:r>
                <a:rPr lang="en-US" sz="1050" b="0" i="0" noProof="0" dirty="0">
                  <a:solidFill>
                    <a:srgbClr val="22252A"/>
                  </a:solidFill>
                  <a:latin typeface="Arial"/>
                </a:rPr>
                <a:t>Ko‘p kanallarda muhim ma’lumotni ortiqchasidan ajratish qiyin</a:t>
              </a:r>
            </a:p>
            <a:p>
              <a:pPr algn="l">
                <a:lnSpc>
                  <a:spcPct val="102000"/>
                </a:lnSpc>
                <a:spcBef>
                  <a:spcPts val="0"/>
                </a:spcBef>
                <a:spcAft>
                  <a:spcPts val="300"/>
                </a:spcAft>
              </a:pPr>
              <a:r>
                <a:rPr lang="en-US" sz="1050" b="1" i="0" noProof="0" dirty="0">
                  <a:solidFill>
                    <a:srgbClr val="049F9A"/>
                  </a:solidFill>
                  <a:latin typeface="Arial"/>
                </a:rPr>
                <a:t>•  </a:t>
              </a:r>
              <a:r>
                <a:rPr lang="en-US" sz="1050" b="0" i="0" noProof="0" dirty="0">
                  <a:solidFill>
                    <a:srgbClr val="22252A"/>
                  </a:solidFill>
                  <a:latin typeface="Arial"/>
                </a:rPr>
                <a:t>Ariza berishni keyinga qoldirish odati bor</a:t>
              </a:r>
            </a:p>
            <a:p>
              <a:pPr algn="l">
                <a:lnSpc>
                  <a:spcPct val="102000"/>
                </a:lnSpc>
                <a:spcBef>
                  <a:spcPts val="0"/>
                </a:spcBef>
                <a:spcAft>
                  <a:spcPts val="300"/>
                </a:spcAft>
              </a:pPr>
              <a:r>
                <a:rPr lang="en-US" sz="1050" b="1" i="0" noProof="0" dirty="0">
                  <a:solidFill>
                    <a:srgbClr val="049F9A"/>
                  </a:solidFill>
                  <a:latin typeface="Arial"/>
                </a:rPr>
                <a:t>•  </a:t>
              </a:r>
              <a:r>
                <a:rPr lang="en-US" sz="1050" b="0" i="0" noProof="0" dirty="0">
                  <a:solidFill>
                    <a:srgbClr val="22252A"/>
                  </a:solidFill>
                  <a:latin typeface="Arial"/>
                </a:rPr>
                <a:t>Qaysi imkoniyatlar uning sohasiga mos kelishini bilmaydi</a:t>
              </a:r>
            </a:p>
          </p:txBody>
        </p:sp>
      </p:grpSp>
      <p:sp>
        <p:nvSpPr>
          <p:cNvPr id="61" name="Rounded Rectangle 60"/>
          <p:cNvSpPr/>
          <p:nvPr/>
        </p:nvSpPr>
        <p:spPr>
          <a:xfrm>
            <a:off x="3858768" y="5533518"/>
            <a:ext cx="7918704" cy="1024128"/>
          </a:xfrm>
          <a:prstGeom prst="roundRect">
            <a:avLst>
              <a:gd name="adj" fmla="val 7000"/>
            </a:avLst>
          </a:prstGeom>
          <a:solidFill>
            <a:srgbClr val="D1E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62" name="Rectangle 61"/>
          <p:cNvSpPr/>
          <p:nvPr/>
        </p:nvSpPr>
        <p:spPr>
          <a:xfrm>
            <a:off x="3870656" y="5560572"/>
            <a:ext cx="45719" cy="905256"/>
          </a:xfrm>
          <a:prstGeom prst="rect">
            <a:avLst/>
          </a:prstGeom>
          <a:solidFill>
            <a:srgbClr val="E76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63" name="TextBox 62"/>
          <p:cNvSpPr txBox="1"/>
          <p:nvPr/>
        </p:nvSpPr>
        <p:spPr>
          <a:xfrm>
            <a:off x="4096511" y="5643246"/>
            <a:ext cx="74615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lang="en-US" sz="850" b="1" i="0" noProof="0" dirty="0">
                <a:solidFill>
                  <a:srgbClr val="E76500"/>
                </a:solidFill>
                <a:latin typeface="Arial"/>
              </a:rPr>
              <a:t>DIZAYN XULOSASI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096511" y="5871846"/>
            <a:ext cx="7461504" cy="4972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lang="en-US" sz="1050" b="0" i="0" noProof="0" dirty="0">
                <a:solidFill>
                  <a:srgbClr val="00144A"/>
                </a:solidFill>
                <a:latin typeface="Arial"/>
              </a:rPr>
              <a:t>Kamola imkoniyat izlab qazimaydi — harakat talab qilsa, u ulanishdan uziladi. Bunday foydalanuvchilar uchun Ziyo o‘zi qidirishi kerak: hamma narsani bir joyga jamlash, unga mos takliflarni yuborish va ularga amal qilishni osonlashtirish. Uni jalb qiladigan narsa — qulaylik, ko‘proq kontent emas.</a:t>
            </a:r>
          </a:p>
        </p:txBody>
      </p:sp>
      <p:pic>
        <p:nvPicPr>
          <p:cNvPr id="66" name="Picture 65">
            <a:extLst>
              <a:ext uri="{FF2B5EF4-FFF2-40B4-BE49-F238E27FC236}">
                <a16:creationId xmlns:a16="http://schemas.microsoft.com/office/drawing/2014/main" id="{1F7789BC-BB7C-2A35-BD5E-A0F23580724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283" b="1333"/>
          <a:stretch>
            <a:fillRect/>
          </a:stretch>
        </p:blipFill>
        <p:spPr>
          <a:xfrm>
            <a:off x="1385620" y="673317"/>
            <a:ext cx="1310494" cy="1309818"/>
          </a:xfrm>
          <a:prstGeom prst="ellipse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2F7EF3-C2F8-1E2D-1786-EB7866E1B3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8C8B81D-3B6A-3B90-6F8C-C7C151ACEA8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04001" y="3336053"/>
            <a:ext cx="2510504" cy="2120202"/>
          </a:xfrm>
        </p:spPr>
        <p:txBody>
          <a:bodyPr/>
          <a:lstStyle/>
          <a:p>
            <a:pPr algn="ctr"/>
            <a:r>
              <a:rPr lang="en-US" b="1">
                <a:latin typeface="Arial" panose="020B0604020202020204" pitchFamily="34" charset="0"/>
                <a:cs typeface="Arial" panose="020B0604020202020204" pitchFamily="34" charset="0"/>
              </a:rPr>
              <a:t>Feel free to talk in your language</a:t>
            </a:r>
          </a:p>
          <a:p>
            <a:pPr algn="ctr"/>
            <a:r>
              <a:rPr lang="en-US" b="1" i="1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+mj-cs"/>
              </a:rPr>
              <a:t>O'z</a:t>
            </a:r>
            <a:r>
              <a:rPr lang="en-US" b="1" i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+mj-cs"/>
              </a:rPr>
              <a:t> </a:t>
            </a:r>
            <a:r>
              <a:rPr lang="en-US" b="1" i="1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+mj-cs"/>
              </a:rPr>
              <a:t>tilingizda</a:t>
            </a:r>
            <a:r>
              <a:rPr lang="en-US" b="1" i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+mj-cs"/>
              </a:rPr>
              <a:t> </a:t>
            </a:r>
            <a:r>
              <a:rPr lang="en-US" b="1" i="1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+mj-cs"/>
              </a:rPr>
              <a:t>bemalol</a:t>
            </a:r>
            <a:r>
              <a:rPr lang="en-US" b="1" i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+mj-cs"/>
              </a:rPr>
              <a:t> </a:t>
            </a:r>
            <a:r>
              <a:rPr lang="en-US" b="1" i="1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+mj-cs"/>
              </a:rPr>
              <a:t>gaplashing</a:t>
            </a:r>
            <a:endParaRPr lang="en-US" b="1" i="1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cs typeface="+mj-cs"/>
            </a:endParaRPr>
          </a:p>
          <a:p>
            <a:pPr algn="ctr"/>
            <a:endParaRPr lang="en-US" noProof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34986B6-AF71-BD33-C1D6-F9534ACF7B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001" y="1079384"/>
            <a:ext cx="11594214" cy="369332"/>
          </a:xfrm>
        </p:spPr>
        <p:txBody>
          <a:bodyPr/>
          <a:lstStyle/>
          <a:p>
            <a:r>
              <a:rPr lang="en-US" b="1" noProof="0">
                <a:solidFill>
                  <a:srgbClr val="000000"/>
                </a:solidFill>
                <a:latin typeface="Arial" panose="020B0604020202020204" pitchFamily="34" charset="0"/>
                <a:ea typeface="72 Brand" pitchFamily="34" charset="-122"/>
              </a:rPr>
              <a:t>Workshop “Rules” </a:t>
            </a:r>
            <a:r>
              <a:rPr lang="en-US" b="1" i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72 Brand" pitchFamily="34" charset="-122"/>
              </a:rPr>
              <a:t>Seminar </a:t>
            </a:r>
            <a:r>
              <a:rPr lang="en-US" b="1" i="1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72 Brand" pitchFamily="34" charset="-122"/>
              </a:rPr>
              <a:t>qoidalari</a:t>
            </a:r>
            <a:endParaRPr lang="en-US" noProof="0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86265077-A3B2-AC6B-C33D-1FDD3BC98F6D}"/>
              </a:ext>
            </a:extLst>
          </p:cNvPr>
          <p:cNvSpPr txBox="1">
            <a:spLocks/>
          </p:cNvSpPr>
          <p:nvPr/>
        </p:nvSpPr>
        <p:spPr bwMode="black">
          <a:xfrm>
            <a:off x="3309138" y="3336053"/>
            <a:ext cx="2510504" cy="212020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1088558" rtl="0" eaLnBrk="1" latinLnBrk="0" hangingPunct="1">
              <a:spcBef>
                <a:spcPts val="600"/>
              </a:spcBef>
              <a:buClrTx/>
              <a:buSzPct val="100000"/>
              <a:buFont typeface="Arial" panose="020B0604020202020204" pitchFamily="34" charset="0"/>
              <a:buChar char="​"/>
              <a:defRPr sz="200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2000" indent="-252000" algn="l" defTabSz="1088558" rtl="0" eaLnBrk="1" latinLnBrk="0" hangingPunct="1">
              <a:spcBef>
                <a:spcPts val="600"/>
              </a:spcBef>
              <a:buClr>
                <a:schemeClr val="tx1"/>
              </a:buClr>
              <a:buSzPct val="100000"/>
              <a:buFont typeface="Wingdings" panose="05000000000000000000" pitchFamily="2" charset="2"/>
              <a:buChar char=""/>
              <a:defRPr sz="18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04000" indent="-252000" algn="l" defTabSz="1088558" rtl="0" eaLnBrk="1" latinLnBrk="0" hangingPunct="1">
              <a:spcBef>
                <a:spcPts val="600"/>
              </a:spcBef>
              <a:buClr>
                <a:schemeClr val="tx1"/>
              </a:buClr>
              <a:buSzPct val="100000"/>
              <a:buFont typeface="Wingdings" panose="05000000000000000000" pitchFamily="2" charset="2"/>
              <a:buChar char=""/>
              <a:defRPr lang="en-US" sz="1600" b="0" i="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56000" indent="-252000" algn="l" defTabSz="1088558" rtl="0" eaLnBrk="1" latinLnBrk="0" hangingPunct="1">
              <a:spcBef>
                <a:spcPts val="600"/>
              </a:spcBef>
              <a:buClr>
                <a:schemeClr val="tx1"/>
              </a:buClr>
              <a:buSzPct val="100000"/>
              <a:buFont typeface="Wingdings" panose="05000000000000000000" pitchFamily="2" charset="2"/>
              <a:buChar char=""/>
              <a:defRPr sz="14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defTabSz="1088558" rtl="0" eaLnBrk="1" latinLnBrk="0" hangingPunct="1">
              <a:spcBef>
                <a:spcPts val="600"/>
              </a:spcBef>
              <a:buClr>
                <a:schemeClr val="tx1"/>
              </a:buClr>
              <a:buSzPct val="100000"/>
              <a:buFont typeface="Arial" panose="020B0604020202020204" pitchFamily="34" charset="0"/>
              <a:buChar char="​"/>
              <a:defRPr sz="1400" b="0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0" indent="0" algn="l" defTabSz="1088558" rtl="0" eaLnBrk="1" latinLnBrk="0" hangingPunct="1">
              <a:lnSpc>
                <a:spcPct val="120000"/>
              </a:lnSpc>
              <a:spcBef>
                <a:spcPts val="600"/>
              </a:spcBef>
              <a:buFont typeface="Arial" panose="020B0604020202020204" pitchFamily="34" charset="0"/>
              <a:buChar char="​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1088558" rtl="0" eaLnBrk="1" latinLnBrk="0" hangingPunct="1">
              <a:lnSpc>
                <a:spcPct val="120000"/>
              </a:lnSpc>
              <a:spcBef>
                <a:spcPts val="300"/>
              </a:spcBef>
              <a:buFont typeface="Arial" pitchFamily="34" charset="0"/>
              <a:buChar char="​"/>
              <a:defRPr sz="8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7pPr>
            <a:lvl8pPr marL="0" indent="0" algn="l" defTabSz="1088558" rtl="0" eaLnBrk="1" latinLnBrk="0" hangingPunct="1">
              <a:lnSpc>
                <a:spcPct val="120000"/>
              </a:lnSpc>
              <a:spcBef>
                <a:spcPts val="600"/>
              </a:spcBef>
              <a:buFont typeface="Arial" pitchFamily="34" charset="0"/>
              <a:buChar char="​"/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1088558" rtl="0" eaLnBrk="1" latinLnBrk="0" hangingPunct="1">
              <a:spcBef>
                <a:spcPts val="600"/>
              </a:spcBef>
              <a:buFont typeface="Arial" pitchFamily="34" charset="0"/>
              <a:buChar char="​"/>
              <a:defRPr sz="36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9pPr>
          </a:lstStyle>
          <a:p>
            <a:pPr algn="ctr"/>
            <a:r>
              <a:rPr lang="en-US" b="1">
                <a:latin typeface="Arial" panose="020B0604020202020204" pitchFamily="34" charset="0"/>
                <a:cs typeface="Arial" panose="020B0604020202020204" pitchFamily="34" charset="0"/>
              </a:rPr>
              <a:t>Everyone participates</a:t>
            </a:r>
          </a:p>
          <a:p>
            <a:pPr algn="ctr"/>
            <a:r>
              <a:rPr lang="en-US" b="1" i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+mj-cs"/>
              </a:rPr>
              <a:t>Hamma </a:t>
            </a:r>
            <a:r>
              <a:rPr lang="en-US" b="1" i="1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+mj-cs"/>
              </a:rPr>
              <a:t>ishtirok</a:t>
            </a:r>
            <a:r>
              <a:rPr lang="en-US" b="1" i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+mj-cs"/>
              </a:rPr>
              <a:t> </a:t>
            </a:r>
            <a:r>
              <a:rPr lang="en-US" b="1" i="1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+mj-cs"/>
              </a:rPr>
              <a:t>etadi</a:t>
            </a:r>
            <a:endParaRPr lang="en-US" b="1" i="1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cs typeface="+mj-cs"/>
            </a:endParaRPr>
          </a:p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D4FFE366-D61D-87E9-26B0-752B6939CE8A}"/>
              </a:ext>
            </a:extLst>
          </p:cNvPr>
          <p:cNvSpPr txBox="1">
            <a:spLocks/>
          </p:cNvSpPr>
          <p:nvPr/>
        </p:nvSpPr>
        <p:spPr bwMode="black">
          <a:xfrm>
            <a:off x="6114275" y="3336053"/>
            <a:ext cx="2510504" cy="212020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1088558" rtl="0" eaLnBrk="1" latinLnBrk="0" hangingPunct="1">
              <a:spcBef>
                <a:spcPts val="600"/>
              </a:spcBef>
              <a:buClrTx/>
              <a:buSzPct val="100000"/>
              <a:buFont typeface="Arial" panose="020B0604020202020204" pitchFamily="34" charset="0"/>
              <a:buChar char="​"/>
              <a:defRPr sz="200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2000" indent="-252000" algn="l" defTabSz="1088558" rtl="0" eaLnBrk="1" latinLnBrk="0" hangingPunct="1">
              <a:spcBef>
                <a:spcPts val="600"/>
              </a:spcBef>
              <a:buClr>
                <a:schemeClr val="tx1"/>
              </a:buClr>
              <a:buSzPct val="100000"/>
              <a:buFont typeface="Wingdings" panose="05000000000000000000" pitchFamily="2" charset="2"/>
              <a:buChar char=""/>
              <a:defRPr sz="18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04000" indent="-252000" algn="l" defTabSz="1088558" rtl="0" eaLnBrk="1" latinLnBrk="0" hangingPunct="1">
              <a:spcBef>
                <a:spcPts val="600"/>
              </a:spcBef>
              <a:buClr>
                <a:schemeClr val="tx1"/>
              </a:buClr>
              <a:buSzPct val="100000"/>
              <a:buFont typeface="Wingdings" panose="05000000000000000000" pitchFamily="2" charset="2"/>
              <a:buChar char=""/>
              <a:defRPr lang="en-US" sz="1600" b="0" i="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56000" indent="-252000" algn="l" defTabSz="1088558" rtl="0" eaLnBrk="1" latinLnBrk="0" hangingPunct="1">
              <a:spcBef>
                <a:spcPts val="600"/>
              </a:spcBef>
              <a:buClr>
                <a:schemeClr val="tx1"/>
              </a:buClr>
              <a:buSzPct val="100000"/>
              <a:buFont typeface="Wingdings" panose="05000000000000000000" pitchFamily="2" charset="2"/>
              <a:buChar char=""/>
              <a:defRPr sz="14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defTabSz="1088558" rtl="0" eaLnBrk="1" latinLnBrk="0" hangingPunct="1">
              <a:spcBef>
                <a:spcPts val="600"/>
              </a:spcBef>
              <a:buClr>
                <a:schemeClr val="tx1"/>
              </a:buClr>
              <a:buSzPct val="100000"/>
              <a:buFont typeface="Arial" panose="020B0604020202020204" pitchFamily="34" charset="0"/>
              <a:buChar char="​"/>
              <a:defRPr sz="1400" b="0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0" indent="0" algn="l" defTabSz="1088558" rtl="0" eaLnBrk="1" latinLnBrk="0" hangingPunct="1">
              <a:lnSpc>
                <a:spcPct val="120000"/>
              </a:lnSpc>
              <a:spcBef>
                <a:spcPts val="600"/>
              </a:spcBef>
              <a:buFont typeface="Arial" panose="020B0604020202020204" pitchFamily="34" charset="0"/>
              <a:buChar char="​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1088558" rtl="0" eaLnBrk="1" latinLnBrk="0" hangingPunct="1">
              <a:lnSpc>
                <a:spcPct val="120000"/>
              </a:lnSpc>
              <a:spcBef>
                <a:spcPts val="300"/>
              </a:spcBef>
              <a:buFont typeface="Arial" pitchFamily="34" charset="0"/>
              <a:buChar char="​"/>
              <a:defRPr sz="8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7pPr>
            <a:lvl8pPr marL="0" indent="0" algn="l" defTabSz="1088558" rtl="0" eaLnBrk="1" latinLnBrk="0" hangingPunct="1">
              <a:lnSpc>
                <a:spcPct val="120000"/>
              </a:lnSpc>
              <a:spcBef>
                <a:spcPts val="600"/>
              </a:spcBef>
              <a:buFont typeface="Arial" pitchFamily="34" charset="0"/>
              <a:buChar char="​"/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1088558" rtl="0" eaLnBrk="1" latinLnBrk="0" hangingPunct="1">
              <a:spcBef>
                <a:spcPts val="600"/>
              </a:spcBef>
              <a:buFont typeface="Arial" pitchFamily="34" charset="0"/>
              <a:buChar char="​"/>
              <a:defRPr sz="36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9pPr>
          </a:lstStyle>
          <a:p>
            <a:pPr algn="ctr"/>
            <a:r>
              <a:rPr lang="en-US" b="1">
                <a:latin typeface="Arial" panose="020B0604020202020204" pitchFamily="34" charset="0"/>
                <a:cs typeface="Arial" panose="020B0604020202020204" pitchFamily="34" charset="0"/>
              </a:rPr>
              <a:t>There’s no right or wrong – all ideas are valuable</a:t>
            </a:r>
          </a:p>
          <a:p>
            <a:pPr algn="ctr"/>
            <a:r>
              <a:rPr lang="en-US" b="1" i="1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+mj-cs"/>
              </a:rPr>
              <a:t>To'g'ri</a:t>
            </a:r>
            <a:r>
              <a:rPr lang="en-US" b="1" i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+mj-cs"/>
              </a:rPr>
              <a:t> </a:t>
            </a:r>
            <a:r>
              <a:rPr lang="en-US" b="1" i="1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+mj-cs"/>
              </a:rPr>
              <a:t>yoki</a:t>
            </a:r>
            <a:r>
              <a:rPr lang="en-US" b="1" i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+mj-cs"/>
              </a:rPr>
              <a:t> </a:t>
            </a:r>
            <a:r>
              <a:rPr lang="en-US" b="1" i="1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+mj-cs"/>
              </a:rPr>
              <a:t>noto'g'ri</a:t>
            </a:r>
            <a:r>
              <a:rPr lang="en-US" b="1" i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+mj-cs"/>
              </a:rPr>
              <a:t> </a:t>
            </a:r>
            <a:r>
              <a:rPr lang="en-US" b="1" i="1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+mj-cs"/>
              </a:rPr>
              <a:t>narsa</a:t>
            </a:r>
            <a:r>
              <a:rPr lang="en-US" b="1" i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+mj-cs"/>
              </a:rPr>
              <a:t> </a:t>
            </a:r>
            <a:r>
              <a:rPr lang="en-US" b="1" i="1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+mj-cs"/>
              </a:rPr>
              <a:t>yo'q</a:t>
            </a:r>
            <a:r>
              <a:rPr lang="en-US" b="1" i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+mj-cs"/>
              </a:rPr>
              <a:t> - </a:t>
            </a:r>
            <a:r>
              <a:rPr lang="en-US" b="1" i="1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+mj-cs"/>
              </a:rPr>
              <a:t>barcha</a:t>
            </a:r>
            <a:r>
              <a:rPr lang="en-US" b="1" i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+mj-cs"/>
              </a:rPr>
              <a:t> </a:t>
            </a:r>
            <a:r>
              <a:rPr lang="en-US" b="1" i="1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+mj-cs"/>
              </a:rPr>
              <a:t>g'oyalar</a:t>
            </a:r>
            <a:r>
              <a:rPr lang="en-US" b="1" i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+mj-cs"/>
              </a:rPr>
              <a:t> </a:t>
            </a:r>
            <a:r>
              <a:rPr lang="en-US" b="1" i="1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+mj-cs"/>
              </a:rPr>
              <a:t>qadrlidir</a:t>
            </a:r>
            <a:endParaRPr lang="en-US" b="1" i="1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cs typeface="+mj-cs"/>
            </a:endParaRPr>
          </a:p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D7A91DC0-A88A-305C-52D6-FBDF2A6A5225}"/>
              </a:ext>
            </a:extLst>
          </p:cNvPr>
          <p:cNvSpPr txBox="1">
            <a:spLocks/>
          </p:cNvSpPr>
          <p:nvPr/>
        </p:nvSpPr>
        <p:spPr bwMode="black">
          <a:xfrm>
            <a:off x="8919412" y="3366198"/>
            <a:ext cx="2510504" cy="212020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1088558" rtl="0" eaLnBrk="1" latinLnBrk="0" hangingPunct="1">
              <a:spcBef>
                <a:spcPts val="600"/>
              </a:spcBef>
              <a:buClrTx/>
              <a:buSzPct val="100000"/>
              <a:buFont typeface="Arial" panose="020B0604020202020204" pitchFamily="34" charset="0"/>
              <a:buChar char="​"/>
              <a:defRPr sz="200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2000" indent="-252000" algn="l" defTabSz="1088558" rtl="0" eaLnBrk="1" latinLnBrk="0" hangingPunct="1">
              <a:spcBef>
                <a:spcPts val="600"/>
              </a:spcBef>
              <a:buClr>
                <a:schemeClr val="tx1"/>
              </a:buClr>
              <a:buSzPct val="100000"/>
              <a:buFont typeface="Wingdings" panose="05000000000000000000" pitchFamily="2" charset="2"/>
              <a:buChar char=""/>
              <a:defRPr sz="18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04000" indent="-252000" algn="l" defTabSz="1088558" rtl="0" eaLnBrk="1" latinLnBrk="0" hangingPunct="1">
              <a:spcBef>
                <a:spcPts val="600"/>
              </a:spcBef>
              <a:buClr>
                <a:schemeClr val="tx1"/>
              </a:buClr>
              <a:buSzPct val="100000"/>
              <a:buFont typeface="Wingdings" panose="05000000000000000000" pitchFamily="2" charset="2"/>
              <a:buChar char=""/>
              <a:defRPr lang="en-US" sz="1600" b="0" i="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56000" indent="-252000" algn="l" defTabSz="1088558" rtl="0" eaLnBrk="1" latinLnBrk="0" hangingPunct="1">
              <a:spcBef>
                <a:spcPts val="600"/>
              </a:spcBef>
              <a:buClr>
                <a:schemeClr val="tx1"/>
              </a:buClr>
              <a:buSzPct val="100000"/>
              <a:buFont typeface="Wingdings" panose="05000000000000000000" pitchFamily="2" charset="2"/>
              <a:buChar char=""/>
              <a:defRPr sz="14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defTabSz="1088558" rtl="0" eaLnBrk="1" latinLnBrk="0" hangingPunct="1">
              <a:spcBef>
                <a:spcPts val="600"/>
              </a:spcBef>
              <a:buClr>
                <a:schemeClr val="tx1"/>
              </a:buClr>
              <a:buSzPct val="100000"/>
              <a:buFont typeface="Arial" panose="020B0604020202020204" pitchFamily="34" charset="0"/>
              <a:buChar char="​"/>
              <a:defRPr sz="1400" b="0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0" indent="0" algn="l" defTabSz="1088558" rtl="0" eaLnBrk="1" latinLnBrk="0" hangingPunct="1">
              <a:lnSpc>
                <a:spcPct val="120000"/>
              </a:lnSpc>
              <a:spcBef>
                <a:spcPts val="600"/>
              </a:spcBef>
              <a:buFont typeface="Arial" panose="020B0604020202020204" pitchFamily="34" charset="0"/>
              <a:buChar char="​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1088558" rtl="0" eaLnBrk="1" latinLnBrk="0" hangingPunct="1">
              <a:lnSpc>
                <a:spcPct val="120000"/>
              </a:lnSpc>
              <a:spcBef>
                <a:spcPts val="300"/>
              </a:spcBef>
              <a:buFont typeface="Arial" pitchFamily="34" charset="0"/>
              <a:buChar char="​"/>
              <a:defRPr sz="8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7pPr>
            <a:lvl8pPr marL="0" indent="0" algn="l" defTabSz="1088558" rtl="0" eaLnBrk="1" latinLnBrk="0" hangingPunct="1">
              <a:lnSpc>
                <a:spcPct val="120000"/>
              </a:lnSpc>
              <a:spcBef>
                <a:spcPts val="600"/>
              </a:spcBef>
              <a:buFont typeface="Arial" pitchFamily="34" charset="0"/>
              <a:buChar char="​"/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1088558" rtl="0" eaLnBrk="1" latinLnBrk="0" hangingPunct="1">
              <a:spcBef>
                <a:spcPts val="600"/>
              </a:spcBef>
              <a:buFont typeface="Arial" pitchFamily="34" charset="0"/>
              <a:buChar char="​"/>
              <a:defRPr sz="36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9pPr>
          </a:lstStyle>
          <a:p>
            <a:pPr algn="ctr"/>
            <a:r>
              <a:rPr lang="en-US" b="1">
                <a:latin typeface="Arial" panose="020B0604020202020204" pitchFamily="34" charset="0"/>
                <a:cs typeface="Arial" panose="020B0604020202020204" pitchFamily="34" charset="0"/>
              </a:rPr>
              <a:t>Have fun!</a:t>
            </a:r>
          </a:p>
          <a:p>
            <a:pPr algn="ctr"/>
            <a:r>
              <a:rPr lang="en-US" b="1" i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+mj-cs"/>
              </a:rPr>
              <a:t>Bahra </a:t>
            </a:r>
            <a:r>
              <a:rPr lang="en-US" b="1" i="1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+mj-cs"/>
              </a:rPr>
              <a:t>oling</a:t>
            </a:r>
            <a:r>
              <a:rPr lang="en-US" b="1" i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+mj-cs"/>
              </a:rPr>
              <a:t>!</a:t>
            </a:r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1" name="Graphic 10" descr="Chat with solid fill">
            <a:extLst>
              <a:ext uri="{FF2B5EF4-FFF2-40B4-BE49-F238E27FC236}">
                <a16:creationId xmlns:a16="http://schemas.microsoft.com/office/drawing/2014/main" id="{E162C8BA-5C76-90C5-3D07-555AA1D3644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20787" y="2133600"/>
            <a:ext cx="914400" cy="914400"/>
          </a:xfrm>
          <a:prstGeom prst="rect">
            <a:avLst/>
          </a:prstGeom>
        </p:spPr>
      </p:pic>
      <p:pic>
        <p:nvPicPr>
          <p:cNvPr id="13" name="Graphic 12" descr="Group brainstorm with solid fill">
            <a:extLst>
              <a:ext uri="{FF2B5EF4-FFF2-40B4-BE49-F238E27FC236}">
                <a16:creationId xmlns:a16="http://schemas.microsoft.com/office/drawing/2014/main" id="{6EA8D8D1-79FF-C41F-AD9A-5B6534002E3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107190" y="2114341"/>
            <a:ext cx="914400" cy="914400"/>
          </a:xfrm>
          <a:prstGeom prst="rect">
            <a:avLst/>
          </a:prstGeom>
        </p:spPr>
      </p:pic>
      <p:pic>
        <p:nvPicPr>
          <p:cNvPr id="15" name="Graphic 14" descr="Lightbulb and gear with solid fill">
            <a:extLst>
              <a:ext uri="{FF2B5EF4-FFF2-40B4-BE49-F238E27FC236}">
                <a16:creationId xmlns:a16="http://schemas.microsoft.com/office/drawing/2014/main" id="{1C4A011E-50F2-3738-FFB1-7313142097D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912327" y="2114341"/>
            <a:ext cx="914400" cy="914400"/>
          </a:xfrm>
          <a:prstGeom prst="rect">
            <a:avLst/>
          </a:prstGeom>
        </p:spPr>
      </p:pic>
      <p:pic>
        <p:nvPicPr>
          <p:cNvPr id="17" name="Graphic 16" descr="Grinning face with solid fill with solid fill">
            <a:extLst>
              <a:ext uri="{FF2B5EF4-FFF2-40B4-BE49-F238E27FC236}">
                <a16:creationId xmlns:a16="http://schemas.microsoft.com/office/drawing/2014/main" id="{6804A08A-6880-9CC9-7843-84736FB3F90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821672" y="2237808"/>
            <a:ext cx="705984" cy="705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316457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517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" name="TextBox 2"/>
          <p:cNvSpPr txBox="1"/>
          <p:nvPr/>
        </p:nvSpPr>
        <p:spPr>
          <a:xfrm>
            <a:off x="411480" y="274320"/>
            <a:ext cx="640080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lang="en-US" sz="1100" b="1" i="0" noProof="0" dirty="0">
                <a:solidFill>
                  <a:srgbClr val="E76500"/>
                </a:solidFill>
                <a:latin typeface="72 Brand Medium"/>
              </a:rPr>
              <a:t>END USER PERSONA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94960" y="301752"/>
            <a:ext cx="6382512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lang="en-US" sz="900" b="0" i="0" noProof="0" dirty="0">
                <a:solidFill>
                  <a:srgbClr val="5B6670"/>
                </a:solidFill>
                <a:latin typeface="72 Brand"/>
              </a:rPr>
              <a:t>Ziyo Forum  ·  Discovery Research  ·  October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676656"/>
            <a:ext cx="11365992" cy="18288"/>
          </a:xfrm>
          <a:prstGeom prst="rect">
            <a:avLst/>
          </a:prstGeom>
          <a:solidFill>
            <a:srgbClr val="DDE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6" name="Rounded Rectangle 5"/>
          <p:cNvSpPr/>
          <p:nvPr/>
        </p:nvSpPr>
        <p:spPr>
          <a:xfrm>
            <a:off x="411480" y="841248"/>
            <a:ext cx="3246120" cy="5596128"/>
          </a:xfrm>
          <a:prstGeom prst="roundRect">
            <a:avLst>
              <a:gd name="adj" fmla="val 3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7" name="Oval 6"/>
          <p:cNvSpPr/>
          <p:nvPr/>
        </p:nvSpPr>
        <p:spPr>
          <a:xfrm>
            <a:off x="1540763" y="969264"/>
            <a:ext cx="987552" cy="987552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D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9" name="TextBox 8"/>
          <p:cNvSpPr txBox="1"/>
          <p:nvPr/>
        </p:nvSpPr>
        <p:spPr>
          <a:xfrm>
            <a:off x="502920" y="1975104"/>
            <a:ext cx="3063239" cy="2539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lang="en-US" sz="1650" b="1" i="0" noProof="0" dirty="0">
                <a:solidFill>
                  <a:srgbClr val="22252A"/>
                </a:solidFill>
                <a:latin typeface="72 Brand Medium"/>
              </a:rPr>
              <a:t>Asilbek Normatov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322576"/>
            <a:ext cx="2971800" cy="273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900" b="0" i="0" noProof="0" dirty="0">
                <a:solidFill>
                  <a:srgbClr val="5B6670"/>
                </a:solidFill>
                <a:latin typeface="72 Brand"/>
              </a:rPr>
              <a:t>Final-Year Secondary School Student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50" b="0" i="0" noProof="0" dirty="0">
                <a:solidFill>
                  <a:srgbClr val="5B6670"/>
                </a:solidFill>
                <a:latin typeface="72 Brand"/>
              </a:rPr>
              <a:t>School No. 110, Tashkent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2670048"/>
            <a:ext cx="2697479" cy="13716"/>
          </a:xfrm>
          <a:prstGeom prst="rect">
            <a:avLst/>
          </a:prstGeom>
          <a:solidFill>
            <a:srgbClr val="DDE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2" name="TextBox 11"/>
          <p:cNvSpPr txBox="1"/>
          <p:nvPr/>
        </p:nvSpPr>
        <p:spPr>
          <a:xfrm>
            <a:off x="612648" y="2761488"/>
            <a:ext cx="2880360" cy="2585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750" b="1" i="0" noProof="0" dirty="0">
                <a:solidFill>
                  <a:srgbClr val="E76500"/>
                </a:solidFill>
                <a:latin typeface="72 Brand Medium"/>
              </a:rPr>
              <a:t>AGE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930" b="0" i="0" noProof="0" dirty="0">
                <a:solidFill>
                  <a:srgbClr val="22252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17 years old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" y="3163824"/>
            <a:ext cx="2880360" cy="2585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750" b="1" i="0" noProof="0" dirty="0">
                <a:solidFill>
                  <a:srgbClr val="E76500"/>
                </a:solidFill>
                <a:latin typeface="72 Brand Medium"/>
              </a:rPr>
              <a:t>LOCATION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930" b="0" i="0" noProof="0" dirty="0">
                <a:solidFill>
                  <a:srgbClr val="22252A"/>
                </a:solidFill>
                <a:latin typeface="72 Brand"/>
              </a:rPr>
              <a:t>Tashkent, Uzbekistan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" y="3566160"/>
            <a:ext cx="2880360" cy="2585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750" b="1" i="0" noProof="0" dirty="0">
                <a:solidFill>
                  <a:srgbClr val="E76500"/>
                </a:solidFill>
                <a:latin typeface="72 Brand Medium"/>
              </a:rPr>
              <a:t>EDUCATION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930" b="0" i="0" noProof="0" dirty="0">
                <a:solidFill>
                  <a:srgbClr val="22252A"/>
                </a:solidFill>
                <a:latin typeface="72 Brand"/>
              </a:rPr>
              <a:t>11th Grade · Secondary School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8" y="3968496"/>
            <a:ext cx="2880360" cy="2585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750" b="1" i="0" noProof="0" dirty="0">
                <a:solidFill>
                  <a:srgbClr val="E76500"/>
                </a:solidFill>
                <a:latin typeface="72 Brand Medium"/>
              </a:rPr>
              <a:t>GOAL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930" b="0" i="0" noProof="0" dirty="0">
                <a:solidFill>
                  <a:srgbClr val="22252A"/>
                </a:solidFill>
                <a:latin typeface="72 Brand"/>
              </a:rPr>
              <a:t>Bachelor's degree at a foreign university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" y="4370832"/>
            <a:ext cx="2880360" cy="2585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750" b="1" i="0" noProof="0" dirty="0">
                <a:solidFill>
                  <a:srgbClr val="E76500"/>
                </a:solidFill>
                <a:latin typeface="72 Brand Medium"/>
              </a:rPr>
              <a:t>FUNDING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930" b="0" i="0" noProof="0" dirty="0">
                <a:solidFill>
                  <a:srgbClr val="22252A"/>
                </a:solidFill>
                <a:latin typeface="72 Brand"/>
              </a:rPr>
              <a:t>Needs full scholarship - family cannot self-fund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8" y="4791456"/>
            <a:ext cx="2880360" cy="1154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lang="en-US" sz="750" b="1" i="0" noProof="0" dirty="0">
                <a:solidFill>
                  <a:srgbClr val="0070F2"/>
                </a:solidFill>
                <a:latin typeface="72 Brand Medium"/>
              </a:rPr>
              <a:t>INTERESTS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2648" y="5010912"/>
            <a:ext cx="940003" cy="219456"/>
          </a:xfrm>
          <a:prstGeom prst="roundRect">
            <a:avLst>
              <a:gd name="adj" fmla="val 50000"/>
            </a:avLst>
          </a:prstGeom>
          <a:solidFill>
            <a:srgbClr val="D1E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9" name="TextBox 18"/>
          <p:cNvSpPr txBox="1"/>
          <p:nvPr/>
        </p:nvSpPr>
        <p:spPr>
          <a:xfrm>
            <a:off x="612648" y="5062932"/>
            <a:ext cx="940003" cy="1154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lang="en-US" sz="750" b="0" i="0" noProof="0" dirty="0">
                <a:solidFill>
                  <a:srgbClr val="002A86"/>
                </a:solidFill>
                <a:latin typeface="72 Brand"/>
              </a:rPr>
              <a:t>Study Abroad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616659" y="5010912"/>
            <a:ext cx="876909" cy="219456"/>
          </a:xfrm>
          <a:prstGeom prst="roundRect">
            <a:avLst>
              <a:gd name="adj" fmla="val 50000"/>
            </a:avLst>
          </a:prstGeom>
          <a:solidFill>
            <a:srgbClr val="D1E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1" name="TextBox 20"/>
          <p:cNvSpPr txBox="1"/>
          <p:nvPr/>
        </p:nvSpPr>
        <p:spPr>
          <a:xfrm>
            <a:off x="1616659" y="5062932"/>
            <a:ext cx="876909" cy="1154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lang="en-US" sz="750" b="0" i="0" noProof="0" dirty="0">
                <a:solidFill>
                  <a:srgbClr val="002A86"/>
                </a:solidFill>
                <a:latin typeface="72 Brand"/>
              </a:rPr>
              <a:t>IELTS / SAT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557576" y="5010912"/>
            <a:ext cx="750722" cy="219456"/>
          </a:xfrm>
          <a:prstGeom prst="roundRect">
            <a:avLst>
              <a:gd name="adj" fmla="val 50000"/>
            </a:avLst>
          </a:prstGeom>
          <a:solidFill>
            <a:srgbClr val="D1E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3" name="TextBox 22"/>
          <p:cNvSpPr txBox="1"/>
          <p:nvPr/>
        </p:nvSpPr>
        <p:spPr>
          <a:xfrm>
            <a:off x="2557576" y="5062932"/>
            <a:ext cx="750722" cy="1154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lang="en-US" sz="750" b="0" i="0" noProof="0" dirty="0">
                <a:solidFill>
                  <a:srgbClr val="002A86"/>
                </a:solidFill>
                <a:latin typeface="72 Brand"/>
              </a:rPr>
              <a:t>Tech &amp; IT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2648" y="5294376"/>
            <a:ext cx="561441" cy="219456"/>
          </a:xfrm>
          <a:prstGeom prst="roundRect">
            <a:avLst>
              <a:gd name="adj" fmla="val 50000"/>
            </a:avLst>
          </a:prstGeom>
          <a:solidFill>
            <a:srgbClr val="D1E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5" name="TextBox 24"/>
          <p:cNvSpPr txBox="1"/>
          <p:nvPr/>
        </p:nvSpPr>
        <p:spPr>
          <a:xfrm>
            <a:off x="612648" y="5346396"/>
            <a:ext cx="561441" cy="1154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lang="en-US" sz="750" b="0" i="0" noProof="0" dirty="0">
                <a:solidFill>
                  <a:srgbClr val="002A86"/>
                </a:solidFill>
                <a:latin typeface="72 Brand"/>
              </a:rPr>
              <a:t>Gaming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238097" y="5294376"/>
            <a:ext cx="624535" cy="219456"/>
          </a:xfrm>
          <a:prstGeom prst="roundRect">
            <a:avLst>
              <a:gd name="adj" fmla="val 50000"/>
            </a:avLst>
          </a:prstGeom>
          <a:solidFill>
            <a:srgbClr val="D1E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7" name="TextBox 26"/>
          <p:cNvSpPr txBox="1"/>
          <p:nvPr/>
        </p:nvSpPr>
        <p:spPr>
          <a:xfrm>
            <a:off x="1238097" y="5346396"/>
            <a:ext cx="624535" cy="1154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lang="en-US" sz="750" b="0" i="0" noProof="0" dirty="0">
                <a:solidFill>
                  <a:srgbClr val="002A86"/>
                </a:solidFill>
                <a:latin typeface="72 Brand"/>
              </a:rPr>
              <a:t>YouTube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926640" y="5294376"/>
            <a:ext cx="687628" cy="219456"/>
          </a:xfrm>
          <a:prstGeom prst="roundRect">
            <a:avLst>
              <a:gd name="adj" fmla="val 50000"/>
            </a:avLst>
          </a:prstGeom>
          <a:solidFill>
            <a:srgbClr val="D1E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9" name="TextBox 28"/>
          <p:cNvSpPr txBox="1"/>
          <p:nvPr/>
        </p:nvSpPr>
        <p:spPr>
          <a:xfrm>
            <a:off x="1926640" y="5346396"/>
            <a:ext cx="687628" cy="1154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lang="en-US" sz="750" b="0" i="0" noProof="0" dirty="0">
                <a:solidFill>
                  <a:srgbClr val="002A86"/>
                </a:solidFill>
                <a:latin typeface="72 Brand"/>
              </a:rPr>
              <a:t>Football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2648" y="5596128"/>
            <a:ext cx="2880360" cy="1154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lang="en-US" sz="750" b="1" i="0" noProof="0" dirty="0">
                <a:solidFill>
                  <a:srgbClr val="0070F2"/>
                </a:solidFill>
                <a:latin typeface="72 Brand Medium"/>
              </a:rPr>
              <a:t>WHERE HE LOOKS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12648" y="5815584"/>
            <a:ext cx="687628" cy="219456"/>
          </a:xfrm>
          <a:prstGeom prst="roundRect">
            <a:avLst>
              <a:gd name="adj" fmla="val 50000"/>
            </a:avLst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2" name="TextBox 31"/>
          <p:cNvSpPr txBox="1"/>
          <p:nvPr/>
        </p:nvSpPr>
        <p:spPr>
          <a:xfrm>
            <a:off x="612648" y="5867604"/>
            <a:ext cx="687628" cy="1154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lang="en-US" sz="750" b="0" i="0" noProof="0" dirty="0">
                <a:solidFill>
                  <a:srgbClr val="5B6670"/>
                </a:solidFill>
                <a:latin typeface="72 Brand"/>
              </a:rPr>
              <a:t>Telegram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364284" y="5815584"/>
            <a:ext cx="750722" cy="219456"/>
          </a:xfrm>
          <a:prstGeom prst="roundRect">
            <a:avLst>
              <a:gd name="adj" fmla="val 50000"/>
            </a:avLst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4" name="TextBox 33"/>
          <p:cNvSpPr txBox="1"/>
          <p:nvPr/>
        </p:nvSpPr>
        <p:spPr>
          <a:xfrm>
            <a:off x="1364284" y="5867604"/>
            <a:ext cx="750722" cy="1154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lang="en-US" sz="750" b="0" i="0" noProof="0" dirty="0">
                <a:solidFill>
                  <a:srgbClr val="5B6670"/>
                </a:solidFill>
                <a:latin typeface="72 Brand"/>
              </a:rPr>
              <a:t>Instagram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2179015" y="5815584"/>
            <a:ext cx="624535" cy="219456"/>
          </a:xfrm>
          <a:prstGeom prst="roundRect">
            <a:avLst>
              <a:gd name="adj" fmla="val 50000"/>
            </a:avLst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6" name="TextBox 35"/>
          <p:cNvSpPr txBox="1"/>
          <p:nvPr/>
        </p:nvSpPr>
        <p:spPr>
          <a:xfrm>
            <a:off x="2179015" y="5867604"/>
            <a:ext cx="624535" cy="1154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lang="en-US" sz="750" b="0" i="0" noProof="0" dirty="0">
                <a:solidFill>
                  <a:srgbClr val="5B6670"/>
                </a:solidFill>
                <a:latin typeface="72 Brand"/>
              </a:rPr>
              <a:t>YouTube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12648" y="6099048"/>
            <a:ext cx="1129284" cy="219456"/>
          </a:xfrm>
          <a:prstGeom prst="roundRect">
            <a:avLst>
              <a:gd name="adj" fmla="val 50000"/>
            </a:avLst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8" name="TextBox 37"/>
          <p:cNvSpPr txBox="1"/>
          <p:nvPr/>
        </p:nvSpPr>
        <p:spPr>
          <a:xfrm>
            <a:off x="612648" y="6151068"/>
            <a:ext cx="1129284" cy="1154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lang="en-US" sz="750" b="0" i="0" noProof="0" dirty="0">
                <a:solidFill>
                  <a:srgbClr val="5B6670"/>
                </a:solidFill>
                <a:latin typeface="72 Brand"/>
              </a:rPr>
              <a:t>School Teachers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805940" y="6099048"/>
            <a:ext cx="561441" cy="219456"/>
          </a:xfrm>
          <a:prstGeom prst="roundRect">
            <a:avLst>
              <a:gd name="adj" fmla="val 50000"/>
            </a:avLst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0" name="TextBox 39"/>
          <p:cNvSpPr txBox="1"/>
          <p:nvPr/>
        </p:nvSpPr>
        <p:spPr>
          <a:xfrm>
            <a:off x="1805940" y="6151068"/>
            <a:ext cx="561441" cy="1154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lang="en-US" sz="750" b="0" i="0" noProof="0" dirty="0">
                <a:solidFill>
                  <a:srgbClr val="5B6670"/>
                </a:solidFill>
                <a:latin typeface="72 Brand"/>
              </a:rPr>
              <a:t>Google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858768" y="841248"/>
            <a:ext cx="7918704" cy="914400"/>
          </a:xfrm>
          <a:prstGeom prst="roundRect">
            <a:avLst>
              <a:gd name="adj" fmla="val 6000"/>
            </a:avLst>
          </a:prstGeom>
          <a:solidFill>
            <a:srgbClr val="002A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2" name="TextBox 41"/>
          <p:cNvSpPr txBox="1"/>
          <p:nvPr/>
        </p:nvSpPr>
        <p:spPr>
          <a:xfrm>
            <a:off x="4114800" y="972383"/>
            <a:ext cx="548640" cy="61555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lang="en-US" sz="4000" b="1" i="0" noProof="0" dirty="0">
                <a:solidFill>
                  <a:srgbClr val="89D1FF"/>
                </a:solidFill>
                <a:latin typeface="72 Brand Medium"/>
              </a:rPr>
              <a:t>“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17136" y="992117"/>
            <a:ext cx="7004304" cy="44807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lang="en-US" sz="1400" b="0" i="1" noProof="0" dirty="0">
                <a:solidFill>
                  <a:srgbClr val="FFFFFF"/>
                </a:solidFill>
                <a:latin typeface="72 Brand"/>
              </a:rPr>
              <a:t>I want to study abroad - everyone says it's possible - but I have no idea where to even start or which scholarships I am actually eligible for.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17136" y="1444752"/>
            <a:ext cx="7004304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lang="en-US" sz="1050" b="1" i="0" noProof="0" dirty="0">
                <a:solidFill>
                  <a:srgbClr val="89D1FF"/>
                </a:solidFill>
                <a:latin typeface="72 Brand Medium"/>
              </a:rPr>
              <a:t>— Asilbek Normatov, 17  ·  Final-Year School Student, Tashkent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3858768" y="1901951"/>
            <a:ext cx="3922776" cy="1799991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D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6" name="TextBox 45"/>
          <p:cNvSpPr txBox="1"/>
          <p:nvPr/>
        </p:nvSpPr>
        <p:spPr>
          <a:xfrm>
            <a:off x="4005072" y="2011680"/>
            <a:ext cx="3584448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lang="en-US" sz="1050" b="1" i="0" noProof="0" dirty="0">
                <a:solidFill>
                  <a:srgbClr val="36A41D"/>
                </a:solidFill>
                <a:latin typeface="72 Brand Medium"/>
              </a:rPr>
              <a:t>Goals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995927" y="2237995"/>
            <a:ext cx="502920" cy="32004"/>
          </a:xfrm>
          <a:prstGeom prst="rect">
            <a:avLst/>
          </a:prstGeom>
          <a:solidFill>
            <a:srgbClr val="36A4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8" name="TextBox 47"/>
          <p:cNvSpPr txBox="1"/>
          <p:nvPr/>
        </p:nvSpPr>
        <p:spPr>
          <a:xfrm>
            <a:off x="3995927" y="2330502"/>
            <a:ext cx="3721609" cy="136107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lang="en-US" sz="900" b="1" i="0" noProof="0" dirty="0">
                <a:solidFill>
                  <a:srgbClr val="36A41D"/>
                </a:solidFill>
                <a:latin typeface="72 Brand"/>
              </a:rPr>
              <a:t>•  </a:t>
            </a:r>
            <a:r>
              <a:rPr lang="en-US" sz="1000" b="0" i="0" noProof="0" dirty="0">
                <a:solidFill>
                  <a:srgbClr val="22252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Get accepted to a reputable foreign university on a full scholarship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lang="en-US" sz="1000" b="1" i="0" noProof="0" dirty="0">
                <a:solidFill>
                  <a:srgbClr val="36A41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 </a:t>
            </a:r>
            <a:r>
              <a:rPr lang="en-US" sz="1000" b="0" i="0" noProof="0" dirty="0">
                <a:solidFill>
                  <a:srgbClr val="22252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Pass IELTS/ SAT at a competitive score before applications close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lang="en-US" sz="1000" b="1" i="0" noProof="0" dirty="0">
                <a:solidFill>
                  <a:srgbClr val="36A41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 </a:t>
            </a:r>
            <a:r>
              <a:rPr lang="en-US" sz="1000" b="0" i="0" noProof="0" dirty="0">
                <a:solidFill>
                  <a:srgbClr val="22252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Build a strong profile: grades, extracurriculars, and a standout essay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lang="en-US" sz="1000" b="1" i="0" noProof="0" dirty="0">
                <a:solidFill>
                  <a:srgbClr val="36A41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 </a:t>
            </a:r>
            <a:r>
              <a:rPr lang="en-US" sz="1000" b="0" i="0" noProof="0" dirty="0">
                <a:solidFill>
                  <a:srgbClr val="22252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Understand exactly what each scholarship requires before he commits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7918704" y="1901951"/>
            <a:ext cx="3895344" cy="1787747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D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0" name="TextBox 49"/>
          <p:cNvSpPr txBox="1"/>
          <p:nvPr/>
        </p:nvSpPr>
        <p:spPr>
          <a:xfrm>
            <a:off x="8065008" y="2011680"/>
            <a:ext cx="3584448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lang="en-US" sz="1050" b="1" i="0" noProof="0" dirty="0">
                <a:solidFill>
                  <a:srgbClr val="0070F2"/>
                </a:solidFill>
                <a:latin typeface="72 Brand Medium"/>
              </a:rPr>
              <a:t>What He Needs from Ziyo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065008" y="2237995"/>
            <a:ext cx="502920" cy="32004"/>
          </a:xfrm>
          <a:prstGeom prst="rect">
            <a:avLst/>
          </a:prstGeom>
          <a:solidFill>
            <a:srgbClr val="007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2" name="TextBox 51"/>
          <p:cNvSpPr txBox="1"/>
          <p:nvPr/>
        </p:nvSpPr>
        <p:spPr>
          <a:xfrm>
            <a:off x="8046720" y="2303284"/>
            <a:ext cx="3712465" cy="14232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lang="en-US" sz="900" b="1" i="0" noProof="0" dirty="0">
                <a:solidFill>
                  <a:srgbClr val="0070F2"/>
                </a:solidFill>
                <a:latin typeface="72 Brand"/>
              </a:rPr>
              <a:t>•  </a:t>
            </a:r>
            <a:r>
              <a:rPr lang="en-US" sz="1050" b="0" i="0" noProof="0" dirty="0">
                <a:solidFill>
                  <a:srgbClr val="22252A"/>
                </a:solidFill>
                <a:latin typeface="72 Brand"/>
              </a:rPr>
              <a:t>Scholarships and programs filtered for school leavers and freshmen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lang="en-US" sz="1050" b="1" i="0" noProof="0" dirty="0">
                <a:solidFill>
                  <a:srgbClr val="0070F2"/>
                </a:solidFill>
                <a:latin typeface="72 Brand"/>
              </a:rPr>
              <a:t>•  </a:t>
            </a:r>
            <a:r>
              <a:rPr lang="en-US" sz="1050" b="0" i="0" noProof="0" dirty="0">
                <a:solidFill>
                  <a:srgbClr val="22252A"/>
                </a:solidFill>
                <a:latin typeface="72 Brand"/>
              </a:rPr>
              <a:t>Step-by-step guidance: what to prepare, in what order, by when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lang="en-US" sz="1050" b="1" i="0" noProof="0" dirty="0">
                <a:solidFill>
                  <a:srgbClr val="0070F2"/>
                </a:solidFill>
                <a:latin typeface="72 Brand"/>
              </a:rPr>
              <a:t>•  </a:t>
            </a:r>
            <a:r>
              <a:rPr lang="en-US" sz="1050" b="0" i="0" noProof="0" dirty="0">
                <a:solidFill>
                  <a:srgbClr val="22252A"/>
                </a:solidFill>
                <a:latin typeface="72 Brand"/>
              </a:rPr>
              <a:t>Real stories from students who went abroad straight from school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lang="en-US" sz="1050" b="1" i="0" noProof="0" dirty="0">
                <a:solidFill>
                  <a:srgbClr val="0070F2"/>
                </a:solidFill>
                <a:latin typeface="72 Brand"/>
              </a:rPr>
              <a:t>•  </a:t>
            </a:r>
            <a:r>
              <a:rPr lang="en-US" sz="1050" b="0" i="0" noProof="0" dirty="0">
                <a:solidFill>
                  <a:srgbClr val="22252A"/>
                </a:solidFill>
                <a:latin typeface="72 Brand"/>
              </a:rPr>
              <a:t>Deadline alerts so he never misses a window while finishing exams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3858768" y="3815120"/>
            <a:ext cx="3922776" cy="1761222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D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4" name="TextBox 53"/>
          <p:cNvSpPr txBox="1"/>
          <p:nvPr/>
        </p:nvSpPr>
        <p:spPr>
          <a:xfrm>
            <a:off x="3973067" y="3846804"/>
            <a:ext cx="3584448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lang="en-US" sz="1050" b="1" i="0" noProof="0" dirty="0">
                <a:solidFill>
                  <a:srgbClr val="E76500"/>
                </a:solidFill>
                <a:latin typeface="72 Brand Medium"/>
              </a:rPr>
              <a:t>Pain Points Today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005072" y="4041648"/>
            <a:ext cx="502920" cy="32004"/>
          </a:xfrm>
          <a:prstGeom prst="rect">
            <a:avLst/>
          </a:prstGeom>
          <a:solidFill>
            <a:srgbClr val="E76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6" name="TextBox 55"/>
          <p:cNvSpPr txBox="1"/>
          <p:nvPr/>
        </p:nvSpPr>
        <p:spPr>
          <a:xfrm>
            <a:off x="4005072" y="4151376"/>
            <a:ext cx="3566160" cy="136107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lang="en-US" sz="1000" b="1" i="0" noProof="0" dirty="0">
                <a:solidFill>
                  <a:srgbClr val="E765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 </a:t>
            </a:r>
            <a:r>
              <a:rPr lang="en-US" sz="1000" b="0" i="0" noProof="0" dirty="0">
                <a:solidFill>
                  <a:srgbClr val="22252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Overwhelming volume of information — no clear starting point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lang="en-US" sz="1000" b="1" i="0" noProof="0" dirty="0">
                <a:solidFill>
                  <a:srgbClr val="E765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 </a:t>
            </a:r>
            <a:r>
              <a:rPr lang="en-US" sz="1000" b="0" i="0" noProof="0" dirty="0">
                <a:solidFill>
                  <a:srgbClr val="22252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Most resources are aimed at university students, not school leavers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lang="en-US" sz="1000" b="1" i="0" noProof="0" dirty="0">
                <a:solidFill>
                  <a:srgbClr val="E765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 </a:t>
            </a:r>
            <a:r>
              <a:rPr lang="en-US" sz="1000" b="0" i="0" noProof="0" dirty="0">
                <a:solidFill>
                  <a:srgbClr val="22252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Relies on teachers and older cousins for guidance; advice is inconsistent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lang="en-US" sz="1000" b="1" i="0" noProof="0" dirty="0">
                <a:solidFill>
                  <a:srgbClr val="E765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 </a:t>
            </a:r>
            <a:r>
              <a:rPr lang="en-US" sz="1000" b="0" i="0" noProof="0" dirty="0">
                <a:solidFill>
                  <a:srgbClr val="22252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Deadlines sneak up while he is focused on final school exams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7927848" y="3803366"/>
            <a:ext cx="3886200" cy="1761222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D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8" name="TextBox 57"/>
          <p:cNvSpPr txBox="1"/>
          <p:nvPr/>
        </p:nvSpPr>
        <p:spPr>
          <a:xfrm>
            <a:off x="8046720" y="3836651"/>
            <a:ext cx="3584448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lang="en-US" sz="1050" b="1" i="0" noProof="0" dirty="0">
                <a:solidFill>
                  <a:srgbClr val="049F9A"/>
                </a:solidFill>
                <a:latin typeface="72 Brand Medium"/>
              </a:rPr>
              <a:t>Challenges</a:t>
            </a:r>
          </a:p>
        </p:txBody>
      </p:sp>
      <p:sp>
        <p:nvSpPr>
          <p:cNvPr id="59" name="Rectangle 58"/>
          <p:cNvSpPr/>
          <p:nvPr/>
        </p:nvSpPr>
        <p:spPr>
          <a:xfrm>
            <a:off x="8065008" y="4041648"/>
            <a:ext cx="502920" cy="32004"/>
          </a:xfrm>
          <a:prstGeom prst="rect">
            <a:avLst/>
          </a:prstGeom>
          <a:solidFill>
            <a:srgbClr val="049F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60" name="TextBox 59"/>
          <p:cNvSpPr txBox="1"/>
          <p:nvPr/>
        </p:nvSpPr>
        <p:spPr>
          <a:xfrm>
            <a:off x="8065008" y="4151376"/>
            <a:ext cx="3566160" cy="12584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lang="en-US" sz="900" b="1" i="0" noProof="0" dirty="0">
                <a:solidFill>
                  <a:srgbClr val="049F9A"/>
                </a:solidFill>
                <a:latin typeface="72 Brand"/>
              </a:rPr>
              <a:t>•  </a:t>
            </a:r>
            <a:r>
              <a:rPr lang="en-US" sz="1050" b="0" i="0" noProof="0" dirty="0">
                <a:solidFill>
                  <a:srgbClr val="22252A"/>
                </a:solidFill>
                <a:latin typeface="72 Brand"/>
              </a:rPr>
              <a:t>Balancing final-year schoolwork with scholarship research and test prep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lang="en-US" sz="1050" b="1" i="0" noProof="0" dirty="0">
                <a:solidFill>
                  <a:srgbClr val="049F9A"/>
                </a:solidFill>
                <a:latin typeface="72 Brand"/>
              </a:rPr>
              <a:t>•  </a:t>
            </a:r>
            <a:r>
              <a:rPr lang="en-US" sz="1050" b="0" i="0" noProof="0" dirty="0">
                <a:solidFill>
                  <a:srgbClr val="22252A"/>
                </a:solidFill>
                <a:latin typeface="72 Brand"/>
              </a:rPr>
              <a:t>Limited experience writing personal statements or navigating portals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lang="en-US" sz="1050" b="1" i="0" noProof="0" dirty="0">
                <a:solidFill>
                  <a:srgbClr val="049F9A"/>
                </a:solidFill>
                <a:latin typeface="72 Brand"/>
              </a:rPr>
              <a:t>•  </a:t>
            </a:r>
            <a:r>
              <a:rPr lang="en-US" sz="1050" b="0" i="0" noProof="0" dirty="0">
                <a:solidFill>
                  <a:srgbClr val="22252A"/>
                </a:solidFill>
                <a:latin typeface="72 Brand"/>
              </a:rPr>
              <a:t>No budget for test fees, prep courses, or application costs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lang="en-US" sz="1050" b="1" i="0" noProof="0" dirty="0">
                <a:solidFill>
                  <a:srgbClr val="049F9A"/>
                </a:solidFill>
                <a:latin typeface="72 Brand"/>
              </a:rPr>
              <a:t>•  </a:t>
            </a:r>
            <a:r>
              <a:rPr lang="en-US" sz="1050" b="0" i="0" noProof="0" dirty="0">
                <a:solidFill>
                  <a:srgbClr val="22252A"/>
                </a:solidFill>
                <a:latin typeface="72 Brand"/>
              </a:rPr>
              <a:t>Parents supportive but unable to guide him through foreign admissions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3867911" y="5625632"/>
            <a:ext cx="7918704" cy="852891"/>
          </a:xfrm>
          <a:prstGeom prst="roundRect">
            <a:avLst>
              <a:gd name="adj" fmla="val 7000"/>
            </a:avLst>
          </a:prstGeom>
          <a:solidFill>
            <a:srgbClr val="D1E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62" name="Rectangle 61"/>
          <p:cNvSpPr/>
          <p:nvPr/>
        </p:nvSpPr>
        <p:spPr>
          <a:xfrm>
            <a:off x="3890771" y="5637276"/>
            <a:ext cx="82296" cy="841248"/>
          </a:xfrm>
          <a:prstGeom prst="rect">
            <a:avLst/>
          </a:prstGeom>
          <a:solidFill>
            <a:srgbClr val="E76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63" name="TextBox 62"/>
          <p:cNvSpPr txBox="1"/>
          <p:nvPr/>
        </p:nvSpPr>
        <p:spPr>
          <a:xfrm>
            <a:off x="4096511" y="5686136"/>
            <a:ext cx="7461504" cy="1308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lang="en-US" sz="850" b="1" i="0" noProof="0" dirty="0">
                <a:solidFill>
                  <a:srgbClr val="E76500"/>
                </a:solidFill>
                <a:latin typeface="72 Brand Medium"/>
              </a:rPr>
              <a:t>KEY DESIGN INSIGHT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096511" y="5880326"/>
            <a:ext cx="7690104" cy="48840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200"/>
              </a:spcAft>
            </a:pPr>
            <a:r>
              <a:rPr lang="en-US" sz="1050" noProof="0" dirty="0">
                <a:solidFill>
                  <a:srgbClr val="22252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Asilbek is at the most critical — and most underserved — decision point of his life. He is motivated but paralysed by complexity and a total lack of a structured starting point. Ziyo's opportunity is to meet him where he is: curate scholarships open to school leavers, sequence the steps for him, and make the path to a foreign university feel achievable, not overwhelming.</a:t>
            </a:r>
          </a:p>
        </p:txBody>
      </p:sp>
      <p:pic>
        <p:nvPicPr>
          <p:cNvPr id="65" name="Picture 64" descr="image.jpg">
            <a:extLst>
              <a:ext uri="{FF2B5EF4-FFF2-40B4-BE49-F238E27FC236}">
                <a16:creationId xmlns:a16="http://schemas.microsoft.com/office/drawing/2014/main" id="{D092A4AA-ECBA-7B18-1898-D22A3F94EE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5620" y="672305"/>
            <a:ext cx="1310493" cy="1310493"/>
          </a:xfrm>
          <a:prstGeom prst="ellipse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517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" name="TextBox 2"/>
          <p:cNvSpPr txBox="1"/>
          <p:nvPr/>
        </p:nvSpPr>
        <p:spPr>
          <a:xfrm>
            <a:off x="411480" y="274320"/>
            <a:ext cx="640080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lang="en-US" sz="1100" b="1" i="0" noProof="0" dirty="0">
                <a:solidFill>
                  <a:srgbClr val="E76500"/>
                </a:solidFill>
                <a:latin typeface="Arial"/>
              </a:rPr>
              <a:t>FOYDALANUVCHI PORTRETI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94960" y="301752"/>
            <a:ext cx="6382512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lang="en-US" sz="900" b="0" i="0" noProof="0" dirty="0">
                <a:solidFill>
                  <a:srgbClr val="5B6670"/>
                </a:solidFill>
                <a:latin typeface="Arial"/>
              </a:rPr>
              <a:t>Ziyo Forum  ·  Tadqiqot natijalari  ·  Oktyabr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676656"/>
            <a:ext cx="11365992" cy="18288"/>
          </a:xfrm>
          <a:prstGeom prst="rect">
            <a:avLst/>
          </a:prstGeom>
          <a:solidFill>
            <a:srgbClr val="DDE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6" name="Rounded Rectangle 5"/>
          <p:cNvSpPr/>
          <p:nvPr/>
        </p:nvSpPr>
        <p:spPr>
          <a:xfrm>
            <a:off x="411479" y="841248"/>
            <a:ext cx="3285617" cy="5868024"/>
          </a:xfrm>
          <a:prstGeom prst="roundRect">
            <a:avLst>
              <a:gd name="adj" fmla="val 3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7" name="Oval 6"/>
          <p:cNvSpPr/>
          <p:nvPr/>
        </p:nvSpPr>
        <p:spPr>
          <a:xfrm>
            <a:off x="1540763" y="969264"/>
            <a:ext cx="987552" cy="987552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D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9" name="TextBox 8"/>
          <p:cNvSpPr txBox="1"/>
          <p:nvPr/>
        </p:nvSpPr>
        <p:spPr>
          <a:xfrm>
            <a:off x="502920" y="1975104"/>
            <a:ext cx="3063239" cy="2539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lang="en-US" sz="1650" b="1" i="0" noProof="0" dirty="0">
                <a:solidFill>
                  <a:srgbClr val="22252A"/>
                </a:solidFill>
                <a:latin typeface="Arial"/>
              </a:rPr>
              <a:t>Asilbek Normatov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322576"/>
            <a:ext cx="2971800" cy="273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900" b="0" i="0" noProof="0" dirty="0">
                <a:solidFill>
                  <a:srgbClr val="5B6670"/>
                </a:solidFill>
                <a:latin typeface="Arial"/>
              </a:rPr>
              <a:t>Yakuniy sinf o'quvchisi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50" b="0" i="0" noProof="0" dirty="0">
                <a:solidFill>
                  <a:srgbClr val="5B6670"/>
                </a:solidFill>
                <a:latin typeface="Arial"/>
              </a:rPr>
              <a:t>110-maktab, Toshkent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2670048"/>
            <a:ext cx="2697479" cy="13716"/>
          </a:xfrm>
          <a:prstGeom prst="rect">
            <a:avLst/>
          </a:prstGeom>
          <a:solidFill>
            <a:srgbClr val="DDE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2" name="TextBox 11"/>
          <p:cNvSpPr txBox="1"/>
          <p:nvPr/>
        </p:nvSpPr>
        <p:spPr>
          <a:xfrm>
            <a:off x="612648" y="2761488"/>
            <a:ext cx="2880360" cy="2585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750" b="1" i="0" noProof="0" dirty="0">
                <a:solidFill>
                  <a:srgbClr val="E76500"/>
                </a:solidFill>
                <a:latin typeface="Arial"/>
              </a:rPr>
              <a:t>YOSHI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930" b="0" i="0" noProof="0" dirty="0">
                <a:solidFill>
                  <a:srgbClr val="22252A"/>
                </a:solidFill>
                <a:latin typeface="Arial"/>
              </a:rPr>
              <a:t>17 yosh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" y="3163824"/>
            <a:ext cx="2880360" cy="2585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750" b="1" i="0" noProof="0" dirty="0">
                <a:solidFill>
                  <a:srgbClr val="E76500"/>
                </a:solidFill>
                <a:latin typeface="Arial"/>
              </a:rPr>
              <a:t>JOYLASHUVI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930" b="0" i="0" noProof="0" dirty="0">
                <a:solidFill>
                  <a:srgbClr val="22252A"/>
                </a:solidFill>
                <a:latin typeface="Arial"/>
              </a:rPr>
              <a:t>Toshkent, O'zbekiston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" y="3566160"/>
            <a:ext cx="2880360" cy="2585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750" b="1" i="0" noProof="0" dirty="0">
                <a:solidFill>
                  <a:srgbClr val="E76500"/>
                </a:solidFill>
                <a:latin typeface="Arial"/>
              </a:rPr>
              <a:t>TA'LIMI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930" b="0" i="0" noProof="0" dirty="0">
                <a:solidFill>
                  <a:srgbClr val="22252A"/>
                </a:solidFill>
                <a:latin typeface="Arial"/>
              </a:rPr>
              <a:t>11-sinf · O'rta maktab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8" y="3968496"/>
            <a:ext cx="2880360" cy="2585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750" b="1" i="0" noProof="0" dirty="0">
                <a:solidFill>
                  <a:srgbClr val="E76500"/>
                </a:solidFill>
                <a:latin typeface="Arial"/>
              </a:rPr>
              <a:t>MAQSADI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930" b="0" i="0" noProof="0" dirty="0">
                <a:solidFill>
                  <a:srgbClr val="22252A"/>
                </a:solidFill>
                <a:latin typeface="Arial"/>
              </a:rPr>
              <a:t>Xorijiy universitetda bakalavriat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" y="4370832"/>
            <a:ext cx="2880360" cy="4016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750" b="1" i="0" noProof="0" dirty="0">
                <a:solidFill>
                  <a:srgbClr val="E76500"/>
                </a:solidFill>
                <a:latin typeface="Arial"/>
              </a:rPr>
              <a:t>MOLIYALASHTIRISH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930" b="0" i="0" noProof="0" dirty="0">
                <a:solidFill>
                  <a:srgbClr val="22252A"/>
                </a:solidFill>
                <a:latin typeface="Arial"/>
              </a:rPr>
              <a:t>To'liq stipendiya kerak — oila o'z hisobidan qila olmaydi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8" y="4791456"/>
            <a:ext cx="2880360" cy="1154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lang="en-US" sz="750" b="1" i="0" noProof="0" dirty="0">
                <a:solidFill>
                  <a:srgbClr val="0070F2"/>
                </a:solidFill>
                <a:latin typeface="Arial"/>
              </a:rPr>
              <a:t>QIZIQISHLARI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2648" y="5010912"/>
            <a:ext cx="1066190" cy="219456"/>
          </a:xfrm>
          <a:prstGeom prst="roundRect">
            <a:avLst>
              <a:gd name="adj" fmla="val 50000"/>
            </a:avLst>
          </a:prstGeom>
          <a:solidFill>
            <a:srgbClr val="D1E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9" name="TextBox 18"/>
          <p:cNvSpPr txBox="1"/>
          <p:nvPr/>
        </p:nvSpPr>
        <p:spPr>
          <a:xfrm>
            <a:off x="612648" y="5062932"/>
            <a:ext cx="1066190" cy="1154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lang="en-US" sz="750" b="0" i="0" noProof="0" dirty="0">
                <a:solidFill>
                  <a:srgbClr val="002A86"/>
                </a:solidFill>
                <a:latin typeface="Arial"/>
              </a:rPr>
              <a:t>Xorijda o'qish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742846" y="5010912"/>
            <a:ext cx="876909" cy="219456"/>
          </a:xfrm>
          <a:prstGeom prst="roundRect">
            <a:avLst>
              <a:gd name="adj" fmla="val 50000"/>
            </a:avLst>
          </a:prstGeom>
          <a:solidFill>
            <a:srgbClr val="D1E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1" name="TextBox 20"/>
          <p:cNvSpPr txBox="1"/>
          <p:nvPr/>
        </p:nvSpPr>
        <p:spPr>
          <a:xfrm>
            <a:off x="1742846" y="5062932"/>
            <a:ext cx="876909" cy="1154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lang="en-US" sz="750" b="0" i="0" noProof="0" dirty="0">
                <a:solidFill>
                  <a:srgbClr val="002A86"/>
                </a:solidFill>
                <a:latin typeface="Arial"/>
              </a:rPr>
              <a:t>IELTS / SAT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2648" y="5294376"/>
            <a:ext cx="876909" cy="219456"/>
          </a:xfrm>
          <a:prstGeom prst="roundRect">
            <a:avLst>
              <a:gd name="adj" fmla="val 50000"/>
            </a:avLst>
          </a:prstGeom>
          <a:solidFill>
            <a:srgbClr val="D1E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3" name="TextBox 22"/>
          <p:cNvSpPr txBox="1"/>
          <p:nvPr/>
        </p:nvSpPr>
        <p:spPr>
          <a:xfrm>
            <a:off x="612648" y="5346396"/>
            <a:ext cx="876909" cy="1154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lang="en-US" sz="750" b="0" i="0" noProof="0" dirty="0">
                <a:solidFill>
                  <a:srgbClr val="002A86"/>
                </a:solidFill>
                <a:latin typeface="Arial"/>
              </a:rPr>
              <a:t>Texnologiya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553565" y="5294376"/>
            <a:ext cx="687628" cy="219456"/>
          </a:xfrm>
          <a:prstGeom prst="roundRect">
            <a:avLst>
              <a:gd name="adj" fmla="val 50000"/>
            </a:avLst>
          </a:prstGeom>
          <a:solidFill>
            <a:srgbClr val="D1E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5" name="TextBox 24"/>
          <p:cNvSpPr txBox="1"/>
          <p:nvPr/>
        </p:nvSpPr>
        <p:spPr>
          <a:xfrm>
            <a:off x="1553565" y="5346396"/>
            <a:ext cx="687628" cy="1154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lang="en-US" sz="750" b="0" i="0" noProof="0" dirty="0">
                <a:solidFill>
                  <a:srgbClr val="002A86"/>
                </a:solidFill>
                <a:latin typeface="Arial"/>
              </a:rPr>
              <a:t>O'yinlar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305202" y="5294376"/>
            <a:ext cx="624535" cy="219456"/>
          </a:xfrm>
          <a:prstGeom prst="roundRect">
            <a:avLst>
              <a:gd name="adj" fmla="val 50000"/>
            </a:avLst>
          </a:prstGeom>
          <a:solidFill>
            <a:srgbClr val="D1E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7" name="TextBox 26"/>
          <p:cNvSpPr txBox="1"/>
          <p:nvPr/>
        </p:nvSpPr>
        <p:spPr>
          <a:xfrm>
            <a:off x="2305202" y="5346396"/>
            <a:ext cx="624535" cy="1154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lang="en-US" sz="750" b="0" i="0" noProof="0" dirty="0">
                <a:solidFill>
                  <a:srgbClr val="002A86"/>
                </a:solidFill>
                <a:latin typeface="Arial"/>
              </a:rPr>
              <a:t>YouTube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2648" y="5577840"/>
            <a:ext cx="561441" cy="219456"/>
          </a:xfrm>
          <a:prstGeom prst="roundRect">
            <a:avLst>
              <a:gd name="adj" fmla="val 50000"/>
            </a:avLst>
          </a:prstGeom>
          <a:solidFill>
            <a:srgbClr val="D1E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9" name="TextBox 28"/>
          <p:cNvSpPr txBox="1"/>
          <p:nvPr/>
        </p:nvSpPr>
        <p:spPr>
          <a:xfrm>
            <a:off x="612648" y="5629860"/>
            <a:ext cx="561441" cy="1154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lang="en-US" sz="750" b="0" i="0" noProof="0" dirty="0">
                <a:solidFill>
                  <a:srgbClr val="002A86"/>
                </a:solidFill>
                <a:latin typeface="Arial"/>
              </a:rPr>
              <a:t>Futbol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2648" y="5879592"/>
            <a:ext cx="2880360" cy="1154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lang="en-US" sz="750" b="1" i="0" noProof="0" dirty="0">
                <a:solidFill>
                  <a:srgbClr val="0070F2"/>
                </a:solidFill>
                <a:latin typeface="Arial"/>
              </a:rPr>
              <a:t>QAYERDAN IZLAYDI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12648" y="6099048"/>
            <a:ext cx="687628" cy="219456"/>
          </a:xfrm>
          <a:prstGeom prst="roundRect">
            <a:avLst>
              <a:gd name="adj" fmla="val 50000"/>
            </a:avLst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2" name="TextBox 31"/>
          <p:cNvSpPr txBox="1"/>
          <p:nvPr/>
        </p:nvSpPr>
        <p:spPr>
          <a:xfrm>
            <a:off x="612648" y="6151068"/>
            <a:ext cx="687628" cy="1154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lang="en-US" sz="750" b="0" i="0" noProof="0" dirty="0">
                <a:solidFill>
                  <a:srgbClr val="5B6670"/>
                </a:solidFill>
                <a:latin typeface="Arial"/>
              </a:rPr>
              <a:t>Telegram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364284" y="6099048"/>
            <a:ext cx="750722" cy="219456"/>
          </a:xfrm>
          <a:prstGeom prst="roundRect">
            <a:avLst>
              <a:gd name="adj" fmla="val 50000"/>
            </a:avLst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4" name="TextBox 33"/>
          <p:cNvSpPr txBox="1"/>
          <p:nvPr/>
        </p:nvSpPr>
        <p:spPr>
          <a:xfrm>
            <a:off x="1364284" y="6151068"/>
            <a:ext cx="750722" cy="1154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lang="en-US" sz="750" b="0" i="0" noProof="0" dirty="0">
                <a:solidFill>
                  <a:srgbClr val="5B6670"/>
                </a:solidFill>
                <a:latin typeface="Arial"/>
              </a:rPr>
              <a:t>Instagram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2179015" y="6099048"/>
            <a:ext cx="624535" cy="219456"/>
          </a:xfrm>
          <a:prstGeom prst="roundRect">
            <a:avLst>
              <a:gd name="adj" fmla="val 50000"/>
            </a:avLst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6" name="TextBox 35"/>
          <p:cNvSpPr txBox="1"/>
          <p:nvPr/>
        </p:nvSpPr>
        <p:spPr>
          <a:xfrm>
            <a:off x="2179015" y="6151068"/>
            <a:ext cx="624535" cy="1154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lang="en-US" sz="750" b="0" i="0" noProof="0" dirty="0">
                <a:solidFill>
                  <a:srgbClr val="5B6670"/>
                </a:solidFill>
                <a:latin typeface="Arial"/>
              </a:rPr>
              <a:t>YouTube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12648" y="6382512"/>
            <a:ext cx="1507845" cy="219456"/>
          </a:xfrm>
          <a:prstGeom prst="roundRect">
            <a:avLst>
              <a:gd name="adj" fmla="val 50000"/>
            </a:avLst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8" name="TextBox 37"/>
          <p:cNvSpPr txBox="1"/>
          <p:nvPr/>
        </p:nvSpPr>
        <p:spPr>
          <a:xfrm>
            <a:off x="612648" y="6434532"/>
            <a:ext cx="1507845" cy="1154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lang="en-US" sz="750" b="0" i="0" noProof="0" dirty="0">
                <a:solidFill>
                  <a:srgbClr val="5B6670"/>
                </a:solidFill>
                <a:latin typeface="Arial"/>
              </a:rPr>
              <a:t>Maktab o'qituvchilari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2184501" y="6382512"/>
            <a:ext cx="561441" cy="219456"/>
          </a:xfrm>
          <a:prstGeom prst="roundRect">
            <a:avLst>
              <a:gd name="adj" fmla="val 50000"/>
            </a:avLst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0" name="TextBox 39"/>
          <p:cNvSpPr txBox="1"/>
          <p:nvPr/>
        </p:nvSpPr>
        <p:spPr>
          <a:xfrm>
            <a:off x="2184501" y="6434532"/>
            <a:ext cx="561441" cy="1154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lang="en-US" sz="750" b="0" i="0" noProof="0" dirty="0">
                <a:solidFill>
                  <a:srgbClr val="5B6670"/>
                </a:solidFill>
                <a:latin typeface="Arial"/>
              </a:rPr>
              <a:t>Google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858768" y="841248"/>
            <a:ext cx="7918704" cy="914400"/>
          </a:xfrm>
          <a:prstGeom prst="roundRect">
            <a:avLst>
              <a:gd name="adj" fmla="val 6000"/>
            </a:avLst>
          </a:prstGeom>
          <a:solidFill>
            <a:srgbClr val="002A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2" name="TextBox 41"/>
          <p:cNvSpPr txBox="1"/>
          <p:nvPr/>
        </p:nvSpPr>
        <p:spPr>
          <a:xfrm>
            <a:off x="4114800" y="972383"/>
            <a:ext cx="548640" cy="61555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lang="en-US" sz="4000" b="1" i="0" noProof="0" dirty="0">
                <a:solidFill>
                  <a:srgbClr val="89D1FF"/>
                </a:solidFill>
                <a:latin typeface="Arial"/>
              </a:rPr>
              <a:t>“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17136" y="1016161"/>
            <a:ext cx="7004304" cy="39998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lang="en-US" sz="1250" b="0" i="1" noProof="0" dirty="0">
                <a:solidFill>
                  <a:srgbClr val="FFFFFF"/>
                </a:solidFill>
                <a:latin typeface="Arial"/>
              </a:rPr>
              <a:t>Xorijda o’qishni xohlayman — hammasi mumkin deyishadi — lekin qayerdan boshlashni yoki qaysi stipendiyalarga haqiqatan mos kelishimni bilmayman.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17136" y="1444752"/>
            <a:ext cx="7004304" cy="1308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lang="en-US" sz="850" b="1" i="0" noProof="0" dirty="0">
                <a:solidFill>
                  <a:srgbClr val="89D1FF"/>
                </a:solidFill>
                <a:latin typeface="Arial"/>
              </a:rPr>
              <a:t>— Asilbek Normatov, 17  ·  Yakuniy sinf o'quvchisi, Toshkent</a:t>
            </a:r>
          </a:p>
        </p:txBody>
      </p:sp>
      <p:grpSp>
        <p:nvGrpSpPr>
          <p:cNvPr id="67" name="Group 66">
            <a:extLst>
              <a:ext uri="{FF2B5EF4-FFF2-40B4-BE49-F238E27FC236}">
                <a16:creationId xmlns:a16="http://schemas.microsoft.com/office/drawing/2014/main" id="{41D81AE7-EE75-5351-5B99-6DEDD24F5BA0}"/>
              </a:ext>
            </a:extLst>
          </p:cNvPr>
          <p:cNvGrpSpPr/>
          <p:nvPr/>
        </p:nvGrpSpPr>
        <p:grpSpPr>
          <a:xfrm>
            <a:off x="3858768" y="1901953"/>
            <a:ext cx="3898265" cy="2082525"/>
            <a:chOff x="3858768" y="1901952"/>
            <a:chExt cx="3858768" cy="1847272"/>
          </a:xfrm>
        </p:grpSpPr>
        <p:sp>
          <p:nvSpPr>
            <p:cNvPr id="45" name="Rounded Rectangle 44"/>
            <p:cNvSpPr/>
            <p:nvPr/>
          </p:nvSpPr>
          <p:spPr>
            <a:xfrm>
              <a:off x="3858768" y="1901952"/>
              <a:ext cx="3858768" cy="1645920"/>
            </a:xfrm>
            <a:prstGeom prst="roundRect">
              <a:avLst>
                <a:gd name="adj" fmla="val 4500"/>
              </a:avLst>
            </a:prstGeom>
            <a:solidFill>
              <a:srgbClr val="FFFFFF"/>
            </a:solidFill>
            <a:ln w="9525">
              <a:solidFill>
                <a:srgbClr val="DDE3E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46" name="TextBox 45"/>
            <p:cNvSpPr txBox="1"/>
            <p:nvPr/>
          </p:nvSpPr>
          <p:spPr>
            <a:xfrm>
              <a:off x="4005072" y="2011680"/>
              <a:ext cx="3584448" cy="161583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200"/>
                </a:spcAft>
              </a:pPr>
              <a:r>
                <a:rPr lang="en-US" sz="1050" b="1" i="0" noProof="0" dirty="0">
                  <a:solidFill>
                    <a:srgbClr val="36A41D"/>
                  </a:solidFill>
                  <a:latin typeface="Arial"/>
                </a:rPr>
                <a:t>Maqsadlar</a:t>
              </a:r>
            </a:p>
          </p:txBody>
        </p:sp>
        <p:sp>
          <p:nvSpPr>
            <p:cNvPr id="47" name="Rectangle 46"/>
            <p:cNvSpPr/>
            <p:nvPr/>
          </p:nvSpPr>
          <p:spPr>
            <a:xfrm>
              <a:off x="4005072" y="2218983"/>
              <a:ext cx="502920" cy="32004"/>
            </a:xfrm>
            <a:prstGeom prst="rect">
              <a:avLst/>
            </a:prstGeom>
            <a:solidFill>
              <a:srgbClr val="36A41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48" name="TextBox 47"/>
            <p:cNvSpPr txBox="1"/>
            <p:nvPr/>
          </p:nvSpPr>
          <p:spPr>
            <a:xfrm>
              <a:off x="4005072" y="2326014"/>
              <a:ext cx="3712464" cy="142321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ct val="102000"/>
                </a:lnSpc>
                <a:spcBef>
                  <a:spcPts val="0"/>
                </a:spcBef>
                <a:spcAft>
                  <a:spcPts val="300"/>
                </a:spcAft>
              </a:pPr>
              <a:r>
                <a:rPr lang="en-US" sz="1050" b="1" i="0" noProof="0" dirty="0">
                  <a:solidFill>
                    <a:srgbClr val="36A41D"/>
                  </a:solidFill>
                  <a:latin typeface="Arial"/>
                </a:rPr>
                <a:t>•  </a:t>
              </a:r>
              <a:r>
                <a:rPr lang="en-US" sz="1050" b="0" i="0" noProof="0" dirty="0">
                  <a:solidFill>
                    <a:srgbClr val="22252A"/>
                  </a:solidFill>
                  <a:latin typeface="Arial"/>
                </a:rPr>
                <a:t>To'liq stipendiya bilan nufuzli xorijiy universitetga qabul bo'lish</a:t>
              </a:r>
            </a:p>
            <a:p>
              <a:pPr algn="l">
                <a:lnSpc>
                  <a:spcPct val="102000"/>
                </a:lnSpc>
                <a:spcBef>
                  <a:spcPts val="0"/>
                </a:spcBef>
                <a:spcAft>
                  <a:spcPts val="300"/>
                </a:spcAft>
              </a:pPr>
              <a:r>
                <a:rPr lang="en-US" sz="1050" b="1" i="0" noProof="0" dirty="0">
                  <a:solidFill>
                    <a:srgbClr val="36A41D"/>
                  </a:solidFill>
                  <a:latin typeface="Arial"/>
                </a:rPr>
                <a:t>•  </a:t>
              </a:r>
              <a:r>
                <a:rPr lang="en-US" sz="1050" b="0" i="0" noProof="0" dirty="0">
                  <a:solidFill>
                    <a:srgbClr val="22252A"/>
                  </a:solidFill>
                  <a:latin typeface="Arial"/>
                </a:rPr>
                <a:t>Ariza muddati tugashidan oldin IELTS yoki SAT'dan raqobatbardosh ball to'plash</a:t>
              </a:r>
            </a:p>
            <a:p>
              <a:pPr algn="l">
                <a:lnSpc>
                  <a:spcPct val="102000"/>
                </a:lnSpc>
                <a:spcBef>
                  <a:spcPts val="0"/>
                </a:spcBef>
                <a:spcAft>
                  <a:spcPts val="300"/>
                </a:spcAft>
              </a:pPr>
              <a:r>
                <a:rPr lang="en-US" sz="1050" b="1" i="0" noProof="0" dirty="0">
                  <a:solidFill>
                    <a:srgbClr val="36A41D"/>
                  </a:solidFill>
                  <a:latin typeface="Arial"/>
                </a:rPr>
                <a:t>•  </a:t>
              </a:r>
              <a:r>
                <a:rPr lang="en-US" sz="1050" b="0" i="0" noProof="0" dirty="0">
                  <a:solidFill>
                    <a:srgbClr val="22252A"/>
                  </a:solidFill>
                  <a:latin typeface="Arial"/>
                </a:rPr>
                <a:t>Kuchli profil yaratish: baholar, qo'shimcha faoliyat va ajralib turadigan esse</a:t>
              </a:r>
            </a:p>
            <a:p>
              <a:pPr algn="l">
                <a:lnSpc>
                  <a:spcPct val="102000"/>
                </a:lnSpc>
                <a:spcBef>
                  <a:spcPts val="0"/>
                </a:spcBef>
                <a:spcAft>
                  <a:spcPts val="300"/>
                </a:spcAft>
              </a:pPr>
              <a:r>
                <a:rPr lang="en-US" sz="1050" b="1" i="0" noProof="0" dirty="0">
                  <a:solidFill>
                    <a:srgbClr val="36A41D"/>
                  </a:solidFill>
                  <a:latin typeface="Arial"/>
                </a:rPr>
                <a:t>•  </a:t>
              </a:r>
              <a:r>
                <a:rPr lang="en-US" sz="1050" b="0" i="0" noProof="0" dirty="0">
                  <a:solidFill>
                    <a:srgbClr val="22252A"/>
                  </a:solidFill>
                  <a:latin typeface="Arial"/>
                </a:rPr>
                <a:t>Har bir stipendiyaga ariza berishdan oldin nima talab qilishini aniq bilish</a:t>
              </a:r>
            </a:p>
          </p:txBody>
        </p:sp>
      </p:grpSp>
      <p:grpSp>
        <p:nvGrpSpPr>
          <p:cNvPr id="68" name="Group 67">
            <a:extLst>
              <a:ext uri="{FF2B5EF4-FFF2-40B4-BE49-F238E27FC236}">
                <a16:creationId xmlns:a16="http://schemas.microsoft.com/office/drawing/2014/main" id="{E3F5744E-E32C-0926-817D-861A723EFD67}"/>
              </a:ext>
            </a:extLst>
          </p:cNvPr>
          <p:cNvGrpSpPr/>
          <p:nvPr/>
        </p:nvGrpSpPr>
        <p:grpSpPr>
          <a:xfrm>
            <a:off x="7918704" y="1901951"/>
            <a:ext cx="3858768" cy="1868408"/>
            <a:chOff x="7918704" y="1901951"/>
            <a:chExt cx="3858768" cy="1868408"/>
          </a:xfrm>
        </p:grpSpPr>
        <p:sp>
          <p:nvSpPr>
            <p:cNvPr id="49" name="Rounded Rectangle 48"/>
            <p:cNvSpPr/>
            <p:nvPr/>
          </p:nvSpPr>
          <p:spPr>
            <a:xfrm>
              <a:off x="7918704" y="1901951"/>
              <a:ext cx="3858768" cy="1834933"/>
            </a:xfrm>
            <a:prstGeom prst="roundRect">
              <a:avLst>
                <a:gd name="adj" fmla="val 4500"/>
              </a:avLst>
            </a:prstGeom>
            <a:solidFill>
              <a:srgbClr val="FFFFFF"/>
            </a:solidFill>
            <a:ln w="9525">
              <a:solidFill>
                <a:srgbClr val="DDE3E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50" name="TextBox 49"/>
            <p:cNvSpPr txBox="1"/>
            <p:nvPr/>
          </p:nvSpPr>
          <p:spPr>
            <a:xfrm>
              <a:off x="8065008" y="2011680"/>
              <a:ext cx="3584448" cy="161583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200"/>
                </a:spcAft>
              </a:pPr>
              <a:r>
                <a:rPr lang="en-US" sz="1050" b="1" i="0" noProof="0" dirty="0">
                  <a:solidFill>
                    <a:srgbClr val="0070F2"/>
                  </a:solidFill>
                  <a:latin typeface="Arial"/>
                </a:rPr>
                <a:t>Ziyodan kutganlar</a:t>
              </a:r>
            </a:p>
          </p:txBody>
        </p:sp>
        <p:sp>
          <p:nvSpPr>
            <p:cNvPr id="51" name="Rectangle 50"/>
            <p:cNvSpPr/>
            <p:nvPr/>
          </p:nvSpPr>
          <p:spPr>
            <a:xfrm>
              <a:off x="8049641" y="2239054"/>
              <a:ext cx="502920" cy="32004"/>
            </a:xfrm>
            <a:prstGeom prst="rect">
              <a:avLst/>
            </a:prstGeom>
            <a:solidFill>
              <a:srgbClr val="0070F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52" name="TextBox 51"/>
            <p:cNvSpPr txBox="1"/>
            <p:nvPr/>
          </p:nvSpPr>
          <p:spPr>
            <a:xfrm>
              <a:off x="8049641" y="2347149"/>
              <a:ext cx="3566160" cy="142321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ct val="102000"/>
                </a:lnSpc>
                <a:spcBef>
                  <a:spcPts val="0"/>
                </a:spcBef>
                <a:spcAft>
                  <a:spcPts val="300"/>
                </a:spcAft>
              </a:pPr>
              <a:r>
                <a:rPr lang="en-US" sz="1050" b="1" i="0" noProof="0" dirty="0">
                  <a:solidFill>
                    <a:srgbClr val="0070F2"/>
                  </a:solidFill>
                  <a:latin typeface="Arial"/>
                </a:rPr>
                <a:t>•  </a:t>
              </a:r>
              <a:r>
                <a:rPr lang="en-US" sz="1050" b="0" i="0" noProof="0" dirty="0">
                  <a:solidFill>
                    <a:srgbClr val="22252A"/>
                  </a:solidFill>
                  <a:latin typeface="Arial"/>
                </a:rPr>
                <a:t>Maktab bitiruvchilari uchun filtrlangan stipendiya va dasturlar</a:t>
              </a:r>
            </a:p>
            <a:p>
              <a:pPr algn="l">
                <a:lnSpc>
                  <a:spcPct val="102000"/>
                </a:lnSpc>
                <a:spcBef>
                  <a:spcPts val="0"/>
                </a:spcBef>
                <a:spcAft>
                  <a:spcPts val="300"/>
                </a:spcAft>
              </a:pPr>
              <a:r>
                <a:rPr lang="en-US" sz="1050" b="1" i="0" noProof="0" dirty="0">
                  <a:solidFill>
                    <a:srgbClr val="0070F2"/>
                  </a:solidFill>
                  <a:latin typeface="Arial"/>
                </a:rPr>
                <a:t>•  </a:t>
              </a:r>
              <a:r>
                <a:rPr lang="en-US" sz="1050" b="0" i="0" noProof="0" dirty="0">
                  <a:solidFill>
                    <a:srgbClr val="22252A"/>
                  </a:solidFill>
                  <a:latin typeface="Arial"/>
                </a:rPr>
                <a:t>Bosqichma-bosqich yo'riqnoma: nima tayyorlanadi, qaysi tartibda, qachon</a:t>
              </a:r>
            </a:p>
            <a:p>
              <a:pPr algn="l">
                <a:lnSpc>
                  <a:spcPct val="102000"/>
                </a:lnSpc>
                <a:spcBef>
                  <a:spcPts val="0"/>
                </a:spcBef>
                <a:spcAft>
                  <a:spcPts val="300"/>
                </a:spcAft>
              </a:pPr>
              <a:r>
                <a:rPr lang="en-US" sz="1050" b="1" i="0" noProof="0" dirty="0">
                  <a:solidFill>
                    <a:srgbClr val="0070F2"/>
                  </a:solidFill>
                  <a:latin typeface="Arial"/>
                </a:rPr>
                <a:t>•  </a:t>
              </a:r>
              <a:r>
                <a:rPr lang="en-US" sz="1050" b="0" i="0" noProof="0" dirty="0">
                  <a:solidFill>
                    <a:srgbClr val="22252A"/>
                  </a:solidFill>
                  <a:latin typeface="Arial"/>
                </a:rPr>
                <a:t>Maktabdan to'g'ridan-to'g'ri xorijga ketgan talabalarning haqiqiy hikoyalari</a:t>
              </a:r>
            </a:p>
            <a:p>
              <a:pPr algn="l">
                <a:lnSpc>
                  <a:spcPct val="102000"/>
                </a:lnSpc>
                <a:spcBef>
                  <a:spcPts val="0"/>
                </a:spcBef>
                <a:spcAft>
                  <a:spcPts val="300"/>
                </a:spcAft>
              </a:pPr>
              <a:r>
                <a:rPr lang="en-US" sz="1050" b="1" i="0" noProof="0" dirty="0">
                  <a:solidFill>
                    <a:srgbClr val="0070F2"/>
                  </a:solidFill>
                  <a:latin typeface="Arial"/>
                </a:rPr>
                <a:t>•  </a:t>
              </a:r>
              <a:r>
                <a:rPr lang="en-US" sz="1050" b="0" i="0" noProof="0" dirty="0">
                  <a:solidFill>
                    <a:srgbClr val="22252A"/>
                  </a:solidFill>
                  <a:latin typeface="Arial"/>
                </a:rPr>
                <a:t>Imtihon topshirayotganda muhim muddatlarni o'tkazib yubormaydi uchun eslatmalar</a:t>
              </a:r>
            </a:p>
          </p:txBody>
        </p:sp>
      </p:grpSp>
      <p:grpSp>
        <p:nvGrpSpPr>
          <p:cNvPr id="66" name="Group 65">
            <a:extLst>
              <a:ext uri="{FF2B5EF4-FFF2-40B4-BE49-F238E27FC236}">
                <a16:creationId xmlns:a16="http://schemas.microsoft.com/office/drawing/2014/main" id="{4D92FE28-F02F-7BE5-1BFE-67EF68F93FDB}"/>
              </a:ext>
            </a:extLst>
          </p:cNvPr>
          <p:cNvGrpSpPr/>
          <p:nvPr/>
        </p:nvGrpSpPr>
        <p:grpSpPr>
          <a:xfrm>
            <a:off x="3878515" y="3878203"/>
            <a:ext cx="3896805" cy="1823604"/>
            <a:chOff x="3858768" y="3639312"/>
            <a:chExt cx="3858768" cy="1655111"/>
          </a:xfrm>
        </p:grpSpPr>
        <p:sp>
          <p:nvSpPr>
            <p:cNvPr id="53" name="Rounded Rectangle 52"/>
            <p:cNvSpPr/>
            <p:nvPr/>
          </p:nvSpPr>
          <p:spPr>
            <a:xfrm>
              <a:off x="3858768" y="3639312"/>
              <a:ext cx="3858768" cy="1645920"/>
            </a:xfrm>
            <a:prstGeom prst="roundRect">
              <a:avLst>
                <a:gd name="adj" fmla="val 4500"/>
              </a:avLst>
            </a:prstGeom>
            <a:solidFill>
              <a:srgbClr val="FFFFFF"/>
            </a:solidFill>
            <a:ln w="9525">
              <a:solidFill>
                <a:srgbClr val="DDE3E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54" name="TextBox 53"/>
            <p:cNvSpPr txBox="1"/>
            <p:nvPr/>
          </p:nvSpPr>
          <p:spPr>
            <a:xfrm>
              <a:off x="4005072" y="3749039"/>
              <a:ext cx="3584448" cy="161583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200"/>
                </a:spcAft>
              </a:pPr>
              <a:r>
                <a:rPr lang="en-US" sz="1050" b="1" i="0" noProof="0" dirty="0">
                  <a:solidFill>
                    <a:srgbClr val="E76500"/>
                  </a:solidFill>
                  <a:latin typeface="Arial"/>
                </a:rPr>
                <a:t>Bugungi muammolar</a:t>
              </a:r>
            </a:p>
          </p:txBody>
        </p:sp>
        <p:sp>
          <p:nvSpPr>
            <p:cNvPr id="55" name="Rectangle 54"/>
            <p:cNvSpPr/>
            <p:nvPr/>
          </p:nvSpPr>
          <p:spPr>
            <a:xfrm>
              <a:off x="3992330" y="3927905"/>
              <a:ext cx="502920" cy="32004"/>
            </a:xfrm>
            <a:prstGeom prst="rect">
              <a:avLst/>
            </a:prstGeom>
            <a:solidFill>
              <a:srgbClr val="E765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56" name="TextBox 55"/>
            <p:cNvSpPr txBox="1"/>
            <p:nvPr/>
          </p:nvSpPr>
          <p:spPr>
            <a:xfrm>
              <a:off x="3984587" y="4036002"/>
              <a:ext cx="3566160" cy="1258421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ct val="102000"/>
                </a:lnSpc>
                <a:spcBef>
                  <a:spcPts val="0"/>
                </a:spcBef>
                <a:spcAft>
                  <a:spcPts val="300"/>
                </a:spcAft>
              </a:pPr>
              <a:r>
                <a:rPr lang="en-US" sz="1050" b="1" i="0" noProof="0" dirty="0">
                  <a:solidFill>
                    <a:srgbClr val="E76500"/>
                  </a:solidFill>
                  <a:latin typeface="Arial"/>
                </a:rPr>
                <a:t>•  </a:t>
              </a:r>
              <a:r>
                <a:rPr lang="en-US" sz="1050" b="0" i="0" noProof="0" dirty="0">
                  <a:solidFill>
                    <a:srgbClr val="22252A"/>
                  </a:solidFill>
                  <a:latin typeface="Arial"/>
                </a:rPr>
                <a:t>Haddan ortiq ma'lumot — aniq boshlash nuqtasi yo'q</a:t>
              </a:r>
            </a:p>
            <a:p>
              <a:pPr algn="l">
                <a:lnSpc>
                  <a:spcPct val="102000"/>
                </a:lnSpc>
                <a:spcBef>
                  <a:spcPts val="0"/>
                </a:spcBef>
                <a:spcAft>
                  <a:spcPts val="300"/>
                </a:spcAft>
              </a:pPr>
              <a:r>
                <a:rPr lang="en-US" sz="1050" b="1" i="0" noProof="0" dirty="0">
                  <a:solidFill>
                    <a:srgbClr val="E76500"/>
                  </a:solidFill>
                  <a:latin typeface="Arial"/>
                </a:rPr>
                <a:t>•  </a:t>
              </a:r>
              <a:r>
                <a:rPr lang="en-US" sz="1050" b="0" i="0" noProof="0" dirty="0">
                  <a:solidFill>
                    <a:srgbClr val="22252A"/>
                  </a:solidFill>
                  <a:latin typeface="Arial"/>
                </a:rPr>
                <a:t>Ko'p resurslar maktab bitiruvchilariga emas, universitet talabalari uchun mo'ljallangan</a:t>
              </a:r>
            </a:p>
            <a:p>
              <a:pPr algn="l">
                <a:lnSpc>
                  <a:spcPct val="102000"/>
                </a:lnSpc>
                <a:spcBef>
                  <a:spcPts val="0"/>
                </a:spcBef>
                <a:spcAft>
                  <a:spcPts val="300"/>
                </a:spcAft>
              </a:pPr>
              <a:r>
                <a:rPr lang="en-US" sz="1050" b="1" i="0" noProof="0" dirty="0">
                  <a:solidFill>
                    <a:srgbClr val="E76500"/>
                  </a:solidFill>
                  <a:latin typeface="Arial"/>
                </a:rPr>
                <a:t>•  </a:t>
              </a:r>
              <a:r>
                <a:rPr lang="en-US" sz="1050" b="0" i="0" noProof="0" dirty="0">
                  <a:solidFill>
                    <a:srgbClr val="22252A"/>
                  </a:solidFill>
                  <a:latin typeface="Arial"/>
                </a:rPr>
                <a:t>Yo'riqnoma uchun o'qituvchi va katta qarindoshlariga tayanadi; maslahatlar qarama-qarshi</a:t>
              </a:r>
            </a:p>
            <a:p>
              <a:pPr algn="l">
                <a:lnSpc>
                  <a:spcPct val="102000"/>
                </a:lnSpc>
                <a:spcBef>
                  <a:spcPts val="0"/>
                </a:spcBef>
                <a:spcAft>
                  <a:spcPts val="300"/>
                </a:spcAft>
              </a:pPr>
              <a:r>
                <a:rPr lang="en-US" sz="1050" b="1" i="0" noProof="0" dirty="0">
                  <a:solidFill>
                    <a:srgbClr val="E76500"/>
                  </a:solidFill>
                  <a:latin typeface="Arial"/>
                </a:rPr>
                <a:t>•  </a:t>
              </a:r>
              <a:r>
                <a:rPr lang="en-US" sz="1050" b="0" i="0" noProof="0" dirty="0">
                  <a:solidFill>
                    <a:srgbClr val="22252A"/>
                  </a:solidFill>
                  <a:latin typeface="Arial"/>
                </a:rPr>
                <a:t>U yakuniy maktab imtihonlariga e'tibor qaratayotganda muddatlar yaqinlashib qoladi</a:t>
              </a:r>
            </a:p>
          </p:txBody>
        </p:sp>
      </p:grpSp>
      <p:grpSp>
        <p:nvGrpSpPr>
          <p:cNvPr id="69" name="Group 68">
            <a:extLst>
              <a:ext uri="{FF2B5EF4-FFF2-40B4-BE49-F238E27FC236}">
                <a16:creationId xmlns:a16="http://schemas.microsoft.com/office/drawing/2014/main" id="{FFA63F04-D123-B85C-2712-C3ED7E7C6F19}"/>
              </a:ext>
            </a:extLst>
          </p:cNvPr>
          <p:cNvGrpSpPr/>
          <p:nvPr/>
        </p:nvGrpSpPr>
        <p:grpSpPr>
          <a:xfrm>
            <a:off x="7903337" y="3867912"/>
            <a:ext cx="3858768" cy="2011680"/>
            <a:chOff x="7918704" y="3639312"/>
            <a:chExt cx="3858768" cy="1819656"/>
          </a:xfrm>
        </p:grpSpPr>
        <p:sp>
          <p:nvSpPr>
            <p:cNvPr id="57" name="Rounded Rectangle 56"/>
            <p:cNvSpPr/>
            <p:nvPr/>
          </p:nvSpPr>
          <p:spPr>
            <a:xfrm>
              <a:off x="7918704" y="3639312"/>
              <a:ext cx="3858768" cy="1645920"/>
            </a:xfrm>
            <a:prstGeom prst="roundRect">
              <a:avLst>
                <a:gd name="adj" fmla="val 4500"/>
              </a:avLst>
            </a:prstGeom>
            <a:solidFill>
              <a:srgbClr val="FFFFFF"/>
            </a:solidFill>
            <a:ln w="9525">
              <a:solidFill>
                <a:srgbClr val="DDE3E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58" name="TextBox 57"/>
            <p:cNvSpPr txBox="1"/>
            <p:nvPr/>
          </p:nvSpPr>
          <p:spPr>
            <a:xfrm>
              <a:off x="8065008" y="3749039"/>
              <a:ext cx="3584448" cy="161583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200"/>
                </a:spcAft>
              </a:pPr>
              <a:r>
                <a:rPr lang="en-US" sz="1050" b="1" i="0" noProof="0" dirty="0">
                  <a:solidFill>
                    <a:srgbClr val="049F9A"/>
                  </a:solidFill>
                  <a:latin typeface="Arial"/>
                </a:rPr>
                <a:t>Qiyinchiliklar</a:t>
              </a:r>
            </a:p>
          </p:txBody>
        </p:sp>
        <p:sp>
          <p:nvSpPr>
            <p:cNvPr id="59" name="Rectangle 58"/>
            <p:cNvSpPr/>
            <p:nvPr/>
          </p:nvSpPr>
          <p:spPr>
            <a:xfrm>
              <a:off x="8080375" y="3943517"/>
              <a:ext cx="502920" cy="32004"/>
            </a:xfrm>
            <a:prstGeom prst="rect">
              <a:avLst/>
            </a:prstGeom>
            <a:solidFill>
              <a:srgbClr val="049F9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60" name="TextBox 59"/>
            <p:cNvSpPr txBox="1"/>
            <p:nvPr/>
          </p:nvSpPr>
          <p:spPr>
            <a:xfrm>
              <a:off x="8065008" y="4035758"/>
              <a:ext cx="3566160" cy="142321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ct val="102000"/>
                </a:lnSpc>
                <a:spcBef>
                  <a:spcPts val="0"/>
                </a:spcBef>
                <a:spcAft>
                  <a:spcPts val="300"/>
                </a:spcAft>
              </a:pPr>
              <a:r>
                <a:rPr lang="en-US" sz="1050" b="1" i="0" noProof="0" dirty="0">
                  <a:solidFill>
                    <a:srgbClr val="049F9A"/>
                  </a:solidFill>
                  <a:latin typeface="Arial"/>
                </a:rPr>
                <a:t>•  </a:t>
              </a:r>
              <a:r>
                <a:rPr lang="en-US" sz="1050" b="0" i="0" noProof="0" dirty="0">
                  <a:solidFill>
                    <a:srgbClr val="22252A"/>
                  </a:solidFill>
                  <a:latin typeface="Arial"/>
                </a:rPr>
                <a:t>Oxirgi sinf darslarini stipendiya qidirish va test tayyorgarligi bilan muvozanatlash</a:t>
              </a:r>
            </a:p>
            <a:p>
              <a:pPr algn="l">
                <a:lnSpc>
                  <a:spcPct val="102000"/>
                </a:lnSpc>
                <a:spcBef>
                  <a:spcPts val="0"/>
                </a:spcBef>
                <a:spcAft>
                  <a:spcPts val="300"/>
                </a:spcAft>
              </a:pPr>
              <a:r>
                <a:rPr lang="en-US" sz="1050" b="1" i="0" noProof="0" dirty="0">
                  <a:solidFill>
                    <a:srgbClr val="049F9A"/>
                  </a:solidFill>
                  <a:latin typeface="Arial"/>
                </a:rPr>
                <a:t>•  </a:t>
              </a:r>
              <a:r>
                <a:rPr lang="en-US" sz="1050" b="0" i="0" noProof="0" dirty="0">
                  <a:solidFill>
                    <a:srgbClr val="22252A"/>
                  </a:solidFill>
                  <a:latin typeface="Arial"/>
                </a:rPr>
                <a:t>Shaxsiy bayonnoma yozish yoki portallardan foydalanish tajribasi cheklangan</a:t>
              </a:r>
            </a:p>
            <a:p>
              <a:pPr algn="l">
                <a:lnSpc>
                  <a:spcPct val="102000"/>
                </a:lnSpc>
                <a:spcBef>
                  <a:spcPts val="0"/>
                </a:spcBef>
                <a:spcAft>
                  <a:spcPts val="300"/>
                </a:spcAft>
              </a:pPr>
              <a:r>
                <a:rPr lang="en-US" sz="1050" b="1" i="0" noProof="0" dirty="0">
                  <a:solidFill>
                    <a:srgbClr val="049F9A"/>
                  </a:solidFill>
                  <a:latin typeface="Arial"/>
                </a:rPr>
                <a:t>•  </a:t>
              </a:r>
              <a:r>
                <a:rPr lang="en-US" sz="1050" b="0" i="0" noProof="0" dirty="0">
                  <a:solidFill>
                    <a:srgbClr val="22252A"/>
                  </a:solidFill>
                  <a:latin typeface="Arial"/>
                </a:rPr>
                <a:t>Test to'lovlari, tayyorlov kurslari yoki ariza xarajatlari uchun byudjet yo'q</a:t>
              </a:r>
            </a:p>
            <a:p>
              <a:pPr algn="l">
                <a:lnSpc>
                  <a:spcPct val="102000"/>
                </a:lnSpc>
                <a:spcBef>
                  <a:spcPts val="0"/>
                </a:spcBef>
                <a:spcAft>
                  <a:spcPts val="300"/>
                </a:spcAft>
              </a:pPr>
              <a:r>
                <a:rPr lang="en-US" sz="1050" b="1" i="0" noProof="0" dirty="0">
                  <a:solidFill>
                    <a:srgbClr val="049F9A"/>
                  </a:solidFill>
                  <a:latin typeface="Arial"/>
                </a:rPr>
                <a:t>•  </a:t>
              </a:r>
              <a:r>
                <a:rPr lang="en-US" sz="1050" b="0" i="0" noProof="0" dirty="0">
                  <a:solidFill>
                    <a:srgbClr val="22252A"/>
                  </a:solidFill>
                  <a:latin typeface="Arial"/>
                </a:rPr>
                <a:t>Ota-onalar qo'llab-quvvatlaydi, lekin xorijiy qabul jarayonida yo'llay olmaydi</a:t>
              </a: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FFE69EE6-8BCF-A8E3-D991-875234A8A370}"/>
              </a:ext>
            </a:extLst>
          </p:cNvPr>
          <p:cNvGrpSpPr/>
          <p:nvPr/>
        </p:nvGrpSpPr>
        <p:grpSpPr>
          <a:xfrm>
            <a:off x="3858768" y="5799602"/>
            <a:ext cx="7918704" cy="841248"/>
            <a:chOff x="3858768" y="5413248"/>
            <a:chExt cx="7918704" cy="841248"/>
          </a:xfrm>
        </p:grpSpPr>
        <p:sp>
          <p:nvSpPr>
            <p:cNvPr id="61" name="Rounded Rectangle 60"/>
            <p:cNvSpPr/>
            <p:nvPr/>
          </p:nvSpPr>
          <p:spPr>
            <a:xfrm>
              <a:off x="3858768" y="5413248"/>
              <a:ext cx="7918704" cy="841248"/>
            </a:xfrm>
            <a:prstGeom prst="roundRect">
              <a:avLst>
                <a:gd name="adj" fmla="val 7000"/>
              </a:avLst>
            </a:prstGeom>
            <a:solidFill>
              <a:srgbClr val="D1E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62" name="Rectangle 61"/>
            <p:cNvSpPr/>
            <p:nvPr/>
          </p:nvSpPr>
          <p:spPr>
            <a:xfrm>
              <a:off x="3858768" y="5413248"/>
              <a:ext cx="82296" cy="841248"/>
            </a:xfrm>
            <a:prstGeom prst="rect">
              <a:avLst/>
            </a:prstGeom>
            <a:solidFill>
              <a:srgbClr val="E765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63" name="TextBox 62"/>
            <p:cNvSpPr txBox="1"/>
            <p:nvPr/>
          </p:nvSpPr>
          <p:spPr>
            <a:xfrm>
              <a:off x="4096511" y="5522976"/>
              <a:ext cx="7461504" cy="130805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200"/>
                </a:spcAft>
              </a:pPr>
              <a:r>
                <a:rPr lang="en-US" sz="850" b="1" i="0" noProof="0" dirty="0">
                  <a:solidFill>
                    <a:srgbClr val="E76500"/>
                  </a:solidFill>
                  <a:latin typeface="Arial"/>
                </a:rPr>
                <a:t>DIZAYN XULOSASI</a:t>
              </a:r>
            </a:p>
          </p:txBody>
        </p:sp>
        <p:sp>
          <p:nvSpPr>
            <p:cNvPr id="64" name="TextBox 63"/>
            <p:cNvSpPr txBox="1"/>
            <p:nvPr/>
          </p:nvSpPr>
          <p:spPr>
            <a:xfrm>
              <a:off x="4096511" y="5751576"/>
              <a:ext cx="7461504" cy="418576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ct val="103000"/>
                </a:lnSpc>
                <a:spcBef>
                  <a:spcPts val="0"/>
                </a:spcBef>
                <a:spcAft>
                  <a:spcPts val="200"/>
                </a:spcAft>
              </a:pPr>
              <a:r>
                <a:rPr lang="en-US" sz="900" b="0" i="0" noProof="0" dirty="0">
                  <a:solidFill>
                    <a:srgbClr val="00144A"/>
                  </a:solidFill>
                  <a:latin typeface="Arial"/>
                </a:rPr>
                <a:t>Asilbek hayotidagi eng muhim — va eng kam xizmat ko'rsatilgan — qaror nuqtasida turibdi. U motivlangan, lekin murakkablik va tartibli boshlang'ich nuqtaning yo'qligi uni qiynaydi. Ziyoning imkoniyati — uni bor joyida kutib olish: maktab bitiruvchilari uchun stipendiyalarni tanlash, qadamlarni tartiblab berish va xorijiy universitetga yo'lni mumkin tuyultirishdir.</a:t>
              </a:r>
            </a:p>
          </p:txBody>
        </p:sp>
      </p:grpSp>
      <p:pic>
        <p:nvPicPr>
          <p:cNvPr id="65" name="Picture 64" descr="image.jpg">
            <a:extLst>
              <a:ext uri="{FF2B5EF4-FFF2-40B4-BE49-F238E27FC236}">
                <a16:creationId xmlns:a16="http://schemas.microsoft.com/office/drawing/2014/main" id="{2FBB4A39-2D5E-5F24-A183-28F686788B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5620" y="748663"/>
            <a:ext cx="1234135" cy="1234135"/>
          </a:xfrm>
          <a:prstGeom prst="ellipse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6163EE28-FE63-6D3C-BE38-A22B91CE71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A91515-1449-B1CF-D492-454A54DB72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b="1" noProof="0" dirty="0">
                <a:solidFill>
                  <a:srgbClr val="000000"/>
                </a:solidFill>
                <a:latin typeface="Arial" panose="020B0604020202020204" pitchFamily="34" charset="0"/>
                <a:ea typeface="72 Brand" pitchFamily="34" charset="-122"/>
              </a:rPr>
              <a:t>Vision Prototype </a:t>
            </a:r>
            <a:r>
              <a:rPr lang="en-US" b="1" i="1" noProof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72 Brand" pitchFamily="34" charset="-122"/>
              </a:rPr>
              <a:t>Ko’rish</a:t>
            </a:r>
            <a:r>
              <a:rPr lang="en-US" b="1" i="1" noProof="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72 Brand" pitchFamily="34" charset="-122"/>
              </a:rPr>
              <a:t> </a:t>
            </a:r>
            <a:r>
              <a:rPr lang="en-US" b="1" i="1" noProof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72 Brand" pitchFamily="34" charset="-122"/>
              </a:rPr>
              <a:t>prototipi</a:t>
            </a:r>
            <a:endParaRPr lang="en-US" i="1" noProof="0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</a:endParaRPr>
          </a:p>
        </p:txBody>
      </p:sp>
      <p:pic>
        <p:nvPicPr>
          <p:cNvPr id="5" name="Picture Placeholder 4">
            <a:extLst>
              <a:ext uri="{FF2B5EF4-FFF2-40B4-BE49-F238E27FC236}">
                <a16:creationId xmlns:a16="http://schemas.microsoft.com/office/drawing/2014/main" id="{3F3A9436-99B8-8B65-70AE-1A6D0550D0F7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2"/>
          <a:srcRect l="6597" r="6597"/>
          <a:stretch>
            <a:fillRect/>
          </a:stretch>
        </p:blipFill>
        <p:spPr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955100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B59F49-28D3-1116-2C76-B6FBA29D69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65CFC5-BE85-AF72-9176-0A81CED8C4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b="1" noProof="0" dirty="0">
                <a:solidFill>
                  <a:srgbClr val="000000"/>
                </a:solidFill>
                <a:latin typeface="Arial" panose="020B0604020202020204" pitchFamily="34" charset="0"/>
                <a:ea typeface="72 Brand" pitchFamily="34" charset="-122"/>
              </a:rPr>
              <a:t>Vision Prototype </a:t>
            </a:r>
            <a:r>
              <a:rPr lang="en-US" b="1" i="1" noProof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72 Brand" pitchFamily="34" charset="-122"/>
              </a:rPr>
              <a:t>Ko</a:t>
            </a:r>
            <a:r>
              <a:rPr lang="en-US" b="1" i="1" noProof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72 Brand" pitchFamily="34" charset="-122"/>
              </a:rPr>
              <a:t>´rish</a:t>
            </a:r>
            <a:r>
              <a:rPr lang="en-US" b="1" i="1" noProof="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72 Brand" pitchFamily="34" charset="-122"/>
              </a:rPr>
              <a:t> </a:t>
            </a:r>
            <a:r>
              <a:rPr lang="en-US" b="1" i="1" noProof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72 Brand" pitchFamily="34" charset="-122"/>
              </a:rPr>
              <a:t>prototipi</a:t>
            </a:r>
            <a:endParaRPr lang="en-US" i="1" noProof="0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</a:endParaRPr>
          </a:p>
        </p:txBody>
      </p:sp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1DC4DF7F-3016-2D89-351C-A674066D29E5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40000"/>
                    </a14:imgEffect>
                  </a14:imgLayer>
                </a14:imgProps>
              </a:ext>
            </a:extLst>
          </a:blip>
          <a:srcRect l="3785" r="21614" b="17828"/>
          <a:stretch>
            <a:fillRect/>
          </a:stretch>
        </p:blipFill>
        <p:spPr>
          <a:xfrm>
            <a:off x="5969000" y="0"/>
            <a:ext cx="6226175" cy="68580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53AFB39-E5CE-2AD8-F883-2F00DC2BA62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10837"/>
          <a:stretch>
            <a:fillRect/>
          </a:stretch>
        </p:blipFill>
        <p:spPr>
          <a:xfrm>
            <a:off x="5918184" y="350591"/>
            <a:ext cx="1071578" cy="204209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49D888F-6C62-9476-D606-77EF301758F4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-17215" r="-1"/>
          <a:stretch>
            <a:fillRect/>
          </a:stretch>
        </p:blipFill>
        <p:spPr>
          <a:xfrm>
            <a:off x="6797524" y="377320"/>
            <a:ext cx="1015794" cy="1988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229522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6E9BEA0-C032-B80E-0E99-C70BC3D6609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 vert="horz" lIns="0" tIns="0" rIns="0" bIns="0" rtlCol="0">
            <a:noAutofit/>
          </a:bodyPr>
          <a:lstStyle/>
          <a:p>
            <a:endParaRPr lang="en-US" sz="1700" i="1" noProof="0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700" b="1" i="1" noProof="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Maqsad</a:t>
            </a:r>
            <a:r>
              <a:rPr lang="en-US" sz="1700" i="1" noProof="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Ziyo ilovasi uchun tasavvur (vizyon) yarating. Kelajakda tanlangan personajingiz </a:t>
            </a:r>
            <a:r>
              <a:rPr lang="en-US" sz="1700" i="1" noProof="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hayoti</a:t>
            </a:r>
            <a:r>
              <a:rPr lang="en-US" sz="1700" i="1" noProof="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700" i="1" noProof="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qanday</a:t>
            </a:r>
            <a:r>
              <a:rPr lang="en-US" sz="1700" i="1" noProof="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700" i="1" noProof="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qilib</a:t>
            </a:r>
            <a:r>
              <a:rPr lang="en-US" sz="1700" i="1" noProof="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700" i="1" noProof="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osonroq</a:t>
            </a:r>
            <a:r>
              <a:rPr lang="en-US" sz="1700" i="1" noProof="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va </a:t>
            </a:r>
            <a:r>
              <a:rPr lang="en-US" sz="1700" i="1" noProof="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yaxshiroq</a:t>
            </a:r>
            <a:r>
              <a:rPr lang="en-US" sz="1700" i="1" noProof="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700" i="1" noProof="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bo‘lishi</a:t>
            </a:r>
            <a:r>
              <a:rPr lang="en-US" sz="1700" i="1" noProof="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700" i="1" noProof="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mumkinligini</a:t>
            </a:r>
            <a:r>
              <a:rPr lang="en-US" sz="1700" i="1" noProof="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700" i="1" noProof="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ko‘rsating</a:t>
            </a:r>
            <a:r>
              <a:rPr lang="en-US" sz="1700" i="1" noProof="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 b="1" i="1" noProof="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Personaj</a:t>
            </a:r>
            <a:r>
              <a:rPr lang="en-US" sz="1700" b="1" i="1" noProof="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haqida </a:t>
            </a:r>
            <a:r>
              <a:rPr lang="en-US" sz="1700" b="1" i="1" noProof="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o‘ylab</a:t>
            </a:r>
            <a:r>
              <a:rPr lang="en-US" sz="1700" b="1" i="1" noProof="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700" b="1" i="1" noProof="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ko‘ring</a:t>
            </a:r>
            <a:r>
              <a:rPr lang="en-US" sz="1700" b="1" i="1" noProof="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700" i="1" noProof="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– </a:t>
            </a:r>
            <a:r>
              <a:rPr lang="en-US" sz="1700" i="1" noProof="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Dizaynni</a:t>
            </a:r>
            <a:r>
              <a:rPr lang="en-US" sz="1700" i="1" noProof="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700" i="1" noProof="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ularning</a:t>
            </a:r>
            <a:r>
              <a:rPr lang="en-US" sz="1700" i="1" noProof="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700" i="1" noProof="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maqsadlari</a:t>
            </a:r>
            <a:r>
              <a:rPr lang="en-US" sz="1700" i="1" noProof="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700" i="1" noProof="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ehtiyojlari</a:t>
            </a:r>
            <a:r>
              <a:rPr lang="en-US" sz="1700" i="1" noProof="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va </a:t>
            </a:r>
            <a:r>
              <a:rPr lang="en-US" sz="1700" i="1" noProof="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duch</a:t>
            </a:r>
            <a:r>
              <a:rPr lang="en-US" sz="1700" i="1" noProof="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700" i="1" noProof="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keladigan</a:t>
            </a:r>
            <a:r>
              <a:rPr lang="en-US" sz="1700" i="1" noProof="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700" i="1" noProof="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qiyinchiliklariga</a:t>
            </a:r>
            <a:r>
              <a:rPr lang="en-US" sz="1700" i="1" noProof="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700" i="1" noProof="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moslab</a:t>
            </a:r>
            <a:r>
              <a:rPr lang="en-US" sz="1700" i="1" noProof="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yarating.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 b="1" i="1" noProof="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Yaxshiroq</a:t>
            </a:r>
            <a:r>
              <a:rPr lang="en-US" sz="1700" b="1" i="1" noProof="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700" b="1" i="1" noProof="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kelajakni</a:t>
            </a:r>
            <a:r>
              <a:rPr lang="en-US" sz="1700" b="1" i="1" noProof="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700" b="1" i="1" noProof="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tasvirlang</a:t>
            </a:r>
            <a:r>
              <a:rPr lang="en-US" sz="1700" b="1" i="1" noProof="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700" i="1" noProof="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– </a:t>
            </a:r>
            <a:r>
              <a:rPr lang="en-US" sz="1700" i="1" noProof="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Personajning</a:t>
            </a:r>
            <a:r>
              <a:rPr lang="en-US" sz="1700" i="1" noProof="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700" i="1" noProof="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qanday</a:t>
            </a:r>
            <a:r>
              <a:rPr lang="en-US" sz="1700" i="1" noProof="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700" i="1" noProof="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asosiy</a:t>
            </a:r>
            <a:r>
              <a:rPr lang="en-US" sz="1700" i="1" noProof="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700" i="1" noProof="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muammolari</a:t>
            </a:r>
            <a:r>
              <a:rPr lang="en-US" sz="1700" i="1" noProof="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700" i="1" noProof="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hal</a:t>
            </a:r>
            <a:r>
              <a:rPr lang="en-US" sz="1700" i="1" noProof="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700" i="1" noProof="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etiladi</a:t>
            </a:r>
            <a:r>
              <a:rPr lang="en-US" sz="1700" i="1" noProof="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 b="1" i="1" noProof="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Kontent haqida </a:t>
            </a:r>
            <a:r>
              <a:rPr lang="en-US" sz="1700" b="1" i="1" noProof="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o‘ylab</a:t>
            </a:r>
            <a:r>
              <a:rPr lang="en-US" sz="1700" b="1" i="1" noProof="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700" b="1" i="1" noProof="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ko‘ring</a:t>
            </a:r>
            <a:r>
              <a:rPr lang="en-US" sz="1700" i="1" noProof="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– Ular </a:t>
            </a:r>
            <a:r>
              <a:rPr lang="en-US" sz="1700" i="1" noProof="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nimalarni</a:t>
            </a:r>
            <a:r>
              <a:rPr lang="en-US" sz="1700" i="1" noProof="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o‘qishni, </a:t>
            </a:r>
            <a:r>
              <a:rPr lang="en-US" sz="1700" i="1" noProof="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bajarishni</a:t>
            </a:r>
            <a:r>
              <a:rPr lang="en-US" sz="1700" i="1" noProof="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yoki </a:t>
            </a:r>
            <a:r>
              <a:rPr lang="en-US" sz="1700" i="1" noProof="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ko‘rishni</a:t>
            </a:r>
            <a:r>
              <a:rPr lang="en-US" sz="1700" i="1" noProof="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700" i="1" noProof="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xohlashlari</a:t>
            </a:r>
            <a:r>
              <a:rPr lang="en-US" sz="1700" i="1" noProof="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mumkin?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 b="1" i="1" noProof="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Shior</a:t>
            </a:r>
            <a:r>
              <a:rPr lang="en-US" sz="1700" b="1" i="1" noProof="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yarating </a:t>
            </a:r>
            <a:r>
              <a:rPr lang="en-US" sz="1700" i="1" noProof="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– </a:t>
            </a:r>
            <a:r>
              <a:rPr lang="en-US" sz="1700" i="1" noProof="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Tasavvuringizni</a:t>
            </a:r>
            <a:r>
              <a:rPr lang="en-US" sz="1700" i="1" noProof="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700" i="1" noProof="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jamlab</a:t>
            </a:r>
            <a:r>
              <a:rPr lang="en-US" sz="1700" i="1" noProof="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700" i="1" noProof="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ifodalovchi</a:t>
            </a:r>
            <a:r>
              <a:rPr lang="en-US" sz="1700" i="1" noProof="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qisqa va </a:t>
            </a:r>
            <a:r>
              <a:rPr lang="en-US" sz="1700" i="1" noProof="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ilhomlantiruvchi</a:t>
            </a:r>
            <a:r>
              <a:rPr lang="en-US" sz="1700" i="1" noProof="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700" i="1" noProof="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jumla</a:t>
            </a:r>
            <a:r>
              <a:rPr lang="en-US" sz="1700" i="1" noProof="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r>
              <a:rPr lang="en-US" sz="1700" i="1" noProof="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Eskizlar</a:t>
            </a:r>
            <a:r>
              <a:rPr lang="en-US" sz="1700" i="1" noProof="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700" i="1" noProof="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so‘z</a:t>
            </a:r>
            <a:r>
              <a:rPr lang="en-US" sz="1700" i="1" noProof="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700" i="1" noProof="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pufakchalari</a:t>
            </a:r>
            <a:r>
              <a:rPr lang="en-US" sz="1700" i="1" noProof="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700" i="1" noProof="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sarlavhalar</a:t>
            </a:r>
            <a:r>
              <a:rPr lang="en-US" sz="1700" i="1" noProof="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va </a:t>
            </a:r>
            <a:r>
              <a:rPr lang="en-US" sz="1700" i="1" noProof="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matnlardan</a:t>
            </a:r>
            <a:r>
              <a:rPr lang="en-US" sz="1700" i="1" noProof="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700" i="1" noProof="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foydalanishingiz</a:t>
            </a:r>
            <a:r>
              <a:rPr lang="en-US" sz="1700" i="1" noProof="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mumkin.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F22744C-9248-19C8-C47E-A35BC53171C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 sz="1800" b="1" noProof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800" b="1" noProof="0">
                <a:latin typeface="Arial" panose="020B0604020202020204" pitchFamily="34" charset="0"/>
                <a:cs typeface="Arial" panose="020B0604020202020204" pitchFamily="34" charset="0"/>
              </a:rPr>
              <a:t>Goal:</a:t>
            </a:r>
            <a:r>
              <a:rPr lang="en-US" sz="1800" noProof="0">
                <a:latin typeface="Arial" panose="020B0604020202020204" pitchFamily="34" charset="0"/>
                <a:cs typeface="Arial" panose="020B0604020202020204" pitchFamily="34" charset="0"/>
              </a:rPr>
              <a:t> Create a </a:t>
            </a:r>
            <a:r>
              <a:rPr lang="en-US" sz="1800" b="1" noProof="0">
                <a:latin typeface="Arial" panose="020B0604020202020204" pitchFamily="34" charset="0"/>
                <a:cs typeface="Arial" panose="020B0604020202020204" pitchFamily="34" charset="0"/>
              </a:rPr>
              <a:t>vision for Ziyo App</a:t>
            </a:r>
            <a:r>
              <a:rPr lang="en-US" sz="1800" noProof="0">
                <a:latin typeface="Arial" panose="020B0604020202020204" pitchFamily="34" charset="0"/>
                <a:cs typeface="Arial" panose="020B0604020202020204" pitchFamily="34" charset="0"/>
              </a:rPr>
              <a:t>. Show how life could be easier and better for your persona in the future.</a:t>
            </a:r>
          </a:p>
          <a:p>
            <a:pPr marL="342900" lvl="0" indent="-342900" fontAlgn="t">
              <a:buFont typeface="Arial" panose="020B0604020202020204" pitchFamily="34" charset="0"/>
              <a:buChar char="•"/>
            </a:pPr>
            <a:r>
              <a:rPr lang="en-US" sz="1800" b="1" noProof="0">
                <a:latin typeface="Arial" panose="020B0604020202020204" pitchFamily="34" charset="0"/>
                <a:cs typeface="Arial" panose="020B0604020202020204" pitchFamily="34" charset="0"/>
              </a:rPr>
              <a:t>Think about the persona </a:t>
            </a:r>
            <a:r>
              <a:rPr lang="en-US" sz="1800" noProof="0">
                <a:latin typeface="Arial" panose="020B0604020202020204" pitchFamily="34" charset="0"/>
                <a:cs typeface="Arial" panose="020B0604020202020204" pitchFamily="34" charset="0"/>
              </a:rPr>
              <a:t>– Design for their goals, needs, and challenges</a:t>
            </a:r>
          </a:p>
          <a:p>
            <a:pPr marL="342900" indent="-342900" fontAlgn="t">
              <a:buFont typeface="Arial" panose="020B0604020202020204" pitchFamily="34" charset="0"/>
              <a:buChar char="•"/>
            </a:pPr>
            <a:r>
              <a:rPr lang="en-US" sz="1800" b="1" noProof="0">
                <a:latin typeface="Arial" panose="020B0604020202020204" pitchFamily="34" charset="0"/>
                <a:cs typeface="Arial" panose="020B0604020202020204" pitchFamily="34" charset="0"/>
              </a:rPr>
              <a:t>Show a better future </a:t>
            </a:r>
            <a:r>
              <a:rPr lang="en-US" sz="1800" noProof="0">
                <a:latin typeface="Arial" panose="020B0604020202020204" pitchFamily="34" charset="0"/>
                <a:cs typeface="Arial" panose="020B0604020202020204" pitchFamily="34" charset="0"/>
              </a:rPr>
              <a:t>– What key problems of the persona will be solved? </a:t>
            </a:r>
          </a:p>
          <a:p>
            <a:pPr marL="342900" indent="-342900" fontAlgn="t">
              <a:buFont typeface="Arial" panose="020B0604020202020204" pitchFamily="34" charset="0"/>
              <a:buChar char="•"/>
            </a:pPr>
            <a:r>
              <a:rPr lang="en-US" sz="1800" b="1" noProof="0">
                <a:latin typeface="Arial" panose="020B0604020202020204" pitchFamily="34" charset="0"/>
                <a:cs typeface="Arial" panose="020B0604020202020204" pitchFamily="34" charset="0"/>
              </a:rPr>
              <a:t>Think about the content</a:t>
            </a:r>
            <a:r>
              <a:rPr lang="en-US" sz="1800" noProof="0">
                <a:latin typeface="Arial" panose="020B0604020202020204" pitchFamily="34" charset="0"/>
                <a:cs typeface="Arial" panose="020B0604020202020204" pitchFamily="34" charset="0"/>
              </a:rPr>
              <a:t> – What do you think they might want to read, do, see?</a:t>
            </a:r>
          </a:p>
          <a:p>
            <a:pPr marL="342900" indent="-342900" fontAlgn="t">
              <a:buFont typeface="Arial" panose="020B0604020202020204" pitchFamily="34" charset="0"/>
              <a:buChar char="•"/>
            </a:pPr>
            <a:r>
              <a:rPr lang="en-US" sz="1800" b="1" noProof="0">
                <a:latin typeface="Arial" panose="020B0604020202020204" pitchFamily="34" charset="0"/>
                <a:cs typeface="Arial" panose="020B0604020202020204" pitchFamily="34" charset="0"/>
              </a:rPr>
              <a:t>Create a Motto</a:t>
            </a:r>
            <a:r>
              <a:rPr lang="en-US" sz="1800" noProof="0">
                <a:latin typeface="Arial" panose="020B0604020202020204" pitchFamily="34" charset="0"/>
                <a:cs typeface="Arial" panose="020B0604020202020204" pitchFamily="34" charset="0"/>
              </a:rPr>
              <a:t> – A short, inspiring sentence that summarizes your vision</a:t>
            </a:r>
          </a:p>
          <a:p>
            <a:pPr fontAlgn="t"/>
            <a:r>
              <a:rPr lang="en-US" sz="1800" noProof="0">
                <a:latin typeface="Arial" panose="020B0604020202020204" pitchFamily="34" charset="0"/>
                <a:cs typeface="Arial" panose="020B0604020202020204" pitchFamily="34" charset="0"/>
              </a:rPr>
              <a:t>You can use sketches, speech bubbles, headlines, text.</a:t>
            </a:r>
          </a:p>
          <a:p>
            <a:pPr fontAlgn="t">
              <a:buNone/>
            </a:pPr>
            <a:endParaRPr lang="en-US" sz="1800" noProof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1800" noProof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1800" noProof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653A71B-D444-BE6A-2034-5DFD79EA43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001" y="1079384"/>
            <a:ext cx="11594214" cy="369332"/>
          </a:xfrm>
        </p:spPr>
        <p:txBody>
          <a:bodyPr/>
          <a:lstStyle/>
          <a:p>
            <a:r>
              <a:rPr lang="en-US" b="1" noProof="0" dirty="0">
                <a:solidFill>
                  <a:srgbClr val="000000"/>
                </a:solidFill>
                <a:latin typeface="Arial" panose="020B0604020202020204" pitchFamily="34" charset="0"/>
                <a:ea typeface="72 Brand" pitchFamily="34" charset="-122"/>
              </a:rPr>
              <a:t>How to create a Vision Prototype </a:t>
            </a:r>
            <a:r>
              <a:rPr lang="en-US" b="1" i="1" noProof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72 Brand" pitchFamily="34" charset="-122"/>
              </a:rPr>
              <a:t>Ko´rish</a:t>
            </a:r>
            <a:r>
              <a:rPr lang="en-US" b="1" i="1" noProof="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72 Brand" pitchFamily="34" charset="-122"/>
              </a:rPr>
              <a:t> </a:t>
            </a:r>
            <a:r>
              <a:rPr lang="en-US" b="1" i="1" noProof="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72 Brand" pitchFamily="34" charset="-122"/>
              </a:rPr>
              <a:t>prototipini</a:t>
            </a:r>
            <a:r>
              <a:rPr lang="en-US" b="1" i="1" noProof="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72 Brand" pitchFamily="34" charset="-122"/>
              </a:rPr>
              <a:t> </a:t>
            </a:r>
            <a:r>
              <a:rPr lang="en-US" b="1" i="1" noProof="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72 Brand" pitchFamily="34" charset="-122"/>
              </a:rPr>
              <a:t>qanday</a:t>
            </a:r>
            <a:r>
              <a:rPr lang="en-US" b="1" i="1" noProof="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72 Brand" pitchFamily="34" charset="-122"/>
              </a:rPr>
              <a:t> </a:t>
            </a:r>
            <a:r>
              <a:rPr lang="en-US" b="1" i="1" noProof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72 Brand" pitchFamily="34" charset="-122"/>
              </a:rPr>
              <a:t>yaratish</a:t>
            </a:r>
            <a:r>
              <a:rPr lang="en-US" b="1" i="1" noProof="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72 Brand" pitchFamily="34" charset="-122"/>
              </a:rPr>
              <a:t> </a:t>
            </a:r>
            <a:r>
              <a:rPr lang="en-US" b="1" i="1" noProof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72 Brand" pitchFamily="34" charset="-122"/>
              </a:rPr>
              <a:t>mumkin</a:t>
            </a:r>
            <a:r>
              <a:rPr lang="en-US" b="1" i="1" noProof="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72 Brand" pitchFamily="34" charset="-122"/>
              </a:rPr>
              <a:t>?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14622910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AFE517-4283-524E-D9D3-4BD1598485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E55026-2DCA-D3B1-42AD-ED017CF915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3238" y="2706317"/>
            <a:ext cx="5863056" cy="997196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b="1" noProof="0">
                <a:solidFill>
                  <a:srgbClr val="000000"/>
                </a:solidFill>
                <a:latin typeface="Arial" panose="020B0604020202020204" pitchFamily="34" charset="0"/>
                <a:ea typeface="72 Brand" pitchFamily="34" charset="-122"/>
              </a:rPr>
              <a:t>Prototype Presentation </a:t>
            </a:r>
            <a:br>
              <a:rPr lang="en-US" b="1" noProof="0">
                <a:solidFill>
                  <a:srgbClr val="000000"/>
                </a:solidFill>
                <a:latin typeface="Arial" panose="020B0604020202020204" pitchFamily="34" charset="0"/>
                <a:ea typeface="72 Brand" pitchFamily="34" charset="-122"/>
              </a:rPr>
            </a:br>
            <a:r>
              <a:rPr lang="en-US" b="1" i="1" noProof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72 Brand" pitchFamily="34" charset="-122"/>
              </a:rPr>
              <a:t>Prototip</a:t>
            </a:r>
            <a:r>
              <a:rPr lang="en-US" b="1" i="1" noProof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72 Brand" pitchFamily="34" charset="-122"/>
              </a:rPr>
              <a:t> </a:t>
            </a:r>
            <a:r>
              <a:rPr lang="en-US" b="1" i="1" noProof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72 Brand" pitchFamily="34" charset="-122"/>
              </a:rPr>
              <a:t>taqdimoti</a:t>
            </a:r>
            <a:endParaRPr lang="en-US" i="1" noProof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</a:endParaRPr>
          </a:p>
        </p:txBody>
      </p:sp>
      <p:pic>
        <p:nvPicPr>
          <p:cNvPr id="10" name="Picture Placeholder 9">
            <a:extLst>
              <a:ext uri="{FF2B5EF4-FFF2-40B4-BE49-F238E27FC236}">
                <a16:creationId xmlns:a16="http://schemas.microsoft.com/office/drawing/2014/main" id="{52786407-8344-143D-CC05-BD6FD7CC974D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2"/>
          <a:srcRect t="19021" b="19021"/>
          <a:stretch>
            <a:fillRect/>
          </a:stretch>
        </p:blipFill>
        <p:spPr bwMode="black">
          <a:prstGeom prst="rect">
            <a:avLst/>
          </a:prstGeom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63E3C104-0079-04FA-9144-390E7C6AEDC3}"/>
              </a:ext>
            </a:extLst>
          </p:cNvPr>
          <p:cNvSpPr txBox="1">
            <a:spLocks/>
          </p:cNvSpPr>
          <p:nvPr/>
        </p:nvSpPr>
        <p:spPr bwMode="black">
          <a:xfrm>
            <a:off x="1575582" y="5182231"/>
            <a:ext cx="4393418" cy="997196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>
            <a:lvl1pPr algn="l" defTabSz="1088558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0" i="0" kern="1200" baseline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2400" b="1" noProof="0" dirty="0">
                <a:solidFill>
                  <a:srgbClr val="000000"/>
                </a:solidFill>
                <a:latin typeface="Arial" panose="020B0604020202020204" pitchFamily="34" charset="0"/>
                <a:ea typeface="72 Brand" pitchFamily="34" charset="-122"/>
              </a:rPr>
              <a:t>You have 5 minutes + </a:t>
            </a:r>
          </a:p>
          <a:p>
            <a:pPr>
              <a:lnSpc>
                <a:spcPct val="100000"/>
              </a:lnSpc>
            </a:pPr>
            <a:r>
              <a:rPr lang="en-US" sz="2400" b="1" noProof="0" dirty="0">
                <a:solidFill>
                  <a:srgbClr val="000000"/>
                </a:solidFill>
                <a:latin typeface="Arial" panose="020B0604020202020204" pitchFamily="34" charset="0"/>
                <a:ea typeface="72 Brand" pitchFamily="34" charset="-122"/>
              </a:rPr>
              <a:t>2 minutes for questions &amp; answers</a:t>
            </a:r>
            <a:br>
              <a:rPr lang="en-US" sz="2400" b="1" noProof="0" dirty="0">
                <a:solidFill>
                  <a:srgbClr val="000000"/>
                </a:solidFill>
                <a:latin typeface="Arial" panose="020B0604020202020204" pitchFamily="34" charset="0"/>
                <a:ea typeface="72 Brand" pitchFamily="34" charset="-122"/>
              </a:rPr>
            </a:br>
            <a:r>
              <a:rPr lang="en-US" sz="2400" b="1" i="1" noProof="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72 Brand" pitchFamily="34" charset="-122"/>
              </a:rPr>
              <a:t>Sizda</a:t>
            </a:r>
            <a:r>
              <a:rPr lang="en-US" sz="2400" b="1" i="1" noProof="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72 Brand" pitchFamily="34" charset="-122"/>
              </a:rPr>
              <a:t> 5 daqiqa +</a:t>
            </a:r>
          </a:p>
          <a:p>
            <a:pPr>
              <a:lnSpc>
                <a:spcPct val="100000"/>
              </a:lnSpc>
            </a:pPr>
            <a:r>
              <a:rPr lang="en-US" sz="2400" b="1" i="1" noProof="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72 Brand" pitchFamily="34" charset="-122"/>
              </a:rPr>
              <a:t>savol</a:t>
            </a:r>
            <a:r>
              <a:rPr lang="en-US" sz="2400" b="1" i="1" noProof="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72 Brand" pitchFamily="34" charset="-122"/>
              </a:rPr>
              <a:t>-javob uchun 2 daqiqa bor.</a:t>
            </a:r>
            <a:endParaRPr lang="en-US" sz="2400" i="1" noProof="0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</a:endParaRPr>
          </a:p>
        </p:txBody>
      </p:sp>
      <p:pic>
        <p:nvPicPr>
          <p:cNvPr id="13" name="Graphic 12" descr="Stopwatch 66% with solid fill">
            <a:extLst>
              <a:ext uri="{FF2B5EF4-FFF2-40B4-BE49-F238E27FC236}">
                <a16:creationId xmlns:a16="http://schemas.microsoft.com/office/drawing/2014/main" id="{26EE6D83-EFD3-CDDD-AA52-D3341C73582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62560" y="4102727"/>
            <a:ext cx="1079503" cy="10795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292050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67C9C7-C9EB-616C-21C0-EF4C303979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08D2A4-9229-A0AB-C9B8-38630D767F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b="1" noProof="0">
                <a:solidFill>
                  <a:srgbClr val="000000"/>
                </a:solidFill>
                <a:latin typeface="Arial" panose="020B0604020202020204" pitchFamily="34" charset="0"/>
                <a:ea typeface="72 Brand" pitchFamily="34" charset="-122"/>
              </a:rPr>
              <a:t>Common Ground </a:t>
            </a:r>
            <a:r>
              <a:rPr lang="en-US" b="1" i="1" noProof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72 Brand" pitchFamily="34" charset="-122"/>
              </a:rPr>
              <a:t>Umumiy</a:t>
            </a:r>
            <a:r>
              <a:rPr lang="en-US" b="1" i="1" noProof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72 Brand" pitchFamily="34" charset="-122"/>
              </a:rPr>
              <a:t> fikr</a:t>
            </a:r>
            <a:endParaRPr lang="en-US" i="1" noProof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</a:endParaRPr>
          </a:p>
        </p:txBody>
      </p:sp>
      <p:pic>
        <p:nvPicPr>
          <p:cNvPr id="8" name="Picture Placeholder 7">
            <a:extLst>
              <a:ext uri="{FF2B5EF4-FFF2-40B4-BE49-F238E27FC236}">
                <a16:creationId xmlns:a16="http://schemas.microsoft.com/office/drawing/2014/main" id="{FD3C3D3F-6A72-A1FB-0F54-99987933C294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2"/>
          <a:srcRect t="30557" b="7549"/>
          <a:stretch>
            <a:fillRect/>
          </a:stretch>
        </p:blipFill>
        <p:spPr>
          <a:xfrm>
            <a:off x="5969000" y="0"/>
            <a:ext cx="622617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790525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A36178-026F-8B4A-6400-98F2414457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FEDFEE63-6E77-70C9-7EEC-B0F0C76A83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98469" y="1404448"/>
            <a:ext cx="4065587" cy="998420"/>
          </a:xfrm>
        </p:spPr>
        <p:txBody>
          <a:bodyPr/>
          <a:lstStyle/>
          <a:p>
            <a:r>
              <a:rPr lang="en-US" noProof="0"/>
              <a:t>Thank you!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DE107292-05EE-1D42-5E75-7C1C2383E05B}"/>
              </a:ext>
            </a:extLst>
          </p:cNvPr>
          <p:cNvSpPr txBox="1">
            <a:spLocks/>
          </p:cNvSpPr>
          <p:nvPr/>
        </p:nvSpPr>
        <p:spPr bwMode="black">
          <a:xfrm>
            <a:off x="3811588" y="4022725"/>
            <a:ext cx="4065587" cy="998420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algn="ctr" defTabSz="1088558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de-DE" sz="5500" b="0" i="0" kern="1200" baseline="0" dirty="0">
                <a:solidFill>
                  <a:schemeClr val="tx1"/>
                </a:solidFill>
                <a:latin typeface="72 Brand Medium" panose="020B0504030603020204" pitchFamily="34" charset="0"/>
                <a:ea typeface="+mn-ea"/>
                <a:cs typeface="+mn-cs"/>
              </a:defRPr>
            </a:lvl1pPr>
          </a:lstStyle>
          <a:p>
            <a:r>
              <a:rPr lang="en-US" sz="4000" noProof="0"/>
              <a:t>Thank you!</a:t>
            </a:r>
            <a:br>
              <a:rPr lang="en-US" sz="4000" noProof="0"/>
            </a:br>
            <a:r>
              <a:rPr lang="en-US" sz="4000" noProof="0" err="1"/>
              <a:t>Спасибо</a:t>
            </a:r>
            <a:br>
              <a:rPr lang="en-US" sz="4000" noProof="0"/>
            </a:br>
            <a:r>
              <a:rPr lang="en-US" sz="4000" noProof="0"/>
              <a:t>Rahmat</a:t>
            </a:r>
          </a:p>
        </p:txBody>
      </p:sp>
      <p:pic>
        <p:nvPicPr>
          <p:cNvPr id="9" name="Picture Placeholder 8">
            <a:extLst>
              <a:ext uri="{FF2B5EF4-FFF2-40B4-BE49-F238E27FC236}">
                <a16:creationId xmlns:a16="http://schemas.microsoft.com/office/drawing/2014/main" id="{88E9C540-CAA1-3973-F406-22CDD083D55A}"/>
              </a:ext>
            </a:extLst>
          </p:cNvPr>
          <p:cNvPicPr>
            <a:picLocks noGrp="1" noChangeAspect="1"/>
          </p:cNvPicPr>
          <p:nvPr>
            <p:ph type="pic" sz="quarter" idx="16"/>
          </p:nvPr>
        </p:nvPicPr>
        <p:blipFill>
          <a:blip r:embed="rId2"/>
          <a:srcRect t="25021" b="25021"/>
          <a:stretch/>
        </p:blipFill>
        <p:spPr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009394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Buy Pro Classic Cut 5.0&quot; Academy line Hairdressing Scissor Online | Vega Professional">
            <a:extLst>
              <a:ext uri="{FF2B5EF4-FFF2-40B4-BE49-F238E27FC236}">
                <a16:creationId xmlns:a16="http://schemas.microsoft.com/office/drawing/2014/main" id="{2EF157DC-302C-3CE2-FAE8-2955E2AE57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149" y="3697158"/>
            <a:ext cx="2378855" cy="2378855"/>
          </a:xfrm>
          <a:prstGeom prst="rect">
            <a:avLst/>
          </a:prstGeom>
        </p:spPr>
      </p:pic>
      <p:pic>
        <p:nvPicPr>
          <p:cNvPr id="3" name="Picture 2" descr="Packing tape, special transparent PP">
            <a:extLst>
              <a:ext uri="{FF2B5EF4-FFF2-40B4-BE49-F238E27FC236}">
                <a16:creationId xmlns:a16="http://schemas.microsoft.com/office/drawing/2014/main" id="{09E3154F-5BFC-1C12-D40F-3491E4733F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2641" y="1410665"/>
            <a:ext cx="2585776" cy="258577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72504E0-216E-E5F0-A454-A2CF119AE6A6}"/>
              </a:ext>
            </a:extLst>
          </p:cNvPr>
          <p:cNvSpPr txBox="1"/>
          <p:nvPr/>
        </p:nvSpPr>
        <p:spPr>
          <a:xfrm>
            <a:off x="670156" y="3534776"/>
            <a:ext cx="1163780" cy="923330"/>
          </a:xfrm>
          <a:prstGeom prst="rect">
            <a:avLst/>
          </a:prstGeom>
          <a:noFill/>
          <a:ln w="28575">
            <a:noFill/>
          </a:ln>
        </p:spPr>
        <p:txBody>
          <a:bodyPr wrap="none" lIns="0" tIns="0" rIns="0" bIns="0" rtlCol="0"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100000"/>
            </a:pPr>
            <a:r>
              <a:rPr lang="en-US" sz="2400" b="1" kern="0" noProof="0">
                <a:latin typeface="72 Brand" panose="020B0504030603020204" pitchFamily="34" charset="0"/>
                <a:ea typeface="72 Brand" pitchFamily="34" charset="-128"/>
                <a:cs typeface="72 Brand" pitchFamily="34" charset="-128"/>
              </a:rPr>
              <a:t>3x Tape</a:t>
            </a:r>
          </a:p>
          <a:p>
            <a:pPr algn="ctr" fontAlgn="base"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100000"/>
            </a:pPr>
            <a:endParaRPr lang="en-US" sz="2400" b="1" kern="0" noProof="0">
              <a:latin typeface="72 Brand" panose="020B0504030603020204" pitchFamily="34" charset="0"/>
              <a:ea typeface="72 Brand" pitchFamily="34" charset="-128"/>
              <a:cs typeface="72 Brand" pitchFamily="34" charset="-128"/>
            </a:endParaRPr>
          </a:p>
        </p:txBody>
      </p:sp>
      <p:pic>
        <p:nvPicPr>
          <p:cNvPr id="5" name="Picture 4" descr="Luxor Sketch Pens - Black ( Set Of 10 ) – Topperskit LLP">
            <a:extLst>
              <a:ext uri="{FF2B5EF4-FFF2-40B4-BE49-F238E27FC236}">
                <a16:creationId xmlns:a16="http://schemas.microsoft.com/office/drawing/2014/main" id="{82E9F1FE-6978-05A7-E980-36D6E93C071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29320" y="2438806"/>
            <a:ext cx="2832100" cy="28321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BBF6C3A-FC41-0923-6D8C-E48EFBDC83A9}"/>
              </a:ext>
            </a:extLst>
          </p:cNvPr>
          <p:cNvSpPr txBox="1"/>
          <p:nvPr/>
        </p:nvSpPr>
        <p:spPr>
          <a:xfrm>
            <a:off x="6897241" y="5270906"/>
            <a:ext cx="3412794" cy="1477328"/>
          </a:xfrm>
          <a:prstGeom prst="rect">
            <a:avLst/>
          </a:prstGeom>
          <a:noFill/>
          <a:ln w="28575">
            <a:noFill/>
          </a:ln>
        </p:spPr>
        <p:txBody>
          <a:bodyPr wrap="none" lIns="0" tIns="0" rIns="0" bIns="0" rtlCol="0"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100000"/>
            </a:pPr>
            <a:r>
              <a:rPr lang="en-US" sz="2400" b="1" kern="0" noProof="0">
                <a:latin typeface="72 Brand" panose="020B0504030603020204" pitchFamily="34" charset="0"/>
                <a:ea typeface="72 Brand" pitchFamily="34" charset="-128"/>
                <a:cs typeface="72 Brand" pitchFamily="34" charset="-128"/>
              </a:rPr>
              <a:t>10x Pens</a:t>
            </a:r>
          </a:p>
          <a:p>
            <a:pPr algn="ctr" fontAlgn="base"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100000"/>
            </a:pPr>
            <a:r>
              <a:rPr lang="en-US" sz="2400" b="1" kern="0" noProof="0">
                <a:latin typeface="72 Brand" panose="020B0504030603020204" pitchFamily="34" charset="0"/>
                <a:ea typeface="72 Brand" pitchFamily="34" charset="-128"/>
                <a:cs typeface="72 Brand" pitchFamily="34" charset="-128"/>
              </a:rPr>
              <a:t>Either black or colorful</a:t>
            </a:r>
          </a:p>
          <a:p>
            <a:pPr algn="ctr" fontAlgn="base"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100000"/>
            </a:pPr>
            <a:endParaRPr lang="en-US" sz="2400" b="1" kern="0" noProof="0">
              <a:latin typeface="72 Brand" panose="020B0504030603020204" pitchFamily="34" charset="0"/>
              <a:ea typeface="72 Brand" pitchFamily="34" charset="-128"/>
              <a:cs typeface="72 Brand" pitchFamily="34" charset="-128"/>
            </a:endParaRPr>
          </a:p>
        </p:txBody>
      </p:sp>
      <p:pic>
        <p:nvPicPr>
          <p:cNvPr id="7" name="Picture 6" descr="Love Craft Gifts Personalized DOMS Aqua Watercolour Sketch Pen Set – 24 Shades">
            <a:extLst>
              <a:ext uri="{FF2B5EF4-FFF2-40B4-BE49-F238E27FC236}">
                <a16:creationId xmlns:a16="http://schemas.microsoft.com/office/drawing/2014/main" id="{BE82C8A2-2134-EB11-B628-67D0FE682AB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95527" y="666729"/>
            <a:ext cx="1888322" cy="188832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43E4F5C-D5FA-57EE-A347-0597A88CE2F9}"/>
              </a:ext>
            </a:extLst>
          </p:cNvPr>
          <p:cNvSpPr txBox="1"/>
          <p:nvPr/>
        </p:nvSpPr>
        <p:spPr>
          <a:xfrm>
            <a:off x="670156" y="5926296"/>
            <a:ext cx="1633460" cy="923330"/>
          </a:xfrm>
          <a:prstGeom prst="rect">
            <a:avLst/>
          </a:prstGeom>
          <a:noFill/>
          <a:ln w="28575">
            <a:noFill/>
          </a:ln>
        </p:spPr>
        <p:txBody>
          <a:bodyPr wrap="none" lIns="0" tIns="0" rIns="0" bIns="0" rtlCol="0"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100000"/>
            </a:pPr>
            <a:r>
              <a:rPr lang="en-US" sz="2400" b="1" kern="0" noProof="0">
                <a:latin typeface="72 Brand" panose="020B0504030603020204" pitchFamily="34" charset="0"/>
                <a:ea typeface="72 Brand" pitchFamily="34" charset="-128"/>
                <a:cs typeface="72 Brand" pitchFamily="34" charset="-128"/>
              </a:rPr>
              <a:t>3x Scissors</a:t>
            </a:r>
          </a:p>
          <a:p>
            <a:pPr algn="ctr" fontAlgn="base"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100000"/>
            </a:pPr>
            <a:endParaRPr lang="en-US" sz="2400" b="1" kern="0" noProof="0">
              <a:latin typeface="72 Brand" panose="020B0504030603020204" pitchFamily="34" charset="0"/>
              <a:ea typeface="72 Brand" pitchFamily="34" charset="-128"/>
              <a:cs typeface="72 Brand" pitchFamily="34" charset="-128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5C80534-A2B1-6AE3-C880-8B6E2131EC7C}"/>
              </a:ext>
            </a:extLst>
          </p:cNvPr>
          <p:cNvSpPr txBox="1"/>
          <p:nvPr/>
        </p:nvSpPr>
        <p:spPr>
          <a:xfrm>
            <a:off x="347953" y="446227"/>
            <a:ext cx="1808187" cy="1477328"/>
          </a:xfrm>
          <a:prstGeom prst="rect">
            <a:avLst/>
          </a:prstGeom>
          <a:noFill/>
          <a:ln w="28575">
            <a:noFill/>
          </a:ln>
        </p:spPr>
        <p:txBody>
          <a:bodyPr wrap="none" lIns="0" tIns="0" rIns="0" bIns="0" rtlCol="0"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100000"/>
            </a:pPr>
            <a:r>
              <a:rPr lang="en-US" sz="2400" b="1" kern="0" noProof="0">
                <a:latin typeface="72 Brand" panose="020B0504030603020204" pitchFamily="34" charset="0"/>
                <a:ea typeface="72 Brand" pitchFamily="34" charset="-128"/>
                <a:cs typeface="72 Brand" pitchFamily="34" charset="-128"/>
              </a:rPr>
              <a:t>WORKSHOP</a:t>
            </a:r>
          </a:p>
          <a:p>
            <a:pPr algn="ctr" fontAlgn="base"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100000"/>
            </a:pPr>
            <a:r>
              <a:rPr lang="en-US" sz="2400" b="1" kern="0" noProof="0">
                <a:latin typeface="72 Brand" panose="020B0504030603020204" pitchFamily="34" charset="0"/>
                <a:ea typeface="72 Brand" pitchFamily="34" charset="-128"/>
                <a:cs typeface="72 Brand" pitchFamily="34" charset="-128"/>
              </a:rPr>
              <a:t>MATERIAL</a:t>
            </a:r>
          </a:p>
          <a:p>
            <a:pPr algn="ctr" fontAlgn="base"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100000"/>
            </a:pPr>
            <a:endParaRPr lang="en-US" sz="2400" b="1" kern="0" noProof="0">
              <a:latin typeface="72 Brand" panose="020B0504030603020204" pitchFamily="34" charset="0"/>
              <a:ea typeface="72 Brand" pitchFamily="34" charset="-128"/>
              <a:cs typeface="72 Brand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3535304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8D4CB9-9779-CDF6-A523-A309B364B5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F36F88-00C4-2C76-EAC6-8E06B73924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noProof="0">
                <a:solidFill>
                  <a:srgbClr val="000000"/>
                </a:solidFill>
                <a:latin typeface="Arial" panose="020B0604020202020204" pitchFamily="34" charset="0"/>
                <a:ea typeface="72 Brand" pitchFamily="34" charset="-122"/>
              </a:rPr>
              <a:t>Presentation of Prototypes</a:t>
            </a:r>
            <a:endParaRPr lang="en-US" noProof="0"/>
          </a:p>
        </p:txBody>
      </p:sp>
      <p:pic>
        <p:nvPicPr>
          <p:cNvPr id="8" name="Picture Placeholder 7">
            <a:extLst>
              <a:ext uri="{FF2B5EF4-FFF2-40B4-BE49-F238E27FC236}">
                <a16:creationId xmlns:a16="http://schemas.microsoft.com/office/drawing/2014/main" id="{5CE24A6A-F566-B086-7A4A-335C413179F7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2"/>
          <a:srcRect l="-1882" t="23615" r="10759" b="19926"/>
          <a:stretch>
            <a:fillRect/>
          </a:stretch>
        </p:blipFill>
        <p:spPr bwMode="black">
          <a:xfrm>
            <a:off x="5969000" y="0"/>
            <a:ext cx="622617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679640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B98D58-2540-30ED-5C51-22F2490906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14D8D9-C3A6-11CD-A578-81B5519536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kern="0" noProof="0">
                <a:latin typeface="72 Brand Medium" panose="020B0604030603020204" pitchFamily="34" charset="0"/>
                <a:ea typeface="72 Brand" pitchFamily="34" charset="-128"/>
                <a:cs typeface="72 Brand" pitchFamily="34" charset="-128"/>
              </a:rPr>
              <a:t>Prioritized SoW and Deliverables</a:t>
            </a:r>
            <a:endParaRPr lang="en-US" noProof="0"/>
          </a:p>
        </p:txBody>
      </p:sp>
      <p:pic>
        <p:nvPicPr>
          <p:cNvPr id="9" name="Picture Placeholder 8">
            <a:extLst>
              <a:ext uri="{FF2B5EF4-FFF2-40B4-BE49-F238E27FC236}">
                <a16:creationId xmlns:a16="http://schemas.microsoft.com/office/drawing/2014/main" id="{C9A239CC-6FB2-855B-690F-87C9ABAC0919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2"/>
          <a:srcRect t="18995" b="18995"/>
          <a:stretch>
            <a:fillRect/>
          </a:stretch>
        </p:blipFill>
        <p:spPr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047766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FAFBC7-1FEE-79D7-9BAE-9DD9B0F6F3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ED54B54-B029-F33D-3D85-1A36AD777D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001" y="1079384"/>
            <a:ext cx="11183174" cy="738664"/>
          </a:xfrm>
        </p:spPr>
        <p:txBody>
          <a:bodyPr/>
          <a:lstStyle/>
          <a:p>
            <a:r>
              <a:rPr lang="en-US" noProof="0"/>
              <a:t>Deliverable 2: Product Vision</a:t>
            </a:r>
            <a:br>
              <a:rPr lang="en-US" noProof="0"/>
            </a:br>
            <a:endParaRPr lang="en-US" noProof="0"/>
          </a:p>
        </p:txBody>
      </p:sp>
      <p:sp>
        <p:nvSpPr>
          <p:cNvPr id="5" name="Text Placeholder 1">
            <a:extLst>
              <a:ext uri="{FF2B5EF4-FFF2-40B4-BE49-F238E27FC236}">
                <a16:creationId xmlns:a16="http://schemas.microsoft.com/office/drawing/2014/main" id="{802CA9EE-CC5B-B202-3FA8-4FE0EF66B79E}"/>
              </a:ext>
            </a:extLst>
          </p:cNvPr>
          <p:cNvSpPr txBox="1">
            <a:spLocks/>
          </p:cNvSpPr>
          <p:nvPr/>
        </p:nvSpPr>
        <p:spPr bwMode="black">
          <a:xfrm>
            <a:off x="503999" y="1661161"/>
            <a:ext cx="10363869" cy="71628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defPPr>
              <a:defRPr lang="de-DE"/>
            </a:defPPr>
            <a:lvl1pPr indent="0" defTabSz="1088558">
              <a:spcBef>
                <a:spcPts val="600"/>
              </a:spcBef>
              <a:buClrTx/>
              <a:buSzPct val="100000"/>
              <a:buFont typeface="Arial" panose="020B0604020202020204" pitchFamily="34" charset="0"/>
              <a:buChar char="​"/>
              <a:defRPr sz="1800" b="1" i="0" baseline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252000" indent="-252000" defTabSz="1088558">
              <a:spcBef>
                <a:spcPts val="600"/>
              </a:spcBef>
              <a:buClr>
                <a:schemeClr val="tx1"/>
              </a:buClr>
              <a:buFont typeface="Wingdings" panose="05000000000000000000" pitchFamily="2" charset="2"/>
              <a:buChar char=""/>
              <a:defRPr sz="1800" b="0" i="0">
                <a:latin typeface="+mn-lt"/>
              </a:defRPr>
            </a:lvl2pPr>
            <a:lvl3pPr marL="504000" indent="-252000" defTabSz="1088558">
              <a:spcBef>
                <a:spcPts val="600"/>
              </a:spcBef>
              <a:buClr>
                <a:schemeClr val="tx1"/>
              </a:buClr>
              <a:buSzPct val="100000"/>
              <a:buFont typeface="Wingdings" panose="05000000000000000000" pitchFamily="2" charset="2"/>
              <a:buChar char=""/>
              <a:defRPr sz="1600" b="0" i="0">
                <a:latin typeface="+mn-lt"/>
              </a:defRPr>
            </a:lvl3pPr>
            <a:lvl4pPr marL="756000" indent="-252000" defTabSz="1088558">
              <a:spcBef>
                <a:spcPts val="600"/>
              </a:spcBef>
              <a:buClr>
                <a:schemeClr val="tx1"/>
              </a:buClr>
              <a:buSzPct val="100000"/>
              <a:buFont typeface="Wingdings" panose="05000000000000000000" pitchFamily="2" charset="2"/>
              <a:buChar char=""/>
              <a:defRPr b="0" i="0">
                <a:latin typeface="+mn-lt"/>
              </a:defRPr>
            </a:lvl4pPr>
            <a:lvl5pPr marL="0" indent="0" defTabSz="1088558">
              <a:spcBef>
                <a:spcPts val="600"/>
              </a:spcBef>
              <a:buClr>
                <a:schemeClr val="tx1"/>
              </a:buClr>
              <a:buSzPct val="100000"/>
              <a:buFont typeface="Arial" panose="020B0604020202020204" pitchFamily="34" charset="0"/>
              <a:buChar char="​"/>
              <a:defRPr sz="1400" b="0" i="0" baseline="0">
                <a:latin typeface="+mj-lt"/>
              </a:defRPr>
            </a:lvl5pPr>
            <a:lvl6pPr marL="0" indent="0" defTabSz="1088558">
              <a:lnSpc>
                <a:spcPct val="120000"/>
              </a:lnSpc>
              <a:spcBef>
                <a:spcPts val="600"/>
              </a:spcBef>
              <a:buFont typeface="Arial" panose="020B0604020202020204" pitchFamily="34" charset="0"/>
              <a:buChar char="​"/>
              <a:defRPr sz="1400"/>
            </a:lvl6pPr>
            <a:lvl7pPr marL="0" indent="0" defTabSz="1088558">
              <a:lnSpc>
                <a:spcPct val="120000"/>
              </a:lnSpc>
              <a:spcBef>
                <a:spcPts val="300"/>
              </a:spcBef>
              <a:buFont typeface="Arial" pitchFamily="34" charset="0"/>
              <a:buChar char="​"/>
              <a:defRPr sz="800">
                <a:latin typeface="+mj-lt"/>
              </a:defRPr>
            </a:lvl7pPr>
            <a:lvl8pPr marL="0" indent="0" defTabSz="1088558">
              <a:lnSpc>
                <a:spcPct val="120000"/>
              </a:lnSpc>
              <a:spcBef>
                <a:spcPts val="600"/>
              </a:spcBef>
              <a:buFont typeface="Arial" pitchFamily="34" charset="0"/>
              <a:buChar char="​"/>
              <a:defRPr sz="800"/>
            </a:lvl8pPr>
            <a:lvl9pPr marL="0" indent="0" defTabSz="1088558">
              <a:spcBef>
                <a:spcPts val="600"/>
              </a:spcBef>
              <a:buFont typeface="Arial" pitchFamily="34" charset="0"/>
              <a:buChar char="​"/>
              <a:defRPr sz="3600">
                <a:latin typeface="+mj-lt"/>
              </a:defRPr>
            </a:lvl9pPr>
          </a:lstStyle>
          <a:p>
            <a:r>
              <a:rPr lang="en-US" noProof="0"/>
              <a:t>Establish a shared vision for the future of the Ziyo App platform and create alignment across stakeholders on its purpose, target users, value proposition, and long-term direction </a:t>
            </a:r>
          </a:p>
        </p:txBody>
      </p:sp>
      <p:sp>
        <p:nvSpPr>
          <p:cNvPr id="8" name="Triangle 7">
            <a:extLst>
              <a:ext uri="{FF2B5EF4-FFF2-40B4-BE49-F238E27FC236}">
                <a16:creationId xmlns:a16="http://schemas.microsoft.com/office/drawing/2014/main" id="{556972DE-07A6-9647-876D-CBF7ED7C4812}"/>
              </a:ext>
            </a:extLst>
          </p:cNvPr>
          <p:cNvSpPr/>
          <p:nvPr/>
        </p:nvSpPr>
        <p:spPr bwMode="gray">
          <a:xfrm rot="5400000">
            <a:off x="1185932" y="2783221"/>
            <a:ext cx="716280" cy="329609"/>
          </a:xfrm>
          <a:prstGeom prst="triangle">
            <a:avLst/>
          </a:prstGeom>
          <a:solidFill>
            <a:srgbClr val="942491"/>
          </a:solidFill>
          <a:ln w="28575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algn="ctr" defTabSz="914400"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endParaRPr lang="en-US" sz="1400" kern="0" noProof="0">
              <a:latin typeface="+mn-lt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F2C3161-AA14-5887-3758-D4F2457AE043}"/>
              </a:ext>
            </a:extLst>
          </p:cNvPr>
          <p:cNvSpPr txBox="1"/>
          <p:nvPr/>
        </p:nvSpPr>
        <p:spPr>
          <a:xfrm>
            <a:off x="1840935" y="2616235"/>
            <a:ext cx="3490137" cy="663580"/>
          </a:xfrm>
          <a:prstGeom prst="rect">
            <a:avLst/>
          </a:prstGeom>
          <a:noFill/>
          <a:ln w="28575">
            <a:noFill/>
          </a:ln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</a:pPr>
            <a:r>
              <a:rPr lang="en-US" sz="1800" b="1" kern="100" noProof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1. Product &amp; UX Assessment /  Gap Analysis</a:t>
            </a:r>
          </a:p>
        </p:txBody>
      </p:sp>
      <p:sp>
        <p:nvSpPr>
          <p:cNvPr id="12" name="Triangle 11">
            <a:extLst>
              <a:ext uri="{FF2B5EF4-FFF2-40B4-BE49-F238E27FC236}">
                <a16:creationId xmlns:a16="http://schemas.microsoft.com/office/drawing/2014/main" id="{35197427-4F05-1DE1-8850-393C6D12B155}"/>
              </a:ext>
            </a:extLst>
          </p:cNvPr>
          <p:cNvSpPr/>
          <p:nvPr/>
        </p:nvSpPr>
        <p:spPr bwMode="gray">
          <a:xfrm rot="5400000">
            <a:off x="1185932" y="3750784"/>
            <a:ext cx="716280" cy="329609"/>
          </a:xfrm>
          <a:prstGeom prst="triangle">
            <a:avLst/>
          </a:prstGeom>
          <a:solidFill>
            <a:srgbClr val="A0D109"/>
          </a:solidFill>
          <a:ln w="28575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algn="ctr" defTabSz="914400"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endParaRPr lang="en-US" sz="1400" kern="0" noProof="0">
              <a:latin typeface="+mn-lt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676B4FB-5B4E-464E-A6CC-03B9A8CDD03B}"/>
              </a:ext>
            </a:extLst>
          </p:cNvPr>
          <p:cNvSpPr txBox="1"/>
          <p:nvPr/>
        </p:nvSpPr>
        <p:spPr>
          <a:xfrm>
            <a:off x="1840935" y="3583798"/>
            <a:ext cx="3490137" cy="663580"/>
          </a:xfrm>
          <a:prstGeom prst="rect">
            <a:avLst/>
          </a:prstGeom>
          <a:noFill/>
          <a:ln w="28575">
            <a:noFill/>
          </a:ln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</a:pPr>
            <a:r>
              <a:rPr lang="en-US" sz="1800" b="1" kern="100" noProof="0">
                <a:latin typeface="Arial" panose="020B0604020202020204" pitchFamily="34" charset="0"/>
                <a:cs typeface="Arial" panose="020B0604020202020204" pitchFamily="34" charset="0"/>
              </a:rPr>
              <a:t>2. Vision Workshop &amp; Documentation</a:t>
            </a:r>
            <a:endParaRPr lang="en-US" sz="1800" b="1" kern="100" noProof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Triangle 14">
            <a:extLst>
              <a:ext uri="{FF2B5EF4-FFF2-40B4-BE49-F238E27FC236}">
                <a16:creationId xmlns:a16="http://schemas.microsoft.com/office/drawing/2014/main" id="{D0EA8454-ED12-F3D3-4079-A3B849DC241C}"/>
              </a:ext>
            </a:extLst>
          </p:cNvPr>
          <p:cNvSpPr/>
          <p:nvPr/>
        </p:nvSpPr>
        <p:spPr bwMode="gray">
          <a:xfrm rot="5400000">
            <a:off x="1185932" y="4787986"/>
            <a:ext cx="716280" cy="329609"/>
          </a:xfrm>
          <a:prstGeom prst="triangle">
            <a:avLst/>
          </a:prstGeom>
          <a:solidFill>
            <a:srgbClr val="FFCC01"/>
          </a:solidFill>
          <a:ln w="28575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algn="ctr" defTabSz="914400"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endParaRPr lang="en-US" sz="1400" kern="0" noProof="0">
              <a:latin typeface="+mn-lt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49E02FF-3956-A34E-070A-41AE9DEAFD92}"/>
              </a:ext>
            </a:extLst>
          </p:cNvPr>
          <p:cNvSpPr txBox="1"/>
          <p:nvPr/>
        </p:nvSpPr>
        <p:spPr>
          <a:xfrm>
            <a:off x="1840935" y="4621000"/>
            <a:ext cx="3490137" cy="367216"/>
          </a:xfrm>
          <a:prstGeom prst="rect">
            <a:avLst/>
          </a:prstGeom>
          <a:noFill/>
          <a:ln w="28575">
            <a:noFill/>
          </a:ln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buNone/>
            </a:pPr>
            <a:r>
              <a:rPr lang="en-US" sz="1800" b="1" kern="100" noProof="0">
                <a:latin typeface="Arial" panose="020B0604020202020204" pitchFamily="34" charset="0"/>
                <a:cs typeface="Arial" panose="020B0604020202020204" pitchFamily="34" charset="0"/>
              </a:rPr>
              <a:t>3. Product Vision Document</a:t>
            </a:r>
            <a:endParaRPr lang="en-US" sz="1800" b="1" kern="100" noProof="0"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17" name="Triangle 16">
            <a:extLst>
              <a:ext uri="{FF2B5EF4-FFF2-40B4-BE49-F238E27FC236}">
                <a16:creationId xmlns:a16="http://schemas.microsoft.com/office/drawing/2014/main" id="{F084A2F3-0674-EF65-7B7B-A931DF00DFA0}"/>
              </a:ext>
            </a:extLst>
          </p:cNvPr>
          <p:cNvSpPr/>
          <p:nvPr/>
        </p:nvSpPr>
        <p:spPr bwMode="gray">
          <a:xfrm rot="5400000">
            <a:off x="1185932" y="5761994"/>
            <a:ext cx="716280" cy="329609"/>
          </a:xfrm>
          <a:prstGeom prst="triangle">
            <a:avLst/>
          </a:prstGeom>
          <a:solidFill>
            <a:srgbClr val="EF5B25"/>
          </a:solidFill>
          <a:ln w="28575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algn="ctr" defTabSz="914400"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endParaRPr lang="en-US" sz="1400" kern="0" noProof="0">
              <a:latin typeface="+mn-lt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F418837-6DB5-97DE-744A-E1C0CFC2B0FF}"/>
              </a:ext>
            </a:extLst>
          </p:cNvPr>
          <p:cNvSpPr txBox="1"/>
          <p:nvPr/>
        </p:nvSpPr>
        <p:spPr>
          <a:xfrm>
            <a:off x="1840935" y="5595008"/>
            <a:ext cx="3490137" cy="367216"/>
          </a:xfrm>
          <a:prstGeom prst="rect">
            <a:avLst/>
          </a:prstGeom>
          <a:noFill/>
          <a:ln w="28575">
            <a:noFill/>
          </a:ln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buNone/>
            </a:pPr>
            <a:r>
              <a:rPr lang="en-US" sz="1800" b="1" kern="100" noProof="0">
                <a:latin typeface="Arial" panose="020B0604020202020204" pitchFamily="34" charset="0"/>
                <a:cs typeface="Arial" panose="020B0604020202020204" pitchFamily="34" charset="0"/>
              </a:rPr>
              <a:t>4. Target User Personas</a:t>
            </a:r>
            <a:endParaRPr lang="en-US" sz="1800" b="1" kern="100" noProof="0"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33DCB55-5C65-9410-8045-72F3CCF649F9}"/>
              </a:ext>
            </a:extLst>
          </p:cNvPr>
          <p:cNvSpPr txBox="1"/>
          <p:nvPr/>
        </p:nvSpPr>
        <p:spPr>
          <a:xfrm>
            <a:off x="6425998" y="5221434"/>
            <a:ext cx="3906722" cy="536622"/>
          </a:xfrm>
          <a:prstGeom prst="rect">
            <a:avLst/>
          </a:prstGeom>
          <a:noFill/>
          <a:ln w="28575">
            <a:noFill/>
          </a:ln>
        </p:spPr>
        <p:txBody>
          <a:bodyPr wrap="square">
            <a:spAutoFit/>
          </a:bodyPr>
          <a:lstStyle/>
          <a:p>
            <a:pPr marL="0" lvl="0" indent="0">
              <a:lnSpc>
                <a:spcPct val="107000"/>
              </a:lnSpc>
              <a:buFont typeface="Symbol" pitchFamily="2" charset="2"/>
              <a:buNone/>
            </a:pPr>
            <a:r>
              <a:rPr lang="en-US" sz="1400" kern="100" noProof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Developed collaboratively with the Ziyo team.</a:t>
            </a:r>
            <a:endParaRPr lang="en-US" sz="1400" kern="100" noProof="0">
              <a:effectLst/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>
              <a:lnSpc>
                <a:spcPct val="107000"/>
              </a:lnSpc>
            </a:pPr>
            <a:r>
              <a:rPr lang="en-US" sz="1400" kern="100" noProof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Dependency on availability of UX Designer(s).</a:t>
            </a:r>
          </a:p>
        </p:txBody>
      </p:sp>
      <p:sp>
        <p:nvSpPr>
          <p:cNvPr id="20" name="Triangle 19">
            <a:extLst>
              <a:ext uri="{FF2B5EF4-FFF2-40B4-BE49-F238E27FC236}">
                <a16:creationId xmlns:a16="http://schemas.microsoft.com/office/drawing/2014/main" id="{B32A6413-078C-63D4-B8A6-28AC3D5CC950}"/>
              </a:ext>
            </a:extLst>
          </p:cNvPr>
          <p:cNvSpPr/>
          <p:nvPr/>
        </p:nvSpPr>
        <p:spPr bwMode="gray">
          <a:xfrm rot="5400000">
            <a:off x="5770995" y="2783221"/>
            <a:ext cx="716280" cy="329609"/>
          </a:xfrm>
          <a:prstGeom prst="triangle">
            <a:avLst/>
          </a:prstGeom>
          <a:solidFill>
            <a:srgbClr val="28AAE3"/>
          </a:solidFill>
          <a:ln w="28575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algn="ctr" defTabSz="914400"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endParaRPr lang="en-US" sz="1400" kern="0" noProof="0">
              <a:latin typeface="+mn-lt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89CC178-67A2-CDCC-8D22-78AA494CBC8C}"/>
              </a:ext>
            </a:extLst>
          </p:cNvPr>
          <p:cNvSpPr txBox="1"/>
          <p:nvPr/>
        </p:nvSpPr>
        <p:spPr>
          <a:xfrm>
            <a:off x="6425998" y="2616235"/>
            <a:ext cx="3490137" cy="663580"/>
          </a:xfrm>
          <a:prstGeom prst="rect">
            <a:avLst/>
          </a:prstGeom>
          <a:noFill/>
          <a:ln w="28575">
            <a:noFill/>
          </a:ln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buNone/>
            </a:pPr>
            <a:r>
              <a:rPr lang="en-US" sz="1800" b="1" kern="100" noProof="0">
                <a:latin typeface="Arial" panose="020B0604020202020204" pitchFamily="34" charset="0"/>
                <a:cs typeface="Arial" panose="020B0604020202020204" pitchFamily="34" charset="0"/>
              </a:rPr>
              <a:t>5. User Research &amp; Validation Templates</a:t>
            </a:r>
          </a:p>
        </p:txBody>
      </p:sp>
      <p:sp>
        <p:nvSpPr>
          <p:cNvPr id="22" name="Triangle 21">
            <a:extLst>
              <a:ext uri="{FF2B5EF4-FFF2-40B4-BE49-F238E27FC236}">
                <a16:creationId xmlns:a16="http://schemas.microsoft.com/office/drawing/2014/main" id="{08794928-7D92-7E85-302A-4BEBC4511D9E}"/>
              </a:ext>
            </a:extLst>
          </p:cNvPr>
          <p:cNvSpPr/>
          <p:nvPr/>
        </p:nvSpPr>
        <p:spPr bwMode="gray">
          <a:xfrm rot="5400000">
            <a:off x="5770995" y="3750784"/>
            <a:ext cx="716280" cy="329609"/>
          </a:xfrm>
          <a:prstGeom prst="triangle">
            <a:avLst/>
          </a:prstGeom>
          <a:solidFill>
            <a:srgbClr val="652E93"/>
          </a:solidFill>
          <a:ln w="28575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algn="ctr" defTabSz="914400"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endParaRPr lang="en-US" sz="1400" kern="0" noProof="0">
              <a:latin typeface="+mn-lt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E8E223C-0772-EEA4-BFA7-C9BBA65436BA}"/>
              </a:ext>
            </a:extLst>
          </p:cNvPr>
          <p:cNvSpPr txBox="1"/>
          <p:nvPr/>
        </p:nvSpPr>
        <p:spPr>
          <a:xfrm>
            <a:off x="6425998" y="3583798"/>
            <a:ext cx="3490137" cy="663580"/>
          </a:xfrm>
          <a:prstGeom prst="rect">
            <a:avLst/>
          </a:prstGeom>
          <a:noFill/>
          <a:ln w="28575">
            <a:noFill/>
          </a:ln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</a:pPr>
            <a:r>
              <a:rPr lang="en-US" sz="1800" b="1" kern="100" noProof="0">
                <a:latin typeface="Arial" panose="020B0604020202020204" pitchFamily="34" charset="0"/>
                <a:cs typeface="Arial" panose="020B0604020202020204" pitchFamily="34" charset="0"/>
              </a:rPr>
              <a:t>6. Design Principles / Product Manifesto </a:t>
            </a:r>
          </a:p>
        </p:txBody>
      </p:sp>
      <p:sp>
        <p:nvSpPr>
          <p:cNvPr id="24" name="Triangle 23">
            <a:extLst>
              <a:ext uri="{FF2B5EF4-FFF2-40B4-BE49-F238E27FC236}">
                <a16:creationId xmlns:a16="http://schemas.microsoft.com/office/drawing/2014/main" id="{8BBCAEAA-B8A2-6A78-8D54-781CDFD82B2D}"/>
              </a:ext>
            </a:extLst>
          </p:cNvPr>
          <p:cNvSpPr/>
          <p:nvPr/>
        </p:nvSpPr>
        <p:spPr bwMode="gray">
          <a:xfrm rot="5400000">
            <a:off x="5770995" y="4787986"/>
            <a:ext cx="716280" cy="329609"/>
          </a:xfrm>
          <a:prstGeom prst="triangle">
            <a:avLst/>
          </a:prstGeom>
          <a:solidFill>
            <a:srgbClr val="45BC0D"/>
          </a:solidFill>
          <a:ln w="28575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algn="ctr" defTabSz="914400"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endParaRPr lang="en-US" sz="1400" kern="0" noProof="0">
              <a:latin typeface="+mn-lt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89EB4FA-43ED-D922-2AE8-AFD8C95634B4}"/>
              </a:ext>
            </a:extLst>
          </p:cNvPr>
          <p:cNvSpPr txBox="1"/>
          <p:nvPr/>
        </p:nvSpPr>
        <p:spPr>
          <a:xfrm>
            <a:off x="6425998" y="4621000"/>
            <a:ext cx="3490137" cy="663580"/>
          </a:xfrm>
          <a:prstGeom prst="rect">
            <a:avLst/>
          </a:prstGeom>
          <a:noFill/>
          <a:ln w="28575">
            <a:noFill/>
          </a:ln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buNone/>
            </a:pPr>
            <a:r>
              <a:rPr lang="en-US" sz="1800" b="1" kern="100" noProof="0">
                <a:latin typeface="Arial" panose="020B0604020202020204" pitchFamily="34" charset="0"/>
                <a:cs typeface="Arial" panose="020B0604020202020204" pitchFamily="34" charset="0"/>
              </a:rPr>
              <a:t>7. Inspirational Design Session</a:t>
            </a:r>
            <a:endParaRPr lang="en-US" sz="1800" b="1" kern="100" noProof="0"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82BEBDD-70A1-C93B-3BED-BF4EA3444EA2}"/>
              </a:ext>
            </a:extLst>
          </p:cNvPr>
          <p:cNvSpPr txBox="1"/>
          <p:nvPr/>
        </p:nvSpPr>
        <p:spPr>
          <a:xfrm>
            <a:off x="1840935" y="4178142"/>
            <a:ext cx="3906722" cy="306109"/>
          </a:xfrm>
          <a:prstGeom prst="rect">
            <a:avLst/>
          </a:prstGeom>
          <a:noFill/>
          <a:ln w="28575">
            <a:noFill/>
          </a:ln>
        </p:spPr>
        <p:txBody>
          <a:bodyPr wrap="square">
            <a:spAutoFit/>
          </a:bodyPr>
          <a:lstStyle/>
          <a:p>
            <a:pPr marL="0" lvl="0" indent="0">
              <a:lnSpc>
                <a:spcPct val="107000"/>
              </a:lnSpc>
              <a:buFont typeface="Symbol" pitchFamily="2" charset="2"/>
              <a:buNone/>
            </a:pPr>
            <a:r>
              <a:rPr lang="en-US" sz="1400" kern="100" noProof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Participation of key team members required.</a:t>
            </a:r>
            <a:endParaRPr lang="en-US" sz="1400" kern="100" noProof="0">
              <a:effectLst/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374FF35-2D21-0292-B80F-C073E5F38E7F}"/>
              </a:ext>
            </a:extLst>
          </p:cNvPr>
          <p:cNvSpPr txBox="1"/>
          <p:nvPr/>
        </p:nvSpPr>
        <p:spPr>
          <a:xfrm>
            <a:off x="1840935" y="4969526"/>
            <a:ext cx="3906722" cy="306109"/>
          </a:xfrm>
          <a:prstGeom prst="rect">
            <a:avLst/>
          </a:prstGeom>
          <a:noFill/>
          <a:ln w="28575">
            <a:noFill/>
          </a:ln>
        </p:spPr>
        <p:txBody>
          <a:bodyPr wrap="square">
            <a:spAutoFit/>
          </a:bodyPr>
          <a:lstStyle/>
          <a:p>
            <a:pPr marL="0" lvl="0" indent="0">
              <a:lnSpc>
                <a:spcPct val="107000"/>
              </a:lnSpc>
              <a:buFont typeface="Symbol" pitchFamily="2" charset="2"/>
              <a:buNone/>
            </a:pPr>
            <a:r>
              <a:rPr lang="en-US" sz="1400" kern="100" noProof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Dependency on joint Product Vision Workshop. </a:t>
            </a:r>
            <a:endParaRPr lang="en-US" sz="1400" kern="100" noProof="0">
              <a:effectLst/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B88C7AA-3804-B337-EA00-195A3B374889}"/>
              </a:ext>
            </a:extLst>
          </p:cNvPr>
          <p:cNvSpPr txBox="1"/>
          <p:nvPr/>
        </p:nvSpPr>
        <p:spPr>
          <a:xfrm>
            <a:off x="6425998" y="4139654"/>
            <a:ext cx="3906722" cy="306109"/>
          </a:xfrm>
          <a:prstGeom prst="rect">
            <a:avLst/>
          </a:prstGeom>
          <a:noFill/>
          <a:ln w="28575">
            <a:noFill/>
          </a:ln>
        </p:spPr>
        <p:txBody>
          <a:bodyPr wrap="square">
            <a:spAutoFit/>
          </a:bodyPr>
          <a:lstStyle/>
          <a:p>
            <a:pPr marL="0" lvl="0" indent="0">
              <a:lnSpc>
                <a:spcPct val="107000"/>
              </a:lnSpc>
              <a:buFont typeface="Symbol" pitchFamily="2" charset="2"/>
              <a:buNone/>
            </a:pPr>
            <a:r>
              <a:rPr lang="en-US" sz="1400" kern="100" noProof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Developed collaboratively with the Ziyo team.</a:t>
            </a:r>
            <a:endParaRPr lang="en-US" sz="1400" kern="100" noProof="0">
              <a:effectLst/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6632354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F6F6EF-E5FD-7E35-AA2F-09DA7FE050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D154AD-E7E8-2455-187C-008F8D1FEA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noProof="0"/>
          </a:p>
        </p:txBody>
      </p:sp>
      <p:sp>
        <p:nvSpPr>
          <p:cNvPr id="3" name="Spaker name - Dynamic" descr="{&quot;templafy&quot;:{&quot;id&quot;:&quot;13eca31f-2a44-4c6a-9a55-c2072cea1787&quot;}}">
            <a:extLst>
              <a:ext uri="{FF2B5EF4-FFF2-40B4-BE49-F238E27FC236}">
                <a16:creationId xmlns:a16="http://schemas.microsoft.com/office/drawing/2014/main" id="{54C988EF-9B7A-8C02-BC4A-1C527416E544}"/>
              </a:ext>
            </a:extLst>
          </p:cNvPr>
          <p:cNvSpPr txBox="1">
            <a:spLocks/>
          </p:cNvSpPr>
          <p:nvPr/>
        </p:nvSpPr>
        <p:spPr>
          <a:xfrm>
            <a:off x="503238" y="4273200"/>
            <a:ext cx="5402236" cy="223148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>
            <a:defPPr>
              <a:defRPr lang="de-DE"/>
            </a:defPPr>
            <a:lvl1pPr marL="0" algn="l" defTabSz="1088776" rtl="0" eaLnBrk="1" latinLnBrk="0" hangingPunct="1">
              <a:defRPr lang="de-DE" sz="21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1pPr>
            <a:lvl2pPr marL="544388" algn="l" defTabSz="1088776" rtl="0" eaLnBrk="1" latinLnBrk="0" hangingPunct="1">
              <a:buClr>
                <a:srgbClr val="FDB913"/>
              </a:buClr>
              <a:buSzPct val="100000"/>
              <a:buFont typeface="wingdings"/>
              <a:buChar char=""/>
              <a:defRPr lang="de-DE" sz="21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2pPr>
            <a:lvl3pPr marL="1088776" algn="l" defTabSz="1088776" rtl="0" eaLnBrk="1" latinLnBrk="0" hangingPunct="1">
              <a:buClr>
                <a:srgbClr val="666666"/>
              </a:buClr>
              <a:buSzPct val="80000"/>
              <a:buFont typeface="Wingdings"/>
              <a:buChar char="n"/>
              <a:defRPr lang="de-DE" sz="17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3pPr>
            <a:lvl4pPr marL="1633164" algn="l" defTabSz="1088776" rtl="0" eaLnBrk="1" latinLnBrk="0" hangingPunct="1">
              <a:buClr>
                <a:srgbClr val="666666"/>
              </a:buClr>
              <a:buSzPct val="80000"/>
              <a:buFont typeface="Arial"/>
              <a:buChar char=""/>
              <a:defRPr lang="de-DE" sz="14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4pPr>
            <a:lvl5pPr marL="2177552" algn="l" defTabSz="1088776" rtl="0" eaLnBrk="1" latinLnBrk="0" hangingPunct="1">
              <a:buClr>
                <a:srgbClr val="666666"/>
              </a:buClr>
              <a:buSzPct val="80000"/>
              <a:buFont typeface="Arial"/>
              <a:buChar char=""/>
              <a:defRPr lang="de-DE" sz="12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5pPr>
            <a:lvl6pPr marL="2721940" algn="l" defTabSz="1088776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66328" algn="l" defTabSz="1088776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810716" algn="l" defTabSz="1088776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355104" algn="l" defTabSz="1088776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400" noProof="0">
                <a:latin typeface="72 Brand" panose="020B0504030603020204" pitchFamily="34" charset="0"/>
                <a:cs typeface="72" panose="020B0503030000000003" pitchFamily="34" charset="0"/>
              </a:rPr>
              <a:t>Name, SAP</a:t>
            </a:r>
          </a:p>
        </p:txBody>
      </p:sp>
      <p:sp>
        <p:nvSpPr>
          <p:cNvPr id="4" name="Date - Dynamic" descr="{&quot;templafy&quot;:{&quot;id&quot;:&quot;7ab1e498-28f2-40e5-ad60-841aaaef527a&quot;}}">
            <a:extLst>
              <a:ext uri="{FF2B5EF4-FFF2-40B4-BE49-F238E27FC236}">
                <a16:creationId xmlns:a16="http://schemas.microsoft.com/office/drawing/2014/main" id="{1FF6F711-E635-8257-DC58-4906874E16DC}"/>
              </a:ext>
            </a:extLst>
          </p:cNvPr>
          <p:cNvSpPr txBox="1">
            <a:spLocks/>
          </p:cNvSpPr>
          <p:nvPr/>
        </p:nvSpPr>
        <p:spPr>
          <a:xfrm>
            <a:off x="503238" y="4539600"/>
            <a:ext cx="5402236" cy="223148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>
            <a:defPPr>
              <a:defRPr lang="de-DE"/>
            </a:defPPr>
            <a:lvl1pPr marL="0" algn="l" defTabSz="1088776" rtl="0" eaLnBrk="1" latinLnBrk="0" hangingPunct="1">
              <a:defRPr lang="de-DE" sz="21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1pPr>
            <a:lvl2pPr marL="544388" algn="l" defTabSz="1088776" rtl="0" eaLnBrk="1" latinLnBrk="0" hangingPunct="1">
              <a:buClr>
                <a:srgbClr val="FDB913"/>
              </a:buClr>
              <a:buSzPct val="100000"/>
              <a:buFont typeface="wingdings"/>
              <a:buChar char=""/>
              <a:defRPr lang="de-DE" sz="21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2pPr>
            <a:lvl3pPr marL="1088776" algn="l" defTabSz="1088776" rtl="0" eaLnBrk="1" latinLnBrk="0" hangingPunct="1">
              <a:buClr>
                <a:srgbClr val="666666"/>
              </a:buClr>
              <a:buSzPct val="80000"/>
              <a:buFont typeface="Wingdings"/>
              <a:buChar char="n"/>
              <a:defRPr lang="de-DE" sz="17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3pPr>
            <a:lvl4pPr marL="1633164" algn="l" defTabSz="1088776" rtl="0" eaLnBrk="1" latinLnBrk="0" hangingPunct="1">
              <a:buClr>
                <a:srgbClr val="666666"/>
              </a:buClr>
              <a:buSzPct val="80000"/>
              <a:buFont typeface="Arial"/>
              <a:buChar char=""/>
              <a:defRPr lang="de-DE" sz="14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4pPr>
            <a:lvl5pPr marL="2177552" algn="l" defTabSz="1088776" rtl="0" eaLnBrk="1" latinLnBrk="0" hangingPunct="1">
              <a:buClr>
                <a:srgbClr val="666666"/>
              </a:buClr>
              <a:buSzPct val="80000"/>
              <a:buFont typeface="Arial"/>
              <a:buChar char=""/>
              <a:defRPr lang="de-DE" sz="12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5pPr>
            <a:lvl6pPr marL="2721940" algn="l" defTabSz="1088776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66328" algn="l" defTabSz="1088776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810716" algn="l" defTabSz="1088776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355104" algn="l" defTabSz="1088776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400" noProof="0">
                <a:latin typeface="72 Brand" panose="020B0504030603020204" pitchFamily="34" charset="0"/>
                <a:cs typeface="72" panose="020B0503030000000003" pitchFamily="34" charset="0"/>
              </a:rPr>
              <a:t>Month Date, Year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D971AFD0-565F-1845-264B-C2E54AB03C54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/>
        <p:txBody>
          <a:bodyPr/>
          <a:lstStyle/>
          <a:p>
            <a:endParaRPr lang="en-US" noProof="0"/>
          </a:p>
        </p:txBody>
      </p:sp>
      <p:grpSp>
        <p:nvGrpSpPr>
          <p:cNvPr id="7" name="Group 5">
            <a:extLst>
              <a:ext uri="{FF2B5EF4-FFF2-40B4-BE49-F238E27FC236}">
                <a16:creationId xmlns:a16="http://schemas.microsoft.com/office/drawing/2014/main" id="{8CCE3F5C-4E98-1DF3-CB45-386D957B27EE}"/>
              </a:ext>
            </a:extLst>
          </p:cNvPr>
          <p:cNvGrpSpPr/>
          <p:nvPr/>
        </p:nvGrpSpPr>
        <p:grpSpPr>
          <a:xfrm>
            <a:off x="4316413" y="716899"/>
            <a:ext cx="8326564" cy="5976651"/>
            <a:chOff x="0" y="0"/>
            <a:chExt cx="11102086" cy="7968869"/>
          </a:xfrm>
        </p:grpSpPr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9711FB58-B4DE-89D0-B1DD-FC20F2FFD434}"/>
                </a:ext>
              </a:extLst>
            </p:cNvPr>
            <p:cNvSpPr/>
            <p:nvPr/>
          </p:nvSpPr>
          <p:spPr>
            <a:xfrm>
              <a:off x="0" y="0"/>
              <a:ext cx="11102086" cy="7968869"/>
            </a:xfrm>
            <a:custGeom>
              <a:avLst/>
              <a:gdLst/>
              <a:ahLst/>
              <a:cxnLst/>
              <a:rect l="l" t="t" r="r" b="b"/>
              <a:pathLst>
                <a:path w="11102086" h="7968869">
                  <a:moveTo>
                    <a:pt x="0" y="0"/>
                  </a:moveTo>
                  <a:lnTo>
                    <a:pt x="11102086" y="0"/>
                  </a:lnTo>
                  <a:lnTo>
                    <a:pt x="11102086" y="7968869"/>
                  </a:lnTo>
                  <a:lnTo>
                    <a:pt x="0" y="79688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  <p:txBody>
            <a:bodyPr/>
            <a:lstStyle/>
            <a:p>
              <a:endParaRPr lang="en-US" noProof="0"/>
            </a:p>
          </p:txBody>
        </p:sp>
      </p:grpSp>
    </p:spTree>
    <p:extLst>
      <p:ext uri="{BB962C8B-B14F-4D97-AF65-F5344CB8AC3E}">
        <p14:creationId xmlns:p14="http://schemas.microsoft.com/office/powerpoint/2010/main" val="40946852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7F84DB-0E76-D005-E19A-57269F5186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E4C000-DBDF-BA77-A483-AC80194C8A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noProof="0"/>
          </a:p>
        </p:txBody>
      </p:sp>
      <p:sp>
        <p:nvSpPr>
          <p:cNvPr id="3" name="Spaker name - Dynamic" descr="{&quot;templafy&quot;:{&quot;id&quot;:&quot;13eca31f-2a44-4c6a-9a55-c2072cea1787&quot;}}">
            <a:extLst>
              <a:ext uri="{FF2B5EF4-FFF2-40B4-BE49-F238E27FC236}">
                <a16:creationId xmlns:a16="http://schemas.microsoft.com/office/drawing/2014/main" id="{6A05745A-9D58-3932-2A2D-D0C6EF923291}"/>
              </a:ext>
            </a:extLst>
          </p:cNvPr>
          <p:cNvSpPr txBox="1">
            <a:spLocks/>
          </p:cNvSpPr>
          <p:nvPr/>
        </p:nvSpPr>
        <p:spPr>
          <a:xfrm>
            <a:off x="503238" y="4273200"/>
            <a:ext cx="5402236" cy="223148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>
            <a:defPPr>
              <a:defRPr lang="de-DE"/>
            </a:defPPr>
            <a:lvl1pPr marL="0" algn="l" defTabSz="1088776" rtl="0" eaLnBrk="1" latinLnBrk="0" hangingPunct="1">
              <a:defRPr lang="de-DE" sz="21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1pPr>
            <a:lvl2pPr marL="544388" algn="l" defTabSz="1088776" rtl="0" eaLnBrk="1" latinLnBrk="0" hangingPunct="1">
              <a:buClr>
                <a:srgbClr val="FDB913"/>
              </a:buClr>
              <a:buSzPct val="100000"/>
              <a:buFont typeface="wingdings"/>
              <a:buChar char=""/>
              <a:defRPr lang="de-DE" sz="21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2pPr>
            <a:lvl3pPr marL="1088776" algn="l" defTabSz="1088776" rtl="0" eaLnBrk="1" latinLnBrk="0" hangingPunct="1">
              <a:buClr>
                <a:srgbClr val="666666"/>
              </a:buClr>
              <a:buSzPct val="80000"/>
              <a:buFont typeface="Wingdings"/>
              <a:buChar char="n"/>
              <a:defRPr lang="de-DE" sz="17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3pPr>
            <a:lvl4pPr marL="1633164" algn="l" defTabSz="1088776" rtl="0" eaLnBrk="1" latinLnBrk="0" hangingPunct="1">
              <a:buClr>
                <a:srgbClr val="666666"/>
              </a:buClr>
              <a:buSzPct val="80000"/>
              <a:buFont typeface="Arial"/>
              <a:buChar char=""/>
              <a:defRPr lang="de-DE" sz="14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4pPr>
            <a:lvl5pPr marL="2177552" algn="l" defTabSz="1088776" rtl="0" eaLnBrk="1" latinLnBrk="0" hangingPunct="1">
              <a:buClr>
                <a:srgbClr val="666666"/>
              </a:buClr>
              <a:buSzPct val="80000"/>
              <a:buFont typeface="Arial"/>
              <a:buChar char=""/>
              <a:defRPr lang="de-DE" sz="12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5pPr>
            <a:lvl6pPr marL="2721940" algn="l" defTabSz="1088776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66328" algn="l" defTabSz="1088776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810716" algn="l" defTabSz="1088776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355104" algn="l" defTabSz="1088776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400" noProof="0">
                <a:latin typeface="72 Brand" panose="020B0504030603020204" pitchFamily="34" charset="0"/>
                <a:cs typeface="72" panose="020B0503030000000003" pitchFamily="34" charset="0"/>
              </a:rPr>
              <a:t>Name, SAP</a:t>
            </a:r>
          </a:p>
        </p:txBody>
      </p:sp>
      <p:sp>
        <p:nvSpPr>
          <p:cNvPr id="4" name="Date - Dynamic" descr="{&quot;templafy&quot;:{&quot;id&quot;:&quot;7ab1e498-28f2-40e5-ad60-841aaaef527a&quot;}}">
            <a:extLst>
              <a:ext uri="{FF2B5EF4-FFF2-40B4-BE49-F238E27FC236}">
                <a16:creationId xmlns:a16="http://schemas.microsoft.com/office/drawing/2014/main" id="{EFA0F9CE-29E2-5283-EC4B-4BEB7BCC142C}"/>
              </a:ext>
            </a:extLst>
          </p:cNvPr>
          <p:cNvSpPr txBox="1">
            <a:spLocks/>
          </p:cNvSpPr>
          <p:nvPr/>
        </p:nvSpPr>
        <p:spPr>
          <a:xfrm>
            <a:off x="503238" y="4539600"/>
            <a:ext cx="5402236" cy="223148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>
            <a:defPPr>
              <a:defRPr lang="de-DE"/>
            </a:defPPr>
            <a:lvl1pPr marL="0" algn="l" defTabSz="1088776" rtl="0" eaLnBrk="1" latinLnBrk="0" hangingPunct="1">
              <a:defRPr lang="de-DE" sz="21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1pPr>
            <a:lvl2pPr marL="544388" algn="l" defTabSz="1088776" rtl="0" eaLnBrk="1" latinLnBrk="0" hangingPunct="1">
              <a:buClr>
                <a:srgbClr val="FDB913"/>
              </a:buClr>
              <a:buSzPct val="100000"/>
              <a:buFont typeface="wingdings"/>
              <a:buChar char=""/>
              <a:defRPr lang="de-DE" sz="21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2pPr>
            <a:lvl3pPr marL="1088776" algn="l" defTabSz="1088776" rtl="0" eaLnBrk="1" latinLnBrk="0" hangingPunct="1">
              <a:buClr>
                <a:srgbClr val="666666"/>
              </a:buClr>
              <a:buSzPct val="80000"/>
              <a:buFont typeface="Wingdings"/>
              <a:buChar char="n"/>
              <a:defRPr lang="de-DE" sz="17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3pPr>
            <a:lvl4pPr marL="1633164" algn="l" defTabSz="1088776" rtl="0" eaLnBrk="1" latinLnBrk="0" hangingPunct="1">
              <a:buClr>
                <a:srgbClr val="666666"/>
              </a:buClr>
              <a:buSzPct val="80000"/>
              <a:buFont typeface="Arial"/>
              <a:buChar char=""/>
              <a:defRPr lang="de-DE" sz="14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4pPr>
            <a:lvl5pPr marL="2177552" algn="l" defTabSz="1088776" rtl="0" eaLnBrk="1" latinLnBrk="0" hangingPunct="1">
              <a:buClr>
                <a:srgbClr val="666666"/>
              </a:buClr>
              <a:buSzPct val="80000"/>
              <a:buFont typeface="Arial"/>
              <a:buChar char=""/>
              <a:defRPr lang="de-DE" sz="12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5pPr>
            <a:lvl6pPr marL="2721940" algn="l" defTabSz="1088776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66328" algn="l" defTabSz="1088776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810716" algn="l" defTabSz="1088776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355104" algn="l" defTabSz="1088776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400" noProof="0">
                <a:latin typeface="72 Brand" panose="020B0504030603020204" pitchFamily="34" charset="0"/>
                <a:cs typeface="72" panose="020B0503030000000003" pitchFamily="34" charset="0"/>
              </a:rPr>
              <a:t>Month Date, Year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9C560E6F-4301-604D-2187-1EEE2E723FC0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/>
        <p:txBody>
          <a:bodyPr/>
          <a:lstStyle/>
          <a:p>
            <a:endParaRPr lang="en-US" noProof="0"/>
          </a:p>
        </p:txBody>
      </p:sp>
      <p:sp>
        <p:nvSpPr>
          <p:cNvPr id="8" name="Freeform 3">
            <a:extLst>
              <a:ext uri="{FF2B5EF4-FFF2-40B4-BE49-F238E27FC236}">
                <a16:creationId xmlns:a16="http://schemas.microsoft.com/office/drawing/2014/main" id="{E326CA57-84ED-EC32-5E80-C586D9246C67}"/>
              </a:ext>
            </a:extLst>
          </p:cNvPr>
          <p:cNvSpPr/>
          <p:nvPr/>
        </p:nvSpPr>
        <p:spPr>
          <a:xfrm>
            <a:off x="8593826" y="-117227"/>
            <a:ext cx="3601349" cy="7641480"/>
          </a:xfrm>
          <a:custGeom>
            <a:avLst/>
            <a:gdLst/>
            <a:ahLst/>
            <a:cxnLst/>
            <a:rect l="l" t="t" r="r" b="b"/>
            <a:pathLst>
              <a:path w="3601349" h="7641480">
                <a:moveTo>
                  <a:pt x="0" y="0"/>
                </a:moveTo>
                <a:lnTo>
                  <a:pt x="3601349" y="0"/>
                </a:lnTo>
                <a:lnTo>
                  <a:pt x="3601349" y="7641480"/>
                </a:lnTo>
                <a:lnTo>
                  <a:pt x="0" y="764148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146570740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C01615-4F89-CFA6-80E5-A28473DC08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711CA0-81EB-1CE0-07FA-99860E756E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noProof="0"/>
          </a:p>
        </p:txBody>
      </p:sp>
      <p:sp>
        <p:nvSpPr>
          <p:cNvPr id="3" name="Spaker name - Dynamic" descr="{&quot;templafy&quot;:{&quot;id&quot;:&quot;13eca31f-2a44-4c6a-9a55-c2072cea1787&quot;}}">
            <a:extLst>
              <a:ext uri="{FF2B5EF4-FFF2-40B4-BE49-F238E27FC236}">
                <a16:creationId xmlns:a16="http://schemas.microsoft.com/office/drawing/2014/main" id="{219432DD-581C-8573-25D8-EEC1E7AA3008}"/>
              </a:ext>
            </a:extLst>
          </p:cNvPr>
          <p:cNvSpPr txBox="1">
            <a:spLocks/>
          </p:cNvSpPr>
          <p:nvPr/>
        </p:nvSpPr>
        <p:spPr>
          <a:xfrm>
            <a:off x="503238" y="4273200"/>
            <a:ext cx="5402236" cy="223148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>
            <a:defPPr>
              <a:defRPr lang="de-DE"/>
            </a:defPPr>
            <a:lvl1pPr marL="0" algn="l" defTabSz="1088776" rtl="0" eaLnBrk="1" latinLnBrk="0" hangingPunct="1">
              <a:defRPr lang="de-DE" sz="21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1pPr>
            <a:lvl2pPr marL="544388" algn="l" defTabSz="1088776" rtl="0" eaLnBrk="1" latinLnBrk="0" hangingPunct="1">
              <a:buClr>
                <a:srgbClr val="FDB913"/>
              </a:buClr>
              <a:buSzPct val="100000"/>
              <a:buFont typeface="wingdings"/>
              <a:buChar char=""/>
              <a:defRPr lang="de-DE" sz="21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2pPr>
            <a:lvl3pPr marL="1088776" algn="l" defTabSz="1088776" rtl="0" eaLnBrk="1" latinLnBrk="0" hangingPunct="1">
              <a:buClr>
                <a:srgbClr val="666666"/>
              </a:buClr>
              <a:buSzPct val="80000"/>
              <a:buFont typeface="Wingdings"/>
              <a:buChar char="n"/>
              <a:defRPr lang="de-DE" sz="17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3pPr>
            <a:lvl4pPr marL="1633164" algn="l" defTabSz="1088776" rtl="0" eaLnBrk="1" latinLnBrk="0" hangingPunct="1">
              <a:buClr>
                <a:srgbClr val="666666"/>
              </a:buClr>
              <a:buSzPct val="80000"/>
              <a:buFont typeface="Arial"/>
              <a:buChar char=""/>
              <a:defRPr lang="de-DE" sz="14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4pPr>
            <a:lvl5pPr marL="2177552" algn="l" defTabSz="1088776" rtl="0" eaLnBrk="1" latinLnBrk="0" hangingPunct="1">
              <a:buClr>
                <a:srgbClr val="666666"/>
              </a:buClr>
              <a:buSzPct val="80000"/>
              <a:buFont typeface="Arial"/>
              <a:buChar char=""/>
              <a:defRPr lang="de-DE" sz="12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5pPr>
            <a:lvl6pPr marL="2721940" algn="l" defTabSz="1088776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66328" algn="l" defTabSz="1088776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810716" algn="l" defTabSz="1088776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355104" algn="l" defTabSz="1088776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400" noProof="0">
                <a:latin typeface="72 Brand" panose="020B0504030603020204" pitchFamily="34" charset="0"/>
                <a:cs typeface="72" panose="020B0503030000000003" pitchFamily="34" charset="0"/>
              </a:rPr>
              <a:t>Name, SAP</a:t>
            </a:r>
          </a:p>
        </p:txBody>
      </p:sp>
      <p:sp>
        <p:nvSpPr>
          <p:cNvPr id="4" name="Date - Dynamic" descr="{&quot;templafy&quot;:{&quot;id&quot;:&quot;7ab1e498-28f2-40e5-ad60-841aaaef527a&quot;}}">
            <a:extLst>
              <a:ext uri="{FF2B5EF4-FFF2-40B4-BE49-F238E27FC236}">
                <a16:creationId xmlns:a16="http://schemas.microsoft.com/office/drawing/2014/main" id="{81DF9213-9AA2-BD08-B755-A8C9ABEAC145}"/>
              </a:ext>
            </a:extLst>
          </p:cNvPr>
          <p:cNvSpPr txBox="1">
            <a:spLocks/>
          </p:cNvSpPr>
          <p:nvPr/>
        </p:nvSpPr>
        <p:spPr>
          <a:xfrm>
            <a:off x="503238" y="4539600"/>
            <a:ext cx="5402236" cy="223148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>
            <a:defPPr>
              <a:defRPr lang="de-DE"/>
            </a:defPPr>
            <a:lvl1pPr marL="0" algn="l" defTabSz="1088776" rtl="0" eaLnBrk="1" latinLnBrk="0" hangingPunct="1">
              <a:defRPr lang="de-DE" sz="21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1pPr>
            <a:lvl2pPr marL="544388" algn="l" defTabSz="1088776" rtl="0" eaLnBrk="1" latinLnBrk="0" hangingPunct="1">
              <a:buClr>
                <a:srgbClr val="FDB913"/>
              </a:buClr>
              <a:buSzPct val="100000"/>
              <a:buFont typeface="wingdings"/>
              <a:buChar char=""/>
              <a:defRPr lang="de-DE" sz="21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2pPr>
            <a:lvl3pPr marL="1088776" algn="l" defTabSz="1088776" rtl="0" eaLnBrk="1" latinLnBrk="0" hangingPunct="1">
              <a:buClr>
                <a:srgbClr val="666666"/>
              </a:buClr>
              <a:buSzPct val="80000"/>
              <a:buFont typeface="Wingdings"/>
              <a:buChar char="n"/>
              <a:defRPr lang="de-DE" sz="17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3pPr>
            <a:lvl4pPr marL="1633164" algn="l" defTabSz="1088776" rtl="0" eaLnBrk="1" latinLnBrk="0" hangingPunct="1">
              <a:buClr>
                <a:srgbClr val="666666"/>
              </a:buClr>
              <a:buSzPct val="80000"/>
              <a:buFont typeface="Arial"/>
              <a:buChar char=""/>
              <a:defRPr lang="de-DE" sz="14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4pPr>
            <a:lvl5pPr marL="2177552" algn="l" defTabSz="1088776" rtl="0" eaLnBrk="1" latinLnBrk="0" hangingPunct="1">
              <a:buClr>
                <a:srgbClr val="666666"/>
              </a:buClr>
              <a:buSzPct val="80000"/>
              <a:buFont typeface="Arial"/>
              <a:buChar char=""/>
              <a:defRPr lang="de-DE" sz="12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5pPr>
            <a:lvl6pPr marL="2721940" algn="l" defTabSz="1088776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66328" algn="l" defTabSz="1088776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810716" algn="l" defTabSz="1088776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355104" algn="l" defTabSz="1088776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400" noProof="0">
                <a:latin typeface="72 Brand" panose="020B0504030603020204" pitchFamily="34" charset="0"/>
                <a:cs typeface="72" panose="020B0503030000000003" pitchFamily="34" charset="0"/>
              </a:rPr>
              <a:t>Month Date, Year</a:t>
            </a:r>
          </a:p>
        </p:txBody>
      </p:sp>
      <p:sp>
        <p:nvSpPr>
          <p:cNvPr id="5" name="Freeform 2">
            <a:extLst>
              <a:ext uri="{FF2B5EF4-FFF2-40B4-BE49-F238E27FC236}">
                <a16:creationId xmlns:a16="http://schemas.microsoft.com/office/drawing/2014/main" id="{0FB48CB7-0985-0445-6B1B-953F8353F5EC}"/>
              </a:ext>
            </a:extLst>
          </p:cNvPr>
          <p:cNvSpPr/>
          <p:nvPr/>
        </p:nvSpPr>
        <p:spPr>
          <a:xfrm>
            <a:off x="-47953" y="1557606"/>
            <a:ext cx="4410732" cy="6187135"/>
          </a:xfrm>
          <a:custGeom>
            <a:avLst/>
            <a:gdLst/>
            <a:ahLst/>
            <a:cxnLst/>
            <a:rect l="l" t="t" r="r" b="b"/>
            <a:pathLst>
              <a:path w="4410732" h="6187135">
                <a:moveTo>
                  <a:pt x="0" y="0"/>
                </a:moveTo>
                <a:lnTo>
                  <a:pt x="4410732" y="0"/>
                </a:lnTo>
                <a:lnTo>
                  <a:pt x="4410732" y="6187135"/>
                </a:lnTo>
                <a:lnTo>
                  <a:pt x="0" y="618713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noProof="0"/>
          </a:p>
        </p:txBody>
      </p:sp>
      <p:sp>
        <p:nvSpPr>
          <p:cNvPr id="7" name="Freeform 3">
            <a:extLst>
              <a:ext uri="{FF2B5EF4-FFF2-40B4-BE49-F238E27FC236}">
                <a16:creationId xmlns:a16="http://schemas.microsoft.com/office/drawing/2014/main" id="{445D3247-25AE-57E1-2515-C6B5E06B376D}"/>
              </a:ext>
            </a:extLst>
          </p:cNvPr>
          <p:cNvSpPr/>
          <p:nvPr/>
        </p:nvSpPr>
        <p:spPr>
          <a:xfrm rot="2180523">
            <a:off x="7214798" y="270472"/>
            <a:ext cx="7547753" cy="4819860"/>
          </a:xfrm>
          <a:custGeom>
            <a:avLst/>
            <a:gdLst/>
            <a:ahLst/>
            <a:cxnLst/>
            <a:rect l="l" t="t" r="r" b="b"/>
            <a:pathLst>
              <a:path w="7547753" h="4819860">
                <a:moveTo>
                  <a:pt x="0" y="0"/>
                </a:moveTo>
                <a:lnTo>
                  <a:pt x="7547753" y="0"/>
                </a:lnTo>
                <a:lnTo>
                  <a:pt x="7547753" y="4819860"/>
                </a:lnTo>
                <a:lnTo>
                  <a:pt x="0" y="481986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18026469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920D65-AFA5-70AD-6B64-433DB4AE3B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DF0328-5480-A4D4-4C22-1BCD07B9A0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noProof="0"/>
          </a:p>
        </p:txBody>
      </p:sp>
      <p:sp>
        <p:nvSpPr>
          <p:cNvPr id="3" name="Spaker name - Dynamic" descr="{&quot;templafy&quot;:{&quot;id&quot;:&quot;13eca31f-2a44-4c6a-9a55-c2072cea1787&quot;}}">
            <a:extLst>
              <a:ext uri="{FF2B5EF4-FFF2-40B4-BE49-F238E27FC236}">
                <a16:creationId xmlns:a16="http://schemas.microsoft.com/office/drawing/2014/main" id="{0B22596B-2B9D-B9FF-85D8-B170422426E8}"/>
              </a:ext>
            </a:extLst>
          </p:cNvPr>
          <p:cNvSpPr txBox="1">
            <a:spLocks/>
          </p:cNvSpPr>
          <p:nvPr/>
        </p:nvSpPr>
        <p:spPr>
          <a:xfrm>
            <a:off x="503238" y="4273200"/>
            <a:ext cx="5402236" cy="223148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>
            <a:defPPr>
              <a:defRPr lang="de-DE"/>
            </a:defPPr>
            <a:lvl1pPr marL="0" algn="l" defTabSz="1088776" rtl="0" eaLnBrk="1" latinLnBrk="0" hangingPunct="1">
              <a:defRPr lang="de-DE" sz="21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1pPr>
            <a:lvl2pPr marL="544388" algn="l" defTabSz="1088776" rtl="0" eaLnBrk="1" latinLnBrk="0" hangingPunct="1">
              <a:buClr>
                <a:srgbClr val="FDB913"/>
              </a:buClr>
              <a:buSzPct val="100000"/>
              <a:buFont typeface="wingdings"/>
              <a:buChar char=""/>
              <a:defRPr lang="de-DE" sz="21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2pPr>
            <a:lvl3pPr marL="1088776" algn="l" defTabSz="1088776" rtl="0" eaLnBrk="1" latinLnBrk="0" hangingPunct="1">
              <a:buClr>
                <a:srgbClr val="666666"/>
              </a:buClr>
              <a:buSzPct val="80000"/>
              <a:buFont typeface="Wingdings"/>
              <a:buChar char="n"/>
              <a:defRPr lang="de-DE" sz="17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3pPr>
            <a:lvl4pPr marL="1633164" algn="l" defTabSz="1088776" rtl="0" eaLnBrk="1" latinLnBrk="0" hangingPunct="1">
              <a:buClr>
                <a:srgbClr val="666666"/>
              </a:buClr>
              <a:buSzPct val="80000"/>
              <a:buFont typeface="Arial"/>
              <a:buChar char=""/>
              <a:defRPr lang="de-DE" sz="14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4pPr>
            <a:lvl5pPr marL="2177552" algn="l" defTabSz="1088776" rtl="0" eaLnBrk="1" latinLnBrk="0" hangingPunct="1">
              <a:buClr>
                <a:srgbClr val="666666"/>
              </a:buClr>
              <a:buSzPct val="80000"/>
              <a:buFont typeface="Arial"/>
              <a:buChar char=""/>
              <a:defRPr lang="de-DE" sz="12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5pPr>
            <a:lvl6pPr marL="2721940" algn="l" defTabSz="1088776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66328" algn="l" defTabSz="1088776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810716" algn="l" defTabSz="1088776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355104" algn="l" defTabSz="1088776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400" noProof="0">
                <a:latin typeface="72 Brand" panose="020B0504030603020204" pitchFamily="34" charset="0"/>
                <a:cs typeface="72" panose="020B0503030000000003" pitchFamily="34" charset="0"/>
              </a:rPr>
              <a:t>Name, SAP</a:t>
            </a:r>
          </a:p>
        </p:txBody>
      </p:sp>
      <p:sp>
        <p:nvSpPr>
          <p:cNvPr id="4" name="Date - Dynamic" descr="{&quot;templafy&quot;:{&quot;id&quot;:&quot;7ab1e498-28f2-40e5-ad60-841aaaef527a&quot;}}">
            <a:extLst>
              <a:ext uri="{FF2B5EF4-FFF2-40B4-BE49-F238E27FC236}">
                <a16:creationId xmlns:a16="http://schemas.microsoft.com/office/drawing/2014/main" id="{57BB30F7-1B78-446A-2466-1F8B83978A31}"/>
              </a:ext>
            </a:extLst>
          </p:cNvPr>
          <p:cNvSpPr txBox="1">
            <a:spLocks/>
          </p:cNvSpPr>
          <p:nvPr/>
        </p:nvSpPr>
        <p:spPr>
          <a:xfrm>
            <a:off x="503238" y="4539600"/>
            <a:ext cx="5402236" cy="223148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>
            <a:defPPr>
              <a:defRPr lang="de-DE"/>
            </a:defPPr>
            <a:lvl1pPr marL="0" algn="l" defTabSz="1088776" rtl="0" eaLnBrk="1" latinLnBrk="0" hangingPunct="1">
              <a:defRPr lang="de-DE" sz="21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1pPr>
            <a:lvl2pPr marL="544388" algn="l" defTabSz="1088776" rtl="0" eaLnBrk="1" latinLnBrk="0" hangingPunct="1">
              <a:buClr>
                <a:srgbClr val="FDB913"/>
              </a:buClr>
              <a:buSzPct val="100000"/>
              <a:buFont typeface="wingdings"/>
              <a:buChar char=""/>
              <a:defRPr lang="de-DE" sz="21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2pPr>
            <a:lvl3pPr marL="1088776" algn="l" defTabSz="1088776" rtl="0" eaLnBrk="1" latinLnBrk="0" hangingPunct="1">
              <a:buClr>
                <a:srgbClr val="666666"/>
              </a:buClr>
              <a:buSzPct val="80000"/>
              <a:buFont typeface="Wingdings"/>
              <a:buChar char="n"/>
              <a:defRPr lang="de-DE" sz="17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3pPr>
            <a:lvl4pPr marL="1633164" algn="l" defTabSz="1088776" rtl="0" eaLnBrk="1" latinLnBrk="0" hangingPunct="1">
              <a:buClr>
                <a:srgbClr val="666666"/>
              </a:buClr>
              <a:buSzPct val="80000"/>
              <a:buFont typeface="Arial"/>
              <a:buChar char=""/>
              <a:defRPr lang="de-DE" sz="14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4pPr>
            <a:lvl5pPr marL="2177552" algn="l" defTabSz="1088776" rtl="0" eaLnBrk="1" latinLnBrk="0" hangingPunct="1">
              <a:buClr>
                <a:srgbClr val="666666"/>
              </a:buClr>
              <a:buSzPct val="80000"/>
              <a:buFont typeface="Arial"/>
              <a:buChar char=""/>
              <a:defRPr lang="de-DE" sz="12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5pPr>
            <a:lvl6pPr marL="2721940" algn="l" defTabSz="1088776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66328" algn="l" defTabSz="1088776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810716" algn="l" defTabSz="1088776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355104" algn="l" defTabSz="1088776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400" noProof="0">
                <a:latin typeface="72 Brand" panose="020B0504030603020204" pitchFamily="34" charset="0"/>
                <a:cs typeface="72" panose="020B0503030000000003" pitchFamily="34" charset="0"/>
              </a:rPr>
              <a:t>Month Date, Year</a:t>
            </a:r>
          </a:p>
        </p:txBody>
      </p:sp>
      <p:sp>
        <p:nvSpPr>
          <p:cNvPr id="5" name="Freeform 2">
            <a:extLst>
              <a:ext uri="{FF2B5EF4-FFF2-40B4-BE49-F238E27FC236}">
                <a16:creationId xmlns:a16="http://schemas.microsoft.com/office/drawing/2014/main" id="{D739C0C9-BCC4-6464-4828-1DA47C6DF834}"/>
              </a:ext>
            </a:extLst>
          </p:cNvPr>
          <p:cNvSpPr/>
          <p:nvPr/>
        </p:nvSpPr>
        <p:spPr>
          <a:xfrm>
            <a:off x="-47953" y="1557606"/>
            <a:ext cx="4410732" cy="6187135"/>
          </a:xfrm>
          <a:custGeom>
            <a:avLst/>
            <a:gdLst/>
            <a:ahLst/>
            <a:cxnLst/>
            <a:rect l="l" t="t" r="r" b="b"/>
            <a:pathLst>
              <a:path w="4410732" h="6187135">
                <a:moveTo>
                  <a:pt x="0" y="0"/>
                </a:moveTo>
                <a:lnTo>
                  <a:pt x="4410732" y="0"/>
                </a:lnTo>
                <a:lnTo>
                  <a:pt x="4410732" y="6187135"/>
                </a:lnTo>
                <a:lnTo>
                  <a:pt x="0" y="618713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noProof="0"/>
          </a:p>
        </p:txBody>
      </p:sp>
      <p:sp>
        <p:nvSpPr>
          <p:cNvPr id="7" name="Freeform 3">
            <a:extLst>
              <a:ext uri="{FF2B5EF4-FFF2-40B4-BE49-F238E27FC236}">
                <a16:creationId xmlns:a16="http://schemas.microsoft.com/office/drawing/2014/main" id="{4A68A92B-42C1-BB08-21C4-00E3ECDAC0A8}"/>
              </a:ext>
            </a:extLst>
          </p:cNvPr>
          <p:cNvSpPr/>
          <p:nvPr/>
        </p:nvSpPr>
        <p:spPr>
          <a:xfrm rot="2180523">
            <a:off x="8421298" y="270472"/>
            <a:ext cx="7547753" cy="4819860"/>
          </a:xfrm>
          <a:custGeom>
            <a:avLst/>
            <a:gdLst/>
            <a:ahLst/>
            <a:cxnLst/>
            <a:rect l="l" t="t" r="r" b="b"/>
            <a:pathLst>
              <a:path w="7547753" h="4819860">
                <a:moveTo>
                  <a:pt x="0" y="0"/>
                </a:moveTo>
                <a:lnTo>
                  <a:pt x="7547753" y="0"/>
                </a:lnTo>
                <a:lnTo>
                  <a:pt x="7547753" y="4819860"/>
                </a:lnTo>
                <a:lnTo>
                  <a:pt x="0" y="481986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226982847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ACE88F-8505-C59C-790E-BAFA8896FB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233FF0-9B1F-6AFE-D3DE-46D3974BC8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noProof="0"/>
          </a:p>
        </p:txBody>
      </p:sp>
      <p:sp>
        <p:nvSpPr>
          <p:cNvPr id="3" name="Spaker name - Dynamic" descr="{&quot;templafy&quot;:{&quot;id&quot;:&quot;13eca31f-2a44-4c6a-9a55-c2072cea1787&quot;}}">
            <a:extLst>
              <a:ext uri="{FF2B5EF4-FFF2-40B4-BE49-F238E27FC236}">
                <a16:creationId xmlns:a16="http://schemas.microsoft.com/office/drawing/2014/main" id="{2CC64C37-DAF8-DAED-DD51-8D6B2CAC8F0C}"/>
              </a:ext>
            </a:extLst>
          </p:cNvPr>
          <p:cNvSpPr txBox="1">
            <a:spLocks/>
          </p:cNvSpPr>
          <p:nvPr/>
        </p:nvSpPr>
        <p:spPr>
          <a:xfrm>
            <a:off x="503238" y="4273200"/>
            <a:ext cx="5402236" cy="223148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>
            <a:defPPr>
              <a:defRPr lang="de-DE"/>
            </a:defPPr>
            <a:lvl1pPr marL="0" algn="l" defTabSz="1088776" rtl="0" eaLnBrk="1" latinLnBrk="0" hangingPunct="1">
              <a:defRPr lang="de-DE" sz="21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1pPr>
            <a:lvl2pPr marL="544388" algn="l" defTabSz="1088776" rtl="0" eaLnBrk="1" latinLnBrk="0" hangingPunct="1">
              <a:buClr>
                <a:srgbClr val="FDB913"/>
              </a:buClr>
              <a:buSzPct val="100000"/>
              <a:buFont typeface="wingdings"/>
              <a:buChar char=""/>
              <a:defRPr lang="de-DE" sz="21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2pPr>
            <a:lvl3pPr marL="1088776" algn="l" defTabSz="1088776" rtl="0" eaLnBrk="1" latinLnBrk="0" hangingPunct="1">
              <a:buClr>
                <a:srgbClr val="666666"/>
              </a:buClr>
              <a:buSzPct val="80000"/>
              <a:buFont typeface="Wingdings"/>
              <a:buChar char="n"/>
              <a:defRPr lang="de-DE" sz="17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3pPr>
            <a:lvl4pPr marL="1633164" algn="l" defTabSz="1088776" rtl="0" eaLnBrk="1" latinLnBrk="0" hangingPunct="1">
              <a:buClr>
                <a:srgbClr val="666666"/>
              </a:buClr>
              <a:buSzPct val="80000"/>
              <a:buFont typeface="Arial"/>
              <a:buChar char=""/>
              <a:defRPr lang="de-DE" sz="14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4pPr>
            <a:lvl5pPr marL="2177552" algn="l" defTabSz="1088776" rtl="0" eaLnBrk="1" latinLnBrk="0" hangingPunct="1">
              <a:buClr>
                <a:srgbClr val="666666"/>
              </a:buClr>
              <a:buSzPct val="80000"/>
              <a:buFont typeface="Arial"/>
              <a:buChar char=""/>
              <a:defRPr lang="de-DE" sz="12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5pPr>
            <a:lvl6pPr marL="2721940" algn="l" defTabSz="1088776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66328" algn="l" defTabSz="1088776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810716" algn="l" defTabSz="1088776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355104" algn="l" defTabSz="1088776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400" noProof="0">
                <a:latin typeface="72 Brand" panose="020B0504030603020204" pitchFamily="34" charset="0"/>
                <a:cs typeface="72" panose="020B0503030000000003" pitchFamily="34" charset="0"/>
              </a:rPr>
              <a:t>Name, SAP</a:t>
            </a:r>
          </a:p>
        </p:txBody>
      </p:sp>
      <p:sp>
        <p:nvSpPr>
          <p:cNvPr id="4" name="Date - Dynamic" descr="{&quot;templafy&quot;:{&quot;id&quot;:&quot;7ab1e498-28f2-40e5-ad60-841aaaef527a&quot;}}">
            <a:extLst>
              <a:ext uri="{FF2B5EF4-FFF2-40B4-BE49-F238E27FC236}">
                <a16:creationId xmlns:a16="http://schemas.microsoft.com/office/drawing/2014/main" id="{A2E2BF43-9DE2-17AE-A231-23CBA6CB7397}"/>
              </a:ext>
            </a:extLst>
          </p:cNvPr>
          <p:cNvSpPr txBox="1">
            <a:spLocks/>
          </p:cNvSpPr>
          <p:nvPr/>
        </p:nvSpPr>
        <p:spPr>
          <a:xfrm>
            <a:off x="503238" y="4539600"/>
            <a:ext cx="5402236" cy="223148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>
            <a:defPPr>
              <a:defRPr lang="de-DE"/>
            </a:defPPr>
            <a:lvl1pPr marL="0" algn="l" defTabSz="1088776" rtl="0" eaLnBrk="1" latinLnBrk="0" hangingPunct="1">
              <a:defRPr lang="de-DE" sz="21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1pPr>
            <a:lvl2pPr marL="544388" algn="l" defTabSz="1088776" rtl="0" eaLnBrk="1" latinLnBrk="0" hangingPunct="1">
              <a:buClr>
                <a:srgbClr val="FDB913"/>
              </a:buClr>
              <a:buSzPct val="100000"/>
              <a:buFont typeface="wingdings"/>
              <a:buChar char=""/>
              <a:defRPr lang="de-DE" sz="21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2pPr>
            <a:lvl3pPr marL="1088776" algn="l" defTabSz="1088776" rtl="0" eaLnBrk="1" latinLnBrk="0" hangingPunct="1">
              <a:buClr>
                <a:srgbClr val="666666"/>
              </a:buClr>
              <a:buSzPct val="80000"/>
              <a:buFont typeface="Wingdings"/>
              <a:buChar char="n"/>
              <a:defRPr lang="de-DE" sz="17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3pPr>
            <a:lvl4pPr marL="1633164" algn="l" defTabSz="1088776" rtl="0" eaLnBrk="1" latinLnBrk="0" hangingPunct="1">
              <a:buClr>
                <a:srgbClr val="666666"/>
              </a:buClr>
              <a:buSzPct val="80000"/>
              <a:buFont typeface="Arial"/>
              <a:buChar char=""/>
              <a:defRPr lang="de-DE" sz="14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4pPr>
            <a:lvl5pPr marL="2177552" algn="l" defTabSz="1088776" rtl="0" eaLnBrk="1" latinLnBrk="0" hangingPunct="1">
              <a:buClr>
                <a:srgbClr val="666666"/>
              </a:buClr>
              <a:buSzPct val="80000"/>
              <a:buFont typeface="Arial"/>
              <a:buChar char=""/>
              <a:defRPr lang="de-DE" sz="12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5pPr>
            <a:lvl6pPr marL="2721940" algn="l" defTabSz="1088776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66328" algn="l" defTabSz="1088776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810716" algn="l" defTabSz="1088776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355104" algn="l" defTabSz="1088776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400" noProof="0">
                <a:latin typeface="72 Brand" panose="020B0504030603020204" pitchFamily="34" charset="0"/>
                <a:cs typeface="72" panose="020B0503030000000003" pitchFamily="34" charset="0"/>
              </a:rPr>
              <a:t>Month Date, Year</a:t>
            </a:r>
          </a:p>
        </p:txBody>
      </p:sp>
      <p:pic>
        <p:nvPicPr>
          <p:cNvPr id="12" name="Picture Placeholder 11">
            <a:extLst>
              <a:ext uri="{FF2B5EF4-FFF2-40B4-BE49-F238E27FC236}">
                <a16:creationId xmlns:a16="http://schemas.microsoft.com/office/drawing/2014/main" id="{19FF9A95-5739-DA05-04FF-51E2913BA9F9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2"/>
          <a:srcRect l="22016" r="22016"/>
          <a:stretch>
            <a:fillRect/>
          </a:stretch>
        </p:blipFill>
        <p:spPr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427215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D6B2BF-0376-9D52-96FB-B0D89C1AD6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59C86B-CCA1-8C87-BF16-08FDF8BFEA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noProof="0"/>
          </a:p>
        </p:txBody>
      </p:sp>
      <p:sp>
        <p:nvSpPr>
          <p:cNvPr id="3" name="Spaker name - Dynamic" descr="{&quot;templafy&quot;:{&quot;id&quot;:&quot;13eca31f-2a44-4c6a-9a55-c2072cea1787&quot;}}">
            <a:extLst>
              <a:ext uri="{FF2B5EF4-FFF2-40B4-BE49-F238E27FC236}">
                <a16:creationId xmlns:a16="http://schemas.microsoft.com/office/drawing/2014/main" id="{9FB00B2A-89F5-423D-3ACD-8C774508D5F2}"/>
              </a:ext>
            </a:extLst>
          </p:cNvPr>
          <p:cNvSpPr txBox="1">
            <a:spLocks/>
          </p:cNvSpPr>
          <p:nvPr/>
        </p:nvSpPr>
        <p:spPr>
          <a:xfrm>
            <a:off x="503238" y="4273200"/>
            <a:ext cx="5402236" cy="223148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>
            <a:defPPr>
              <a:defRPr lang="de-DE"/>
            </a:defPPr>
            <a:lvl1pPr marL="0" algn="l" defTabSz="1088776" rtl="0" eaLnBrk="1" latinLnBrk="0" hangingPunct="1">
              <a:defRPr lang="de-DE" sz="21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1pPr>
            <a:lvl2pPr marL="544388" algn="l" defTabSz="1088776" rtl="0" eaLnBrk="1" latinLnBrk="0" hangingPunct="1">
              <a:buClr>
                <a:srgbClr val="FDB913"/>
              </a:buClr>
              <a:buSzPct val="100000"/>
              <a:buFont typeface="wingdings"/>
              <a:buChar char=""/>
              <a:defRPr lang="de-DE" sz="21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2pPr>
            <a:lvl3pPr marL="1088776" algn="l" defTabSz="1088776" rtl="0" eaLnBrk="1" latinLnBrk="0" hangingPunct="1">
              <a:buClr>
                <a:srgbClr val="666666"/>
              </a:buClr>
              <a:buSzPct val="80000"/>
              <a:buFont typeface="Wingdings"/>
              <a:buChar char="n"/>
              <a:defRPr lang="de-DE" sz="17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3pPr>
            <a:lvl4pPr marL="1633164" algn="l" defTabSz="1088776" rtl="0" eaLnBrk="1" latinLnBrk="0" hangingPunct="1">
              <a:buClr>
                <a:srgbClr val="666666"/>
              </a:buClr>
              <a:buSzPct val="80000"/>
              <a:buFont typeface="Arial"/>
              <a:buChar char=""/>
              <a:defRPr lang="de-DE" sz="14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4pPr>
            <a:lvl5pPr marL="2177552" algn="l" defTabSz="1088776" rtl="0" eaLnBrk="1" latinLnBrk="0" hangingPunct="1">
              <a:buClr>
                <a:srgbClr val="666666"/>
              </a:buClr>
              <a:buSzPct val="80000"/>
              <a:buFont typeface="Arial"/>
              <a:buChar char=""/>
              <a:defRPr lang="de-DE" sz="12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5pPr>
            <a:lvl6pPr marL="2721940" algn="l" defTabSz="1088776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66328" algn="l" defTabSz="1088776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810716" algn="l" defTabSz="1088776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355104" algn="l" defTabSz="1088776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400" noProof="0">
                <a:latin typeface="72 Brand" panose="020B0504030603020204" pitchFamily="34" charset="0"/>
                <a:cs typeface="72" panose="020B0503030000000003" pitchFamily="34" charset="0"/>
              </a:rPr>
              <a:t>Name, SAP</a:t>
            </a:r>
          </a:p>
        </p:txBody>
      </p:sp>
      <p:sp>
        <p:nvSpPr>
          <p:cNvPr id="4" name="Date - Dynamic" descr="{&quot;templafy&quot;:{&quot;id&quot;:&quot;7ab1e498-28f2-40e5-ad60-841aaaef527a&quot;}}">
            <a:extLst>
              <a:ext uri="{FF2B5EF4-FFF2-40B4-BE49-F238E27FC236}">
                <a16:creationId xmlns:a16="http://schemas.microsoft.com/office/drawing/2014/main" id="{0EFA0468-492A-BFBA-8741-3D76C39D9037}"/>
              </a:ext>
            </a:extLst>
          </p:cNvPr>
          <p:cNvSpPr txBox="1">
            <a:spLocks/>
          </p:cNvSpPr>
          <p:nvPr/>
        </p:nvSpPr>
        <p:spPr>
          <a:xfrm>
            <a:off x="503238" y="4539600"/>
            <a:ext cx="5402236" cy="223148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>
            <a:defPPr>
              <a:defRPr lang="de-DE"/>
            </a:defPPr>
            <a:lvl1pPr marL="0" algn="l" defTabSz="1088776" rtl="0" eaLnBrk="1" latinLnBrk="0" hangingPunct="1">
              <a:defRPr lang="de-DE" sz="21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1pPr>
            <a:lvl2pPr marL="544388" algn="l" defTabSz="1088776" rtl="0" eaLnBrk="1" latinLnBrk="0" hangingPunct="1">
              <a:buClr>
                <a:srgbClr val="FDB913"/>
              </a:buClr>
              <a:buSzPct val="100000"/>
              <a:buFont typeface="wingdings"/>
              <a:buChar char=""/>
              <a:defRPr lang="de-DE" sz="21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2pPr>
            <a:lvl3pPr marL="1088776" algn="l" defTabSz="1088776" rtl="0" eaLnBrk="1" latinLnBrk="0" hangingPunct="1">
              <a:buClr>
                <a:srgbClr val="666666"/>
              </a:buClr>
              <a:buSzPct val="80000"/>
              <a:buFont typeface="Wingdings"/>
              <a:buChar char="n"/>
              <a:defRPr lang="de-DE" sz="17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3pPr>
            <a:lvl4pPr marL="1633164" algn="l" defTabSz="1088776" rtl="0" eaLnBrk="1" latinLnBrk="0" hangingPunct="1">
              <a:buClr>
                <a:srgbClr val="666666"/>
              </a:buClr>
              <a:buSzPct val="80000"/>
              <a:buFont typeface="Arial"/>
              <a:buChar char=""/>
              <a:defRPr lang="de-DE" sz="14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4pPr>
            <a:lvl5pPr marL="2177552" algn="l" defTabSz="1088776" rtl="0" eaLnBrk="1" latinLnBrk="0" hangingPunct="1">
              <a:buClr>
                <a:srgbClr val="666666"/>
              </a:buClr>
              <a:buSzPct val="80000"/>
              <a:buFont typeface="Arial"/>
              <a:buChar char=""/>
              <a:defRPr lang="de-DE" sz="12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5pPr>
            <a:lvl6pPr marL="2721940" algn="l" defTabSz="1088776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66328" algn="l" defTabSz="1088776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810716" algn="l" defTabSz="1088776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355104" algn="l" defTabSz="1088776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400" noProof="0">
                <a:latin typeface="72 Brand" panose="020B0504030603020204" pitchFamily="34" charset="0"/>
                <a:cs typeface="72" panose="020B0503030000000003" pitchFamily="34" charset="0"/>
              </a:rPr>
              <a:t>Month Date, Year</a:t>
            </a:r>
          </a:p>
        </p:txBody>
      </p:sp>
      <p:pic>
        <p:nvPicPr>
          <p:cNvPr id="8" name="Picture Placeholder 7">
            <a:extLst>
              <a:ext uri="{FF2B5EF4-FFF2-40B4-BE49-F238E27FC236}">
                <a16:creationId xmlns:a16="http://schemas.microsoft.com/office/drawing/2014/main" id="{1345DDB3-E787-77CA-977D-30B2485F8BD5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2"/>
          <a:srcRect t="19015" b="19015"/>
          <a:stretch>
            <a:fillRect/>
          </a:stretch>
        </p:blipFill>
        <p:spPr bwMode="black"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711578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ACE88F-8505-C59C-790E-BAFA8896FB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233FF0-9B1F-6AFE-D3DE-46D3974BC8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noProof="0"/>
          </a:p>
        </p:txBody>
      </p:sp>
      <p:sp>
        <p:nvSpPr>
          <p:cNvPr id="3" name="Spaker name - Dynamic" descr="{&quot;templafy&quot;:{&quot;id&quot;:&quot;13eca31f-2a44-4c6a-9a55-c2072cea1787&quot;}}">
            <a:extLst>
              <a:ext uri="{FF2B5EF4-FFF2-40B4-BE49-F238E27FC236}">
                <a16:creationId xmlns:a16="http://schemas.microsoft.com/office/drawing/2014/main" id="{2CC64C37-DAF8-DAED-DD51-8D6B2CAC8F0C}"/>
              </a:ext>
            </a:extLst>
          </p:cNvPr>
          <p:cNvSpPr txBox="1">
            <a:spLocks/>
          </p:cNvSpPr>
          <p:nvPr/>
        </p:nvSpPr>
        <p:spPr>
          <a:xfrm>
            <a:off x="503238" y="4273200"/>
            <a:ext cx="5402236" cy="223148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>
            <a:defPPr>
              <a:defRPr lang="de-DE"/>
            </a:defPPr>
            <a:lvl1pPr marL="0" algn="l" defTabSz="1088776" rtl="0" eaLnBrk="1" latinLnBrk="0" hangingPunct="1">
              <a:defRPr lang="de-DE" sz="21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1pPr>
            <a:lvl2pPr marL="544388" algn="l" defTabSz="1088776" rtl="0" eaLnBrk="1" latinLnBrk="0" hangingPunct="1">
              <a:buClr>
                <a:srgbClr val="FDB913"/>
              </a:buClr>
              <a:buSzPct val="100000"/>
              <a:buFont typeface="wingdings"/>
              <a:buChar char=""/>
              <a:defRPr lang="de-DE" sz="21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2pPr>
            <a:lvl3pPr marL="1088776" algn="l" defTabSz="1088776" rtl="0" eaLnBrk="1" latinLnBrk="0" hangingPunct="1">
              <a:buClr>
                <a:srgbClr val="666666"/>
              </a:buClr>
              <a:buSzPct val="80000"/>
              <a:buFont typeface="Wingdings"/>
              <a:buChar char="n"/>
              <a:defRPr lang="de-DE" sz="17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3pPr>
            <a:lvl4pPr marL="1633164" algn="l" defTabSz="1088776" rtl="0" eaLnBrk="1" latinLnBrk="0" hangingPunct="1">
              <a:buClr>
                <a:srgbClr val="666666"/>
              </a:buClr>
              <a:buSzPct val="80000"/>
              <a:buFont typeface="Arial"/>
              <a:buChar char=""/>
              <a:defRPr lang="de-DE" sz="14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4pPr>
            <a:lvl5pPr marL="2177552" algn="l" defTabSz="1088776" rtl="0" eaLnBrk="1" latinLnBrk="0" hangingPunct="1">
              <a:buClr>
                <a:srgbClr val="666666"/>
              </a:buClr>
              <a:buSzPct val="80000"/>
              <a:buFont typeface="Arial"/>
              <a:buChar char=""/>
              <a:defRPr lang="de-DE" sz="12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5pPr>
            <a:lvl6pPr marL="2721940" algn="l" defTabSz="1088776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66328" algn="l" defTabSz="1088776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810716" algn="l" defTabSz="1088776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355104" algn="l" defTabSz="1088776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400" noProof="0">
                <a:latin typeface="72 Brand" panose="020B0504030603020204" pitchFamily="34" charset="0"/>
                <a:cs typeface="72" panose="020B0503030000000003" pitchFamily="34" charset="0"/>
              </a:rPr>
              <a:t>Name, SAP</a:t>
            </a:r>
          </a:p>
        </p:txBody>
      </p:sp>
      <p:sp>
        <p:nvSpPr>
          <p:cNvPr id="4" name="Date - Dynamic" descr="{&quot;templafy&quot;:{&quot;id&quot;:&quot;7ab1e498-28f2-40e5-ad60-841aaaef527a&quot;}}">
            <a:extLst>
              <a:ext uri="{FF2B5EF4-FFF2-40B4-BE49-F238E27FC236}">
                <a16:creationId xmlns:a16="http://schemas.microsoft.com/office/drawing/2014/main" id="{A2E2BF43-9DE2-17AE-A231-23CBA6CB7397}"/>
              </a:ext>
            </a:extLst>
          </p:cNvPr>
          <p:cNvSpPr txBox="1">
            <a:spLocks/>
          </p:cNvSpPr>
          <p:nvPr/>
        </p:nvSpPr>
        <p:spPr>
          <a:xfrm>
            <a:off x="503238" y="4539600"/>
            <a:ext cx="5402236" cy="223148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>
            <a:defPPr>
              <a:defRPr lang="de-DE"/>
            </a:defPPr>
            <a:lvl1pPr marL="0" algn="l" defTabSz="1088776" rtl="0" eaLnBrk="1" latinLnBrk="0" hangingPunct="1">
              <a:defRPr lang="de-DE" sz="21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1pPr>
            <a:lvl2pPr marL="544388" algn="l" defTabSz="1088776" rtl="0" eaLnBrk="1" latinLnBrk="0" hangingPunct="1">
              <a:buClr>
                <a:srgbClr val="FDB913"/>
              </a:buClr>
              <a:buSzPct val="100000"/>
              <a:buFont typeface="wingdings"/>
              <a:buChar char=""/>
              <a:defRPr lang="de-DE" sz="21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2pPr>
            <a:lvl3pPr marL="1088776" algn="l" defTabSz="1088776" rtl="0" eaLnBrk="1" latinLnBrk="0" hangingPunct="1">
              <a:buClr>
                <a:srgbClr val="666666"/>
              </a:buClr>
              <a:buSzPct val="80000"/>
              <a:buFont typeface="Wingdings"/>
              <a:buChar char="n"/>
              <a:defRPr lang="de-DE" sz="17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3pPr>
            <a:lvl4pPr marL="1633164" algn="l" defTabSz="1088776" rtl="0" eaLnBrk="1" latinLnBrk="0" hangingPunct="1">
              <a:buClr>
                <a:srgbClr val="666666"/>
              </a:buClr>
              <a:buSzPct val="80000"/>
              <a:buFont typeface="Arial"/>
              <a:buChar char=""/>
              <a:defRPr lang="de-DE" sz="14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4pPr>
            <a:lvl5pPr marL="2177552" algn="l" defTabSz="1088776" rtl="0" eaLnBrk="1" latinLnBrk="0" hangingPunct="1">
              <a:buClr>
                <a:srgbClr val="666666"/>
              </a:buClr>
              <a:buSzPct val="80000"/>
              <a:buFont typeface="Arial"/>
              <a:buChar char=""/>
              <a:defRPr lang="de-DE" sz="12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5pPr>
            <a:lvl6pPr marL="2721940" algn="l" defTabSz="1088776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66328" algn="l" defTabSz="1088776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810716" algn="l" defTabSz="1088776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355104" algn="l" defTabSz="1088776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400" noProof="0">
                <a:latin typeface="72 Brand" panose="020B0504030603020204" pitchFamily="34" charset="0"/>
                <a:cs typeface="72" panose="020B0503030000000003" pitchFamily="34" charset="0"/>
              </a:rPr>
              <a:t>Month Date, Year</a:t>
            </a:r>
          </a:p>
        </p:txBody>
      </p:sp>
      <p:pic>
        <p:nvPicPr>
          <p:cNvPr id="21" name="Picture Placeholder 20">
            <a:extLst>
              <a:ext uri="{FF2B5EF4-FFF2-40B4-BE49-F238E27FC236}">
                <a16:creationId xmlns:a16="http://schemas.microsoft.com/office/drawing/2014/main" id="{C54E4CFF-9460-85F6-ACEC-52B961C17837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2"/>
          <a:srcRect l="8031" t="13077" r="51629" b="7915"/>
          <a:stretch>
            <a:fillRect/>
          </a:stretch>
        </p:blipFill>
        <p:spPr>
          <a:xfrm>
            <a:off x="5969000" y="0"/>
            <a:ext cx="622617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742808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AC9875-66FE-84B6-9B09-4281AB8BE8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444458-9AE6-5D51-9E61-3D44379064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noProof="0"/>
          </a:p>
        </p:txBody>
      </p:sp>
      <p:sp>
        <p:nvSpPr>
          <p:cNvPr id="3" name="Spaker name - Dynamic" descr="{&quot;templafy&quot;:{&quot;id&quot;:&quot;13eca31f-2a44-4c6a-9a55-c2072cea1787&quot;}}">
            <a:extLst>
              <a:ext uri="{FF2B5EF4-FFF2-40B4-BE49-F238E27FC236}">
                <a16:creationId xmlns:a16="http://schemas.microsoft.com/office/drawing/2014/main" id="{F86A0218-B529-A495-DB53-35C880558C63}"/>
              </a:ext>
            </a:extLst>
          </p:cNvPr>
          <p:cNvSpPr txBox="1">
            <a:spLocks/>
          </p:cNvSpPr>
          <p:nvPr/>
        </p:nvSpPr>
        <p:spPr>
          <a:xfrm>
            <a:off x="503238" y="4273200"/>
            <a:ext cx="5402236" cy="223148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>
            <a:defPPr>
              <a:defRPr lang="de-DE"/>
            </a:defPPr>
            <a:lvl1pPr marL="0" algn="l" defTabSz="1088776" rtl="0" eaLnBrk="1" latinLnBrk="0" hangingPunct="1">
              <a:defRPr lang="de-DE" sz="21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1pPr>
            <a:lvl2pPr marL="544388" algn="l" defTabSz="1088776" rtl="0" eaLnBrk="1" latinLnBrk="0" hangingPunct="1">
              <a:buClr>
                <a:srgbClr val="FDB913"/>
              </a:buClr>
              <a:buSzPct val="100000"/>
              <a:buFont typeface="wingdings"/>
              <a:buChar char=""/>
              <a:defRPr lang="de-DE" sz="21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2pPr>
            <a:lvl3pPr marL="1088776" algn="l" defTabSz="1088776" rtl="0" eaLnBrk="1" latinLnBrk="0" hangingPunct="1">
              <a:buClr>
                <a:srgbClr val="666666"/>
              </a:buClr>
              <a:buSzPct val="80000"/>
              <a:buFont typeface="Wingdings"/>
              <a:buChar char="n"/>
              <a:defRPr lang="de-DE" sz="17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3pPr>
            <a:lvl4pPr marL="1633164" algn="l" defTabSz="1088776" rtl="0" eaLnBrk="1" latinLnBrk="0" hangingPunct="1">
              <a:buClr>
                <a:srgbClr val="666666"/>
              </a:buClr>
              <a:buSzPct val="80000"/>
              <a:buFont typeface="Arial"/>
              <a:buChar char=""/>
              <a:defRPr lang="de-DE" sz="14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4pPr>
            <a:lvl5pPr marL="2177552" algn="l" defTabSz="1088776" rtl="0" eaLnBrk="1" latinLnBrk="0" hangingPunct="1">
              <a:buClr>
                <a:srgbClr val="666666"/>
              </a:buClr>
              <a:buSzPct val="80000"/>
              <a:buFont typeface="Arial"/>
              <a:buChar char=""/>
              <a:defRPr lang="de-DE" sz="12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5pPr>
            <a:lvl6pPr marL="2721940" algn="l" defTabSz="1088776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66328" algn="l" defTabSz="1088776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810716" algn="l" defTabSz="1088776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355104" algn="l" defTabSz="1088776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400" noProof="0">
                <a:latin typeface="72 Brand" panose="020B0504030603020204" pitchFamily="34" charset="0"/>
                <a:cs typeface="72" panose="020B0503030000000003" pitchFamily="34" charset="0"/>
              </a:rPr>
              <a:t>Name, SAP</a:t>
            </a:r>
          </a:p>
        </p:txBody>
      </p:sp>
      <p:sp>
        <p:nvSpPr>
          <p:cNvPr id="4" name="Date - Dynamic" descr="{&quot;templafy&quot;:{&quot;id&quot;:&quot;7ab1e498-28f2-40e5-ad60-841aaaef527a&quot;}}">
            <a:extLst>
              <a:ext uri="{FF2B5EF4-FFF2-40B4-BE49-F238E27FC236}">
                <a16:creationId xmlns:a16="http://schemas.microsoft.com/office/drawing/2014/main" id="{ACC144CB-BDF7-4BC7-E0D5-A46EA0C031AA}"/>
              </a:ext>
            </a:extLst>
          </p:cNvPr>
          <p:cNvSpPr txBox="1">
            <a:spLocks/>
          </p:cNvSpPr>
          <p:nvPr/>
        </p:nvSpPr>
        <p:spPr>
          <a:xfrm>
            <a:off x="503238" y="4539600"/>
            <a:ext cx="5402236" cy="223148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>
            <a:defPPr>
              <a:defRPr lang="de-DE"/>
            </a:defPPr>
            <a:lvl1pPr marL="0" algn="l" defTabSz="1088776" rtl="0" eaLnBrk="1" latinLnBrk="0" hangingPunct="1">
              <a:defRPr lang="de-DE" sz="21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1pPr>
            <a:lvl2pPr marL="544388" algn="l" defTabSz="1088776" rtl="0" eaLnBrk="1" latinLnBrk="0" hangingPunct="1">
              <a:buClr>
                <a:srgbClr val="FDB913"/>
              </a:buClr>
              <a:buSzPct val="100000"/>
              <a:buFont typeface="wingdings"/>
              <a:buChar char=""/>
              <a:defRPr lang="de-DE" sz="21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2pPr>
            <a:lvl3pPr marL="1088776" algn="l" defTabSz="1088776" rtl="0" eaLnBrk="1" latinLnBrk="0" hangingPunct="1">
              <a:buClr>
                <a:srgbClr val="666666"/>
              </a:buClr>
              <a:buSzPct val="80000"/>
              <a:buFont typeface="Wingdings"/>
              <a:buChar char="n"/>
              <a:defRPr lang="de-DE" sz="17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3pPr>
            <a:lvl4pPr marL="1633164" algn="l" defTabSz="1088776" rtl="0" eaLnBrk="1" latinLnBrk="0" hangingPunct="1">
              <a:buClr>
                <a:srgbClr val="666666"/>
              </a:buClr>
              <a:buSzPct val="80000"/>
              <a:buFont typeface="Arial"/>
              <a:buChar char=""/>
              <a:defRPr lang="de-DE" sz="14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4pPr>
            <a:lvl5pPr marL="2177552" algn="l" defTabSz="1088776" rtl="0" eaLnBrk="1" latinLnBrk="0" hangingPunct="1">
              <a:buClr>
                <a:srgbClr val="666666"/>
              </a:buClr>
              <a:buSzPct val="80000"/>
              <a:buFont typeface="Arial"/>
              <a:buChar char=""/>
              <a:defRPr lang="de-DE" sz="12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5pPr>
            <a:lvl6pPr marL="2721940" algn="l" defTabSz="1088776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66328" algn="l" defTabSz="1088776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810716" algn="l" defTabSz="1088776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355104" algn="l" defTabSz="1088776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400" noProof="0">
                <a:latin typeface="72 Brand" panose="020B0504030603020204" pitchFamily="34" charset="0"/>
                <a:cs typeface="72" panose="020B0503030000000003" pitchFamily="34" charset="0"/>
              </a:rPr>
              <a:t>Month Date, Year</a:t>
            </a:r>
          </a:p>
        </p:txBody>
      </p:sp>
      <p:pic>
        <p:nvPicPr>
          <p:cNvPr id="9" name="Picture Placeholder 8">
            <a:extLst>
              <a:ext uri="{FF2B5EF4-FFF2-40B4-BE49-F238E27FC236}">
                <a16:creationId xmlns:a16="http://schemas.microsoft.com/office/drawing/2014/main" id="{DD61BD00-D82F-71AC-997A-87ECF4594D1B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2"/>
          <a:srcRect t="18995" b="18995"/>
          <a:stretch>
            <a:fillRect/>
          </a:stretch>
        </p:blipFill>
        <p:spPr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353392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F8EA49-B278-FE71-6FC3-B59D150F6A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E8AEEC-C433-F722-980E-B77F2208DC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noProof="0"/>
          </a:p>
        </p:txBody>
      </p:sp>
      <p:sp>
        <p:nvSpPr>
          <p:cNvPr id="3" name="Spaker name - Dynamic" descr="{&quot;templafy&quot;:{&quot;id&quot;:&quot;13eca31f-2a44-4c6a-9a55-c2072cea1787&quot;}}">
            <a:extLst>
              <a:ext uri="{FF2B5EF4-FFF2-40B4-BE49-F238E27FC236}">
                <a16:creationId xmlns:a16="http://schemas.microsoft.com/office/drawing/2014/main" id="{CD9CF550-B3E1-45B2-893C-ABB8BC7AC605}"/>
              </a:ext>
            </a:extLst>
          </p:cNvPr>
          <p:cNvSpPr txBox="1">
            <a:spLocks/>
          </p:cNvSpPr>
          <p:nvPr/>
        </p:nvSpPr>
        <p:spPr>
          <a:xfrm>
            <a:off x="503238" y="4273200"/>
            <a:ext cx="5402236" cy="223148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>
            <a:defPPr>
              <a:defRPr lang="de-DE"/>
            </a:defPPr>
            <a:lvl1pPr marL="0" algn="l" defTabSz="1088776" rtl="0" eaLnBrk="1" latinLnBrk="0" hangingPunct="1">
              <a:defRPr lang="de-DE" sz="21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1pPr>
            <a:lvl2pPr marL="544388" algn="l" defTabSz="1088776" rtl="0" eaLnBrk="1" latinLnBrk="0" hangingPunct="1">
              <a:buClr>
                <a:srgbClr val="FDB913"/>
              </a:buClr>
              <a:buSzPct val="100000"/>
              <a:buFont typeface="wingdings"/>
              <a:buChar char=""/>
              <a:defRPr lang="de-DE" sz="21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2pPr>
            <a:lvl3pPr marL="1088776" algn="l" defTabSz="1088776" rtl="0" eaLnBrk="1" latinLnBrk="0" hangingPunct="1">
              <a:buClr>
                <a:srgbClr val="666666"/>
              </a:buClr>
              <a:buSzPct val="80000"/>
              <a:buFont typeface="Wingdings"/>
              <a:buChar char="n"/>
              <a:defRPr lang="de-DE" sz="17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3pPr>
            <a:lvl4pPr marL="1633164" algn="l" defTabSz="1088776" rtl="0" eaLnBrk="1" latinLnBrk="0" hangingPunct="1">
              <a:buClr>
                <a:srgbClr val="666666"/>
              </a:buClr>
              <a:buSzPct val="80000"/>
              <a:buFont typeface="Arial"/>
              <a:buChar char=""/>
              <a:defRPr lang="de-DE" sz="14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4pPr>
            <a:lvl5pPr marL="2177552" algn="l" defTabSz="1088776" rtl="0" eaLnBrk="1" latinLnBrk="0" hangingPunct="1">
              <a:buClr>
                <a:srgbClr val="666666"/>
              </a:buClr>
              <a:buSzPct val="80000"/>
              <a:buFont typeface="Arial"/>
              <a:buChar char=""/>
              <a:defRPr lang="de-DE" sz="12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5pPr>
            <a:lvl6pPr marL="2721940" algn="l" defTabSz="1088776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66328" algn="l" defTabSz="1088776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810716" algn="l" defTabSz="1088776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355104" algn="l" defTabSz="1088776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400" noProof="0">
                <a:latin typeface="72 Brand" panose="020B0504030603020204" pitchFamily="34" charset="0"/>
                <a:cs typeface="72" panose="020B0503030000000003" pitchFamily="34" charset="0"/>
              </a:rPr>
              <a:t>Name, SAP</a:t>
            </a:r>
          </a:p>
        </p:txBody>
      </p:sp>
      <p:sp>
        <p:nvSpPr>
          <p:cNvPr id="4" name="Date - Dynamic" descr="{&quot;templafy&quot;:{&quot;id&quot;:&quot;7ab1e498-28f2-40e5-ad60-841aaaef527a&quot;}}">
            <a:extLst>
              <a:ext uri="{FF2B5EF4-FFF2-40B4-BE49-F238E27FC236}">
                <a16:creationId xmlns:a16="http://schemas.microsoft.com/office/drawing/2014/main" id="{99EC120F-468D-D763-FC10-0BC27EC31DF8}"/>
              </a:ext>
            </a:extLst>
          </p:cNvPr>
          <p:cNvSpPr txBox="1">
            <a:spLocks/>
          </p:cNvSpPr>
          <p:nvPr/>
        </p:nvSpPr>
        <p:spPr>
          <a:xfrm>
            <a:off x="503238" y="4539600"/>
            <a:ext cx="5402236" cy="223148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>
            <a:defPPr>
              <a:defRPr lang="de-DE"/>
            </a:defPPr>
            <a:lvl1pPr marL="0" algn="l" defTabSz="1088776" rtl="0" eaLnBrk="1" latinLnBrk="0" hangingPunct="1">
              <a:defRPr lang="de-DE" sz="21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1pPr>
            <a:lvl2pPr marL="544388" algn="l" defTabSz="1088776" rtl="0" eaLnBrk="1" latinLnBrk="0" hangingPunct="1">
              <a:buClr>
                <a:srgbClr val="FDB913"/>
              </a:buClr>
              <a:buSzPct val="100000"/>
              <a:buFont typeface="wingdings"/>
              <a:buChar char=""/>
              <a:defRPr lang="de-DE" sz="21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2pPr>
            <a:lvl3pPr marL="1088776" algn="l" defTabSz="1088776" rtl="0" eaLnBrk="1" latinLnBrk="0" hangingPunct="1">
              <a:buClr>
                <a:srgbClr val="666666"/>
              </a:buClr>
              <a:buSzPct val="80000"/>
              <a:buFont typeface="Wingdings"/>
              <a:buChar char="n"/>
              <a:defRPr lang="de-DE" sz="17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3pPr>
            <a:lvl4pPr marL="1633164" algn="l" defTabSz="1088776" rtl="0" eaLnBrk="1" latinLnBrk="0" hangingPunct="1">
              <a:buClr>
                <a:srgbClr val="666666"/>
              </a:buClr>
              <a:buSzPct val="80000"/>
              <a:buFont typeface="Arial"/>
              <a:buChar char=""/>
              <a:defRPr lang="de-DE" sz="14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4pPr>
            <a:lvl5pPr marL="2177552" algn="l" defTabSz="1088776" rtl="0" eaLnBrk="1" latinLnBrk="0" hangingPunct="1">
              <a:buClr>
                <a:srgbClr val="666666"/>
              </a:buClr>
              <a:buSzPct val="80000"/>
              <a:buFont typeface="Arial"/>
              <a:buChar char=""/>
              <a:defRPr lang="de-DE" sz="12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5pPr>
            <a:lvl6pPr marL="2721940" algn="l" defTabSz="1088776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66328" algn="l" defTabSz="1088776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810716" algn="l" defTabSz="1088776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355104" algn="l" defTabSz="1088776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400" noProof="0">
                <a:latin typeface="72 Brand" panose="020B0504030603020204" pitchFamily="34" charset="0"/>
                <a:cs typeface="72" panose="020B0503030000000003" pitchFamily="34" charset="0"/>
              </a:rPr>
              <a:t>Month Date, Year</a:t>
            </a:r>
          </a:p>
        </p:txBody>
      </p:sp>
      <p:pic>
        <p:nvPicPr>
          <p:cNvPr id="9" name="Picture Placeholder 8">
            <a:extLst>
              <a:ext uri="{FF2B5EF4-FFF2-40B4-BE49-F238E27FC236}">
                <a16:creationId xmlns:a16="http://schemas.microsoft.com/office/drawing/2014/main" id="{0ABA1450-ECFB-8F8B-7B04-84B4C1DB3180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2"/>
          <a:srcRect l="19738" r="19738"/>
          <a:stretch>
            <a:fillRect/>
          </a:stretch>
        </p:blipFill>
        <p:spPr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731012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830929-35A1-492E-C1A4-407B1EE866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B6E6C8-1868-42B6-835D-EE9E685E39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noProof="0"/>
          </a:p>
        </p:txBody>
      </p:sp>
      <p:sp>
        <p:nvSpPr>
          <p:cNvPr id="3" name="Spaker name - Dynamic" descr="{&quot;templafy&quot;:{&quot;id&quot;:&quot;13eca31f-2a44-4c6a-9a55-c2072cea1787&quot;}}">
            <a:extLst>
              <a:ext uri="{FF2B5EF4-FFF2-40B4-BE49-F238E27FC236}">
                <a16:creationId xmlns:a16="http://schemas.microsoft.com/office/drawing/2014/main" id="{4428CC83-D37D-7E45-1845-72DE4847EE59}"/>
              </a:ext>
            </a:extLst>
          </p:cNvPr>
          <p:cNvSpPr txBox="1">
            <a:spLocks/>
          </p:cNvSpPr>
          <p:nvPr/>
        </p:nvSpPr>
        <p:spPr>
          <a:xfrm>
            <a:off x="503238" y="4273200"/>
            <a:ext cx="5402236" cy="223148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>
            <a:defPPr>
              <a:defRPr lang="de-DE"/>
            </a:defPPr>
            <a:lvl1pPr marL="0" algn="l" defTabSz="1088776" rtl="0" eaLnBrk="1" latinLnBrk="0" hangingPunct="1">
              <a:defRPr lang="de-DE" sz="21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1pPr>
            <a:lvl2pPr marL="544388" algn="l" defTabSz="1088776" rtl="0" eaLnBrk="1" latinLnBrk="0" hangingPunct="1">
              <a:buClr>
                <a:srgbClr val="FDB913"/>
              </a:buClr>
              <a:buSzPct val="100000"/>
              <a:buFont typeface="wingdings"/>
              <a:buChar char=""/>
              <a:defRPr lang="de-DE" sz="21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2pPr>
            <a:lvl3pPr marL="1088776" algn="l" defTabSz="1088776" rtl="0" eaLnBrk="1" latinLnBrk="0" hangingPunct="1">
              <a:buClr>
                <a:srgbClr val="666666"/>
              </a:buClr>
              <a:buSzPct val="80000"/>
              <a:buFont typeface="Wingdings"/>
              <a:buChar char="n"/>
              <a:defRPr lang="de-DE" sz="17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3pPr>
            <a:lvl4pPr marL="1633164" algn="l" defTabSz="1088776" rtl="0" eaLnBrk="1" latinLnBrk="0" hangingPunct="1">
              <a:buClr>
                <a:srgbClr val="666666"/>
              </a:buClr>
              <a:buSzPct val="80000"/>
              <a:buFont typeface="Arial"/>
              <a:buChar char=""/>
              <a:defRPr lang="de-DE" sz="14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4pPr>
            <a:lvl5pPr marL="2177552" algn="l" defTabSz="1088776" rtl="0" eaLnBrk="1" latinLnBrk="0" hangingPunct="1">
              <a:buClr>
                <a:srgbClr val="666666"/>
              </a:buClr>
              <a:buSzPct val="80000"/>
              <a:buFont typeface="Arial"/>
              <a:buChar char=""/>
              <a:defRPr lang="de-DE" sz="12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5pPr>
            <a:lvl6pPr marL="2721940" algn="l" defTabSz="1088776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66328" algn="l" defTabSz="1088776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810716" algn="l" defTabSz="1088776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355104" algn="l" defTabSz="1088776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400" noProof="0">
                <a:latin typeface="72 Brand" panose="020B0504030603020204" pitchFamily="34" charset="0"/>
                <a:cs typeface="72" panose="020B0503030000000003" pitchFamily="34" charset="0"/>
              </a:rPr>
              <a:t>Name, SAP</a:t>
            </a:r>
          </a:p>
        </p:txBody>
      </p:sp>
      <p:sp>
        <p:nvSpPr>
          <p:cNvPr id="4" name="Date - Dynamic" descr="{&quot;templafy&quot;:{&quot;id&quot;:&quot;7ab1e498-28f2-40e5-ad60-841aaaef527a&quot;}}">
            <a:extLst>
              <a:ext uri="{FF2B5EF4-FFF2-40B4-BE49-F238E27FC236}">
                <a16:creationId xmlns:a16="http://schemas.microsoft.com/office/drawing/2014/main" id="{EF764539-323A-9500-365F-054FED704F15}"/>
              </a:ext>
            </a:extLst>
          </p:cNvPr>
          <p:cNvSpPr txBox="1">
            <a:spLocks/>
          </p:cNvSpPr>
          <p:nvPr/>
        </p:nvSpPr>
        <p:spPr>
          <a:xfrm>
            <a:off x="503238" y="4539600"/>
            <a:ext cx="5402236" cy="223148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>
            <a:defPPr>
              <a:defRPr lang="de-DE"/>
            </a:defPPr>
            <a:lvl1pPr marL="0" algn="l" defTabSz="1088776" rtl="0" eaLnBrk="1" latinLnBrk="0" hangingPunct="1">
              <a:defRPr lang="de-DE" sz="21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1pPr>
            <a:lvl2pPr marL="544388" algn="l" defTabSz="1088776" rtl="0" eaLnBrk="1" latinLnBrk="0" hangingPunct="1">
              <a:buClr>
                <a:srgbClr val="FDB913"/>
              </a:buClr>
              <a:buSzPct val="100000"/>
              <a:buFont typeface="wingdings"/>
              <a:buChar char=""/>
              <a:defRPr lang="de-DE" sz="21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2pPr>
            <a:lvl3pPr marL="1088776" algn="l" defTabSz="1088776" rtl="0" eaLnBrk="1" latinLnBrk="0" hangingPunct="1">
              <a:buClr>
                <a:srgbClr val="666666"/>
              </a:buClr>
              <a:buSzPct val="80000"/>
              <a:buFont typeface="Wingdings"/>
              <a:buChar char="n"/>
              <a:defRPr lang="de-DE" sz="17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3pPr>
            <a:lvl4pPr marL="1633164" algn="l" defTabSz="1088776" rtl="0" eaLnBrk="1" latinLnBrk="0" hangingPunct="1">
              <a:buClr>
                <a:srgbClr val="666666"/>
              </a:buClr>
              <a:buSzPct val="80000"/>
              <a:buFont typeface="Arial"/>
              <a:buChar char=""/>
              <a:defRPr lang="de-DE" sz="14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4pPr>
            <a:lvl5pPr marL="2177552" algn="l" defTabSz="1088776" rtl="0" eaLnBrk="1" latinLnBrk="0" hangingPunct="1">
              <a:buClr>
                <a:srgbClr val="666666"/>
              </a:buClr>
              <a:buSzPct val="80000"/>
              <a:buFont typeface="Arial"/>
              <a:buChar char=""/>
              <a:defRPr lang="de-DE" sz="12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5pPr>
            <a:lvl6pPr marL="2721940" algn="l" defTabSz="1088776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66328" algn="l" defTabSz="1088776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810716" algn="l" defTabSz="1088776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355104" algn="l" defTabSz="1088776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400" noProof="0">
                <a:latin typeface="72 Brand" panose="020B0504030603020204" pitchFamily="34" charset="0"/>
                <a:cs typeface="72" panose="020B0503030000000003" pitchFamily="34" charset="0"/>
              </a:rPr>
              <a:t>Month Date, Year</a:t>
            </a:r>
          </a:p>
        </p:txBody>
      </p:sp>
      <p:pic>
        <p:nvPicPr>
          <p:cNvPr id="8" name="Picture Placeholder 7">
            <a:extLst>
              <a:ext uri="{FF2B5EF4-FFF2-40B4-BE49-F238E27FC236}">
                <a16:creationId xmlns:a16="http://schemas.microsoft.com/office/drawing/2014/main" id="{7A3B34E9-394B-1665-5C8F-D0A5EDF3E339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2"/>
          <a:srcRect l="4606" r="4606"/>
          <a:stretch>
            <a:fillRect/>
          </a:stretch>
        </p:blipFill>
        <p:spPr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492463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11930A8-9A7F-025F-C16E-DCB63B2F1B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>
                <a:solidFill>
                  <a:schemeClr val="tx1"/>
                </a:solidFill>
              </a:rPr>
              <a:t>Headline</a:t>
            </a:r>
          </a:p>
        </p:txBody>
      </p:sp>
    </p:spTree>
    <p:extLst>
      <p:ext uri="{BB962C8B-B14F-4D97-AF65-F5344CB8AC3E}">
        <p14:creationId xmlns:p14="http://schemas.microsoft.com/office/powerpoint/2010/main" val="34355245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4568C8-E5E4-63EA-2092-1C90DD0662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>
                <a:solidFill>
                  <a:schemeClr val="tx1"/>
                </a:solidFill>
              </a:rPr>
              <a:t>Headline</a:t>
            </a:r>
            <a:br>
              <a:rPr lang="en-US" noProof="0">
                <a:solidFill>
                  <a:schemeClr val="tx1"/>
                </a:solidFill>
              </a:rPr>
            </a:br>
            <a:r>
              <a:rPr lang="en-US" noProof="0">
                <a:solidFill>
                  <a:schemeClr val="tx1"/>
                </a:solidFill>
                <a:latin typeface="72 Brand" panose="020B0504030603020204" pitchFamily="34" charset="0"/>
              </a:rPr>
              <a:t>Sub-Headline</a:t>
            </a:r>
          </a:p>
        </p:txBody>
      </p:sp>
    </p:spTree>
    <p:extLst>
      <p:ext uri="{BB962C8B-B14F-4D97-AF65-F5344CB8AC3E}">
        <p14:creationId xmlns:p14="http://schemas.microsoft.com/office/powerpoint/2010/main" val="112221631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4F73F3-4D89-1822-966E-3152E04E24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C14F2A-841B-3DC6-F300-A33139AC66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>
                <a:solidFill>
                  <a:schemeClr val="tx1"/>
                </a:solidFill>
              </a:rPr>
              <a:t>Headline</a:t>
            </a:r>
            <a:br>
              <a:rPr lang="en-US" noProof="0">
                <a:solidFill>
                  <a:schemeClr val="tx1"/>
                </a:solidFill>
              </a:rPr>
            </a:br>
            <a:r>
              <a:rPr lang="en-US" noProof="0">
                <a:solidFill>
                  <a:schemeClr val="tx1"/>
                </a:solidFill>
                <a:latin typeface="72 Brand" panose="020B0504030603020204" pitchFamily="34" charset="0"/>
              </a:rPr>
              <a:t>Sub-Headline</a:t>
            </a:r>
          </a:p>
        </p:txBody>
      </p:sp>
      <p:sp>
        <p:nvSpPr>
          <p:cNvPr id="4" name="Spaker name - Dynamic" descr="{&quot;templafy&quot;:{&quot;id&quot;:&quot;13eca31f-2a44-4c6a-9a55-c2072cea1787&quot;}}">
            <a:extLst>
              <a:ext uri="{FF2B5EF4-FFF2-40B4-BE49-F238E27FC236}">
                <a16:creationId xmlns:a16="http://schemas.microsoft.com/office/drawing/2014/main" id="{0D68F8C1-1F21-B891-298D-E706A6B83870}"/>
              </a:ext>
            </a:extLst>
          </p:cNvPr>
          <p:cNvSpPr txBox="1">
            <a:spLocks/>
          </p:cNvSpPr>
          <p:nvPr/>
        </p:nvSpPr>
        <p:spPr>
          <a:xfrm>
            <a:off x="503238" y="4273200"/>
            <a:ext cx="5402236" cy="223148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>
            <a:defPPr>
              <a:defRPr lang="de-DE"/>
            </a:defPPr>
            <a:lvl1pPr marL="0" algn="l" defTabSz="1088776" rtl="0" eaLnBrk="1" latinLnBrk="0" hangingPunct="1">
              <a:defRPr lang="de-DE" sz="21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1pPr>
            <a:lvl2pPr marL="544388" algn="l" defTabSz="1088776" rtl="0" eaLnBrk="1" latinLnBrk="0" hangingPunct="1">
              <a:buClr>
                <a:srgbClr val="FDB913"/>
              </a:buClr>
              <a:buSzPct val="100000"/>
              <a:buFont typeface="wingdings"/>
              <a:buChar char=""/>
              <a:defRPr lang="de-DE" sz="21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2pPr>
            <a:lvl3pPr marL="1088776" algn="l" defTabSz="1088776" rtl="0" eaLnBrk="1" latinLnBrk="0" hangingPunct="1">
              <a:buClr>
                <a:srgbClr val="666666"/>
              </a:buClr>
              <a:buSzPct val="80000"/>
              <a:buFont typeface="Wingdings"/>
              <a:buChar char="n"/>
              <a:defRPr lang="de-DE" sz="17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3pPr>
            <a:lvl4pPr marL="1633164" algn="l" defTabSz="1088776" rtl="0" eaLnBrk="1" latinLnBrk="0" hangingPunct="1">
              <a:buClr>
                <a:srgbClr val="666666"/>
              </a:buClr>
              <a:buSzPct val="80000"/>
              <a:buFont typeface="Arial"/>
              <a:buChar char=""/>
              <a:defRPr lang="de-DE" sz="14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4pPr>
            <a:lvl5pPr marL="2177552" algn="l" defTabSz="1088776" rtl="0" eaLnBrk="1" latinLnBrk="0" hangingPunct="1">
              <a:buClr>
                <a:srgbClr val="666666"/>
              </a:buClr>
              <a:buSzPct val="80000"/>
              <a:buFont typeface="Arial"/>
              <a:buChar char=""/>
              <a:defRPr lang="de-DE" sz="12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5pPr>
            <a:lvl6pPr marL="2721940" algn="l" defTabSz="1088776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66328" algn="l" defTabSz="1088776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810716" algn="l" defTabSz="1088776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355104" algn="l" defTabSz="1088776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400" noProof="0">
                <a:latin typeface="72 Brand" panose="020B0504030603020204" pitchFamily="34" charset="0"/>
                <a:cs typeface="72" panose="020B0503030000000003" pitchFamily="34" charset="0"/>
              </a:rPr>
              <a:t>Name, SAP</a:t>
            </a:r>
          </a:p>
        </p:txBody>
      </p:sp>
      <p:sp>
        <p:nvSpPr>
          <p:cNvPr id="5" name="Date - Dynamic" descr="{&quot;templafy&quot;:{&quot;id&quot;:&quot;7ab1e498-28f2-40e5-ad60-841aaaef527a&quot;}}">
            <a:extLst>
              <a:ext uri="{FF2B5EF4-FFF2-40B4-BE49-F238E27FC236}">
                <a16:creationId xmlns:a16="http://schemas.microsoft.com/office/drawing/2014/main" id="{240C7266-57F7-776C-D5E3-EE028EC88C3D}"/>
              </a:ext>
            </a:extLst>
          </p:cNvPr>
          <p:cNvSpPr txBox="1">
            <a:spLocks/>
          </p:cNvSpPr>
          <p:nvPr/>
        </p:nvSpPr>
        <p:spPr>
          <a:xfrm>
            <a:off x="503238" y="4539600"/>
            <a:ext cx="5402236" cy="223148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>
            <a:defPPr>
              <a:defRPr lang="de-DE"/>
            </a:defPPr>
            <a:lvl1pPr marL="0" algn="l" defTabSz="1088776" rtl="0" eaLnBrk="1" latinLnBrk="0" hangingPunct="1">
              <a:defRPr lang="de-DE" sz="21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1pPr>
            <a:lvl2pPr marL="544388" algn="l" defTabSz="1088776" rtl="0" eaLnBrk="1" latinLnBrk="0" hangingPunct="1">
              <a:buClr>
                <a:srgbClr val="FDB913"/>
              </a:buClr>
              <a:buSzPct val="100000"/>
              <a:buFont typeface="wingdings"/>
              <a:buChar char=""/>
              <a:defRPr lang="de-DE" sz="21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2pPr>
            <a:lvl3pPr marL="1088776" algn="l" defTabSz="1088776" rtl="0" eaLnBrk="1" latinLnBrk="0" hangingPunct="1">
              <a:buClr>
                <a:srgbClr val="666666"/>
              </a:buClr>
              <a:buSzPct val="80000"/>
              <a:buFont typeface="Wingdings"/>
              <a:buChar char="n"/>
              <a:defRPr lang="de-DE" sz="17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3pPr>
            <a:lvl4pPr marL="1633164" algn="l" defTabSz="1088776" rtl="0" eaLnBrk="1" latinLnBrk="0" hangingPunct="1">
              <a:buClr>
                <a:srgbClr val="666666"/>
              </a:buClr>
              <a:buSzPct val="80000"/>
              <a:buFont typeface="Arial"/>
              <a:buChar char=""/>
              <a:defRPr lang="de-DE" sz="14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4pPr>
            <a:lvl5pPr marL="2177552" algn="l" defTabSz="1088776" rtl="0" eaLnBrk="1" latinLnBrk="0" hangingPunct="1">
              <a:buClr>
                <a:srgbClr val="666666"/>
              </a:buClr>
              <a:buSzPct val="80000"/>
              <a:buFont typeface="Arial"/>
              <a:buChar char=""/>
              <a:defRPr lang="de-DE" sz="12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5pPr>
            <a:lvl6pPr marL="2721940" algn="l" defTabSz="1088776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66328" algn="l" defTabSz="1088776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810716" algn="l" defTabSz="1088776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355104" algn="l" defTabSz="1088776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400" noProof="0">
                <a:latin typeface="72 Brand" panose="020B0504030603020204" pitchFamily="34" charset="0"/>
                <a:cs typeface="72" panose="020B0503030000000003" pitchFamily="34" charset="0"/>
              </a:rPr>
              <a:t>Month Date, Year</a:t>
            </a:r>
          </a:p>
        </p:txBody>
      </p:sp>
    </p:spTree>
    <p:extLst>
      <p:ext uri="{BB962C8B-B14F-4D97-AF65-F5344CB8AC3E}">
        <p14:creationId xmlns:p14="http://schemas.microsoft.com/office/powerpoint/2010/main" val="253084433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A8DA2A1-D57A-A424-4D69-874AF4442E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5D22E8-60E1-E22F-3C9D-A10B2C127B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000" y="1058592"/>
            <a:ext cx="11186476" cy="369332"/>
          </a:xfrm>
        </p:spPr>
        <p:txBody>
          <a:bodyPr/>
          <a:lstStyle/>
          <a:p>
            <a:r>
              <a:rPr lang="en-US" noProof="0"/>
              <a:t>Agenda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856D26FA-40C7-E893-4D16-5A15FC946E44}"/>
              </a:ext>
            </a:extLst>
          </p:cNvPr>
          <p:cNvGrpSpPr/>
          <p:nvPr/>
        </p:nvGrpSpPr>
        <p:grpSpPr>
          <a:xfrm>
            <a:off x="504000" y="1717170"/>
            <a:ext cx="7373174" cy="557844"/>
            <a:chOff x="504000" y="2004040"/>
            <a:chExt cx="7373174" cy="557844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2EA9BDE4-AAE3-3278-90CD-8DB4860B912A}"/>
                </a:ext>
              </a:extLst>
            </p:cNvPr>
            <p:cNvSpPr txBox="1"/>
            <p:nvPr/>
          </p:nvSpPr>
          <p:spPr>
            <a:xfrm>
              <a:off x="504000" y="2004040"/>
              <a:ext cx="833330" cy="55399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l" fontAlgn="base">
                <a:spcBef>
                  <a:spcPct val="5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</a:pPr>
              <a:r>
                <a:rPr lang="en-US" sz="3600" b="1" kern="0" noProof="0">
                  <a:latin typeface="72 Brand" panose="020B0504030603020204" pitchFamily="34" charset="0"/>
                  <a:ea typeface="72 Brand" pitchFamily="34" charset="-128"/>
                  <a:cs typeface="72 Brand" pitchFamily="34" charset="-128"/>
                </a:rPr>
                <a:t>01</a:t>
              </a:r>
              <a:endParaRPr lang="en-US" sz="3200" b="1" kern="0" noProof="0">
                <a:latin typeface="72 Brand" panose="020B0504030603020204" pitchFamily="34" charset="0"/>
                <a:ea typeface="72 Brand" pitchFamily="34" charset="-128"/>
                <a:cs typeface="72 Brand" pitchFamily="34" charset="-128"/>
              </a:endParaRP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98DE4FD3-54AE-20BD-2EE1-82DF5E4F9B0D}"/>
                </a:ext>
              </a:extLst>
            </p:cNvPr>
            <p:cNvSpPr txBox="1"/>
            <p:nvPr/>
          </p:nvSpPr>
          <p:spPr>
            <a:xfrm>
              <a:off x="1439999" y="2061747"/>
              <a:ext cx="6437175" cy="500137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spAutoFit/>
            </a:bodyPr>
            <a:lstStyle/>
            <a:p>
              <a:pPr algn="l" fontAlgn="base">
                <a:spcBef>
                  <a:spcPct val="5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</a:pPr>
              <a:r>
                <a:rPr lang="en-US" sz="1600" kern="0" noProof="0">
                  <a:latin typeface="72 Brand Medium" panose="020B0604030603020204" pitchFamily="34" charset="0"/>
                  <a:ea typeface="72 Brand" pitchFamily="34" charset="-128"/>
                  <a:cs typeface="72 Brand" pitchFamily="34" charset="-128"/>
                </a:rPr>
                <a:t>Agenda Sample Text</a:t>
              </a:r>
            </a:p>
            <a:p>
              <a:pPr fontAlgn="base">
                <a:spcBef>
                  <a:spcPct val="5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</a:pPr>
              <a:r>
                <a:rPr lang="en-US" sz="1100" kern="0" noProof="0">
                  <a:latin typeface="72 Brand" panose="020B0504030603020204" pitchFamily="34" charset="0"/>
                  <a:ea typeface="72 Brand" pitchFamily="34" charset="-128"/>
                  <a:cs typeface="72 Brand" pitchFamily="34" charset="-128"/>
                </a:rPr>
                <a:t>Short description</a:t>
              </a:r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9615DAAC-E556-AAF5-9535-0570371B371E}"/>
              </a:ext>
            </a:extLst>
          </p:cNvPr>
          <p:cNvGrpSpPr/>
          <p:nvPr/>
        </p:nvGrpSpPr>
        <p:grpSpPr>
          <a:xfrm>
            <a:off x="504000" y="2493613"/>
            <a:ext cx="7373174" cy="557844"/>
            <a:chOff x="504000" y="3013286"/>
            <a:chExt cx="7373174" cy="557844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B011D4DB-3762-F0AF-6C9D-41A8240C5063}"/>
                </a:ext>
              </a:extLst>
            </p:cNvPr>
            <p:cNvSpPr txBox="1"/>
            <p:nvPr/>
          </p:nvSpPr>
          <p:spPr>
            <a:xfrm>
              <a:off x="504000" y="3013286"/>
              <a:ext cx="833330" cy="55399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l" fontAlgn="base">
                <a:spcBef>
                  <a:spcPct val="5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</a:pPr>
              <a:r>
                <a:rPr lang="en-US" sz="3600" b="1" kern="0" noProof="0">
                  <a:latin typeface="72 Brand" panose="020B0504030603020204" pitchFamily="34" charset="0"/>
                  <a:ea typeface="72 Brand" pitchFamily="34" charset="-128"/>
                  <a:cs typeface="72 Brand" pitchFamily="34" charset="-128"/>
                </a:rPr>
                <a:t>02</a:t>
              </a:r>
              <a:endParaRPr lang="en-US" sz="3200" b="1" kern="0" noProof="0">
                <a:latin typeface="72 Brand" panose="020B0504030603020204" pitchFamily="34" charset="0"/>
                <a:ea typeface="72 Brand" pitchFamily="34" charset="-128"/>
                <a:cs typeface="72 Brand" pitchFamily="34" charset="-128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7ED145F3-B3A9-1693-5575-4D8B6D202FB0}"/>
                </a:ext>
              </a:extLst>
            </p:cNvPr>
            <p:cNvSpPr txBox="1"/>
            <p:nvPr/>
          </p:nvSpPr>
          <p:spPr>
            <a:xfrm>
              <a:off x="1439999" y="3070993"/>
              <a:ext cx="6437175" cy="500137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spAutoFit/>
            </a:bodyPr>
            <a:lstStyle/>
            <a:p>
              <a:pPr algn="l" fontAlgn="base">
                <a:spcBef>
                  <a:spcPct val="5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</a:pPr>
              <a:r>
                <a:rPr lang="en-US" sz="1600" kern="0" noProof="0">
                  <a:latin typeface="72 Brand Medium" panose="020B0604030603020204" pitchFamily="34" charset="0"/>
                  <a:ea typeface="72 Brand" pitchFamily="34" charset="-128"/>
                  <a:cs typeface="72 Brand" pitchFamily="34" charset="-128"/>
                </a:rPr>
                <a:t>Agenda Sample Text</a:t>
              </a:r>
            </a:p>
            <a:p>
              <a:pPr fontAlgn="base">
                <a:spcBef>
                  <a:spcPct val="5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</a:pPr>
              <a:r>
                <a:rPr lang="en-US" sz="1100" kern="0" noProof="0">
                  <a:latin typeface="72 Brand" panose="020B0504030603020204" pitchFamily="34" charset="0"/>
                  <a:ea typeface="72 Brand" pitchFamily="34" charset="-128"/>
                  <a:cs typeface="72 Brand" pitchFamily="34" charset="-128"/>
                </a:rPr>
                <a:t>Add a short description</a:t>
              </a: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545BBE4B-FA2A-B12D-3BEF-F10940F62ABA}"/>
              </a:ext>
            </a:extLst>
          </p:cNvPr>
          <p:cNvGrpSpPr/>
          <p:nvPr/>
        </p:nvGrpSpPr>
        <p:grpSpPr>
          <a:xfrm>
            <a:off x="504000" y="3270056"/>
            <a:ext cx="7373174" cy="557844"/>
            <a:chOff x="504000" y="4022532"/>
            <a:chExt cx="7373174" cy="557844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C2C8A3EB-3E04-C783-2002-9707C7A82DF1}"/>
                </a:ext>
              </a:extLst>
            </p:cNvPr>
            <p:cNvSpPr txBox="1"/>
            <p:nvPr/>
          </p:nvSpPr>
          <p:spPr>
            <a:xfrm>
              <a:off x="504000" y="4022532"/>
              <a:ext cx="833330" cy="55399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l" fontAlgn="base">
                <a:spcBef>
                  <a:spcPct val="5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</a:pPr>
              <a:r>
                <a:rPr lang="en-US" sz="3600" b="1" kern="0" noProof="0">
                  <a:latin typeface="72 Brand" panose="020B0504030603020204" pitchFamily="34" charset="0"/>
                  <a:ea typeface="72 Brand" pitchFamily="34" charset="-128"/>
                  <a:cs typeface="72 Brand" pitchFamily="34" charset="-128"/>
                </a:rPr>
                <a:t>03</a:t>
              </a:r>
              <a:endParaRPr lang="en-US" sz="3200" b="1" kern="0" noProof="0">
                <a:latin typeface="72 Brand" panose="020B0504030603020204" pitchFamily="34" charset="0"/>
                <a:ea typeface="72 Brand" pitchFamily="34" charset="-128"/>
                <a:cs typeface="72 Brand" pitchFamily="34" charset="-128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26982D8D-AC1D-2EEA-E254-E2CCB40FE451}"/>
                </a:ext>
              </a:extLst>
            </p:cNvPr>
            <p:cNvSpPr txBox="1"/>
            <p:nvPr/>
          </p:nvSpPr>
          <p:spPr>
            <a:xfrm>
              <a:off x="1439999" y="4080239"/>
              <a:ext cx="6437175" cy="500137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spAutoFit/>
            </a:bodyPr>
            <a:lstStyle/>
            <a:p>
              <a:pPr algn="l" fontAlgn="base">
                <a:spcBef>
                  <a:spcPct val="5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</a:pPr>
              <a:r>
                <a:rPr lang="en-US" sz="1600" kern="0" noProof="0">
                  <a:latin typeface="72 Brand Medium" panose="020B0604030603020204" pitchFamily="34" charset="0"/>
                  <a:ea typeface="72 Brand" pitchFamily="34" charset="-128"/>
                  <a:cs typeface="72 Brand" pitchFamily="34" charset="-128"/>
                </a:rPr>
                <a:t>Agenda Sample Text</a:t>
              </a:r>
            </a:p>
            <a:p>
              <a:pPr fontAlgn="base">
                <a:spcBef>
                  <a:spcPct val="5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</a:pPr>
              <a:r>
                <a:rPr lang="en-US" sz="1100" kern="0" noProof="0">
                  <a:latin typeface="72 Brand" panose="020B0504030603020204" pitchFamily="34" charset="0"/>
                  <a:ea typeface="72 Brand" pitchFamily="34" charset="-128"/>
                  <a:cs typeface="72 Brand" pitchFamily="34" charset="-128"/>
                </a:rPr>
                <a:t>Add a short description</a:t>
              </a: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E45B0FBD-5C4E-4DF8-0D89-873EAE884951}"/>
              </a:ext>
            </a:extLst>
          </p:cNvPr>
          <p:cNvGrpSpPr/>
          <p:nvPr/>
        </p:nvGrpSpPr>
        <p:grpSpPr>
          <a:xfrm>
            <a:off x="504000" y="4046499"/>
            <a:ext cx="7373174" cy="557844"/>
            <a:chOff x="504000" y="5031778"/>
            <a:chExt cx="7373174" cy="557844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7FFAD4F6-9914-2F9C-ACA2-B909EF96FA09}"/>
                </a:ext>
              </a:extLst>
            </p:cNvPr>
            <p:cNvSpPr txBox="1"/>
            <p:nvPr/>
          </p:nvSpPr>
          <p:spPr>
            <a:xfrm>
              <a:off x="504000" y="5031778"/>
              <a:ext cx="833330" cy="55399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l" fontAlgn="base">
                <a:spcBef>
                  <a:spcPct val="5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</a:pPr>
              <a:r>
                <a:rPr lang="en-US" sz="3600" b="1" kern="0" noProof="0">
                  <a:latin typeface="72 Brand" panose="020B0504030603020204" pitchFamily="34" charset="0"/>
                  <a:ea typeface="72 Brand" pitchFamily="34" charset="-128"/>
                  <a:cs typeface="72 Brand" pitchFamily="34" charset="-128"/>
                </a:rPr>
                <a:t>04</a:t>
              </a:r>
              <a:endParaRPr lang="en-US" sz="3200" b="1" kern="0" noProof="0">
                <a:latin typeface="72 Brand" panose="020B0504030603020204" pitchFamily="34" charset="0"/>
                <a:ea typeface="72 Brand" pitchFamily="34" charset="-128"/>
                <a:cs typeface="72 Brand" pitchFamily="34" charset="-128"/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805F1386-63D0-95FA-51D1-D589E4406D15}"/>
                </a:ext>
              </a:extLst>
            </p:cNvPr>
            <p:cNvSpPr txBox="1"/>
            <p:nvPr/>
          </p:nvSpPr>
          <p:spPr>
            <a:xfrm>
              <a:off x="1439999" y="5089485"/>
              <a:ext cx="6437175" cy="500137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spAutoFit/>
            </a:bodyPr>
            <a:lstStyle/>
            <a:p>
              <a:pPr algn="l" fontAlgn="base">
                <a:spcBef>
                  <a:spcPct val="5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</a:pPr>
              <a:r>
                <a:rPr lang="en-US" sz="1600" kern="0" noProof="0">
                  <a:latin typeface="72 Brand Medium" panose="020B0604030603020204" pitchFamily="34" charset="0"/>
                  <a:ea typeface="72 Brand" pitchFamily="34" charset="-128"/>
                  <a:cs typeface="72 Brand" pitchFamily="34" charset="-128"/>
                </a:rPr>
                <a:t>Agenda Sample Text</a:t>
              </a:r>
            </a:p>
            <a:p>
              <a:pPr fontAlgn="base">
                <a:spcBef>
                  <a:spcPct val="5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</a:pPr>
              <a:r>
                <a:rPr lang="en-US" sz="1100" kern="0" noProof="0">
                  <a:latin typeface="72 Brand" panose="020B0504030603020204" pitchFamily="34" charset="0"/>
                  <a:ea typeface="72 Brand" pitchFamily="34" charset="-128"/>
                  <a:cs typeface="72 Brand" pitchFamily="34" charset="-128"/>
                </a:rPr>
                <a:t>Add a short description</a:t>
              </a: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3956E5CE-5B3A-6038-0FB0-294626D63AA1}"/>
              </a:ext>
            </a:extLst>
          </p:cNvPr>
          <p:cNvGrpSpPr/>
          <p:nvPr/>
        </p:nvGrpSpPr>
        <p:grpSpPr>
          <a:xfrm>
            <a:off x="504000" y="4822942"/>
            <a:ext cx="7373174" cy="557844"/>
            <a:chOff x="504000" y="5031778"/>
            <a:chExt cx="7373174" cy="557844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B6455E4E-7EDC-B791-2F3F-AA322B312ABE}"/>
                </a:ext>
              </a:extLst>
            </p:cNvPr>
            <p:cNvSpPr txBox="1"/>
            <p:nvPr/>
          </p:nvSpPr>
          <p:spPr>
            <a:xfrm>
              <a:off x="504000" y="5031778"/>
              <a:ext cx="833330" cy="55399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l" fontAlgn="base">
                <a:spcBef>
                  <a:spcPct val="5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</a:pPr>
              <a:r>
                <a:rPr lang="en-US" sz="3600" b="1" kern="0" noProof="0">
                  <a:latin typeface="72 Brand" panose="020B0504030603020204" pitchFamily="34" charset="0"/>
                  <a:ea typeface="72 Brand" pitchFamily="34" charset="-128"/>
                  <a:cs typeface="72 Brand" pitchFamily="34" charset="-128"/>
                </a:rPr>
                <a:t>05</a:t>
              </a:r>
              <a:endParaRPr lang="en-US" sz="3200" b="1" kern="0" noProof="0">
                <a:latin typeface="72 Brand" panose="020B0504030603020204" pitchFamily="34" charset="0"/>
                <a:ea typeface="72 Brand" pitchFamily="34" charset="-128"/>
                <a:cs typeface="72 Brand" pitchFamily="34" charset="-128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A82A4B3B-B448-ADE2-8959-C80A4999EF49}"/>
                </a:ext>
              </a:extLst>
            </p:cNvPr>
            <p:cNvSpPr txBox="1"/>
            <p:nvPr/>
          </p:nvSpPr>
          <p:spPr>
            <a:xfrm>
              <a:off x="1439999" y="5089485"/>
              <a:ext cx="6437175" cy="500137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spAutoFit/>
            </a:bodyPr>
            <a:lstStyle/>
            <a:p>
              <a:pPr algn="l" fontAlgn="base">
                <a:spcBef>
                  <a:spcPct val="5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</a:pPr>
              <a:r>
                <a:rPr lang="en-US" sz="1600" kern="0" noProof="0">
                  <a:latin typeface="72 Brand Medium" panose="020B0604030603020204" pitchFamily="34" charset="0"/>
                  <a:ea typeface="72 Brand" pitchFamily="34" charset="-128"/>
                  <a:cs typeface="72 Brand" pitchFamily="34" charset="-128"/>
                </a:rPr>
                <a:t>Agenda Sample Text</a:t>
              </a:r>
            </a:p>
            <a:p>
              <a:pPr fontAlgn="base">
                <a:spcBef>
                  <a:spcPct val="5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</a:pPr>
              <a:r>
                <a:rPr lang="en-US" sz="1100" kern="0" noProof="0">
                  <a:latin typeface="72 Brand" panose="020B0504030603020204" pitchFamily="34" charset="0"/>
                  <a:ea typeface="72 Brand" pitchFamily="34" charset="-128"/>
                  <a:cs typeface="72 Brand" pitchFamily="34" charset="-128"/>
                </a:rPr>
                <a:t>Add a short description</a:t>
              </a:r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ED1BDFBA-EF04-AE6B-4379-2A91DBA75199}"/>
              </a:ext>
            </a:extLst>
          </p:cNvPr>
          <p:cNvGrpSpPr/>
          <p:nvPr/>
        </p:nvGrpSpPr>
        <p:grpSpPr>
          <a:xfrm>
            <a:off x="504000" y="5599384"/>
            <a:ext cx="7373174" cy="557844"/>
            <a:chOff x="504000" y="5031778"/>
            <a:chExt cx="7373174" cy="557844"/>
          </a:xfrm>
        </p:grpSpPr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3CE7F01C-2537-5068-9E8E-E495802C3BC3}"/>
                </a:ext>
              </a:extLst>
            </p:cNvPr>
            <p:cNvSpPr txBox="1"/>
            <p:nvPr/>
          </p:nvSpPr>
          <p:spPr>
            <a:xfrm>
              <a:off x="504000" y="5031778"/>
              <a:ext cx="833330" cy="55399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l" fontAlgn="base">
                <a:spcBef>
                  <a:spcPct val="5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</a:pPr>
              <a:r>
                <a:rPr lang="en-US" sz="3600" b="1" kern="0" noProof="0">
                  <a:latin typeface="72 Brand" panose="020B0504030603020204" pitchFamily="34" charset="0"/>
                  <a:ea typeface="72 Brand" pitchFamily="34" charset="-128"/>
                  <a:cs typeface="72 Brand" pitchFamily="34" charset="-128"/>
                </a:rPr>
                <a:t>05</a:t>
              </a:r>
              <a:endParaRPr lang="en-US" sz="3200" b="1" kern="0" noProof="0">
                <a:latin typeface="72 Brand" panose="020B0504030603020204" pitchFamily="34" charset="0"/>
                <a:ea typeface="72 Brand" pitchFamily="34" charset="-128"/>
                <a:cs typeface="72 Brand" pitchFamily="34" charset="-128"/>
              </a:endParaRP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13B76028-8F29-E69E-F478-956F8EA46741}"/>
                </a:ext>
              </a:extLst>
            </p:cNvPr>
            <p:cNvSpPr txBox="1"/>
            <p:nvPr/>
          </p:nvSpPr>
          <p:spPr>
            <a:xfrm>
              <a:off x="1439999" y="5089485"/>
              <a:ext cx="6437175" cy="500137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spAutoFit/>
            </a:bodyPr>
            <a:lstStyle/>
            <a:p>
              <a:pPr algn="l" fontAlgn="base">
                <a:spcBef>
                  <a:spcPct val="5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</a:pPr>
              <a:r>
                <a:rPr lang="en-US" sz="1600" kern="0" noProof="0">
                  <a:latin typeface="72 Brand Medium" panose="020B0604030603020204" pitchFamily="34" charset="0"/>
                  <a:ea typeface="72 Brand" pitchFamily="34" charset="-128"/>
                  <a:cs typeface="72 Brand" pitchFamily="34" charset="-128"/>
                </a:rPr>
                <a:t>Agenda Sample Text</a:t>
              </a:r>
            </a:p>
            <a:p>
              <a:pPr fontAlgn="base">
                <a:spcBef>
                  <a:spcPct val="5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</a:pPr>
              <a:r>
                <a:rPr lang="en-US" sz="1100" kern="0" noProof="0">
                  <a:latin typeface="72 Brand" panose="020B0504030603020204" pitchFamily="34" charset="0"/>
                  <a:ea typeface="72 Brand" pitchFamily="34" charset="-128"/>
                  <a:cs typeface="72 Brand" pitchFamily="34" charset="-128"/>
                </a:rPr>
                <a:t>Add a short description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31374181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71DFD0-0A57-8938-3D77-4F3F0EA358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000" y="1058592"/>
            <a:ext cx="11186476" cy="369332"/>
          </a:xfrm>
        </p:spPr>
        <p:txBody>
          <a:bodyPr/>
          <a:lstStyle/>
          <a:p>
            <a:r>
              <a:rPr lang="en-US" noProof="0"/>
              <a:t>Logos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8A46DA9-E9EF-CA80-B9AE-6284D61757A8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4000" y="4517126"/>
            <a:ext cx="2740737" cy="135706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34F8854-31E6-F77E-F87B-593179FEF7E7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4000" y="3032563"/>
            <a:ext cx="2740737" cy="135706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926B7BC-DDFC-355C-F52B-6D24D5613747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4000" y="1548000"/>
            <a:ext cx="2740737" cy="1357064"/>
          </a:xfrm>
          <a:prstGeom prst="rect">
            <a:avLst/>
          </a:prstGeom>
        </p:spPr>
      </p:pic>
      <p:pic>
        <p:nvPicPr>
          <p:cNvPr id="13" name="Picture 12" descr="ziyoforum">
            <a:extLst>
              <a:ext uri="{FF2B5EF4-FFF2-40B4-BE49-F238E27FC236}">
                <a16:creationId xmlns:a16="http://schemas.microsoft.com/office/drawing/2014/main" id="{4D2470C5-FE1A-7C88-ED3E-A321D1C522FF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04309" y="3032563"/>
            <a:ext cx="4749725" cy="1357064"/>
          </a:xfrm>
          <a:prstGeom prst="rect">
            <a:avLst/>
          </a:prstGeom>
        </p:spPr>
      </p:pic>
      <p:pic>
        <p:nvPicPr>
          <p:cNvPr id="14" name="Picture 13" descr="File:Logo Ziyo.png">
            <a:extLst>
              <a:ext uri="{FF2B5EF4-FFF2-40B4-BE49-F238E27FC236}">
                <a16:creationId xmlns:a16="http://schemas.microsoft.com/office/drawing/2014/main" id="{CDD9E469-E153-9527-2F63-79C291DF5A6B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04309" y="4792092"/>
            <a:ext cx="3001199" cy="1357064"/>
          </a:xfrm>
          <a:prstGeom prst="rect">
            <a:avLst/>
          </a:prstGeom>
        </p:spPr>
      </p:pic>
      <p:pic>
        <p:nvPicPr>
          <p:cNvPr id="17" name="Picture 16" descr="ziyoforum">
            <a:extLst>
              <a:ext uri="{FF2B5EF4-FFF2-40B4-BE49-F238E27FC236}">
                <a16:creationId xmlns:a16="http://schemas.microsoft.com/office/drawing/2014/main" id="{0F980533-06C6-5B09-8C53-D0B59DBCB0FB}"/>
              </a:ext>
            </a:extLst>
          </p:cNvPr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4704310" y="1338855"/>
            <a:ext cx="1516382" cy="1357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9768002"/>
      </p:ext>
    </p:extLst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517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91440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22252A"/>
                </a:solidFill>
                <a:latin typeface="Arial"/>
              </a:rPr>
              <a:t>Content Strategy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713232"/>
            <a:ext cx="11183112" cy="36576"/>
          </a:xfrm>
          <a:prstGeom prst="rect">
            <a:avLst/>
          </a:prstGeom>
          <a:solidFill>
            <a:srgbClr val="28A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877824"/>
            <a:ext cx="3547872" cy="5440680"/>
          </a:xfrm>
          <a:prstGeom prst="roundRect">
            <a:avLst>
              <a:gd name="adj" fmla="val 3000"/>
            </a:avLst>
          </a:prstGeom>
          <a:solidFill>
            <a:srgbClr val="F4F6F8"/>
          </a:solidFill>
          <a:ln w="9525">
            <a:solidFill>
              <a:srgbClr val="DD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877824"/>
            <a:ext cx="3547872" cy="365760"/>
          </a:xfrm>
          <a:prstGeom prst="roundRect">
            <a:avLst>
              <a:gd name="adj" fmla="val 5000"/>
            </a:avLst>
          </a:prstGeom>
          <a:solidFill>
            <a:srgbClr val="28A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7512" y="914400"/>
            <a:ext cx="3319272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Arial"/>
              </a:rPr>
              <a:t>EVENTS</a:t>
            </a:r>
          </a:p>
        </p:txBody>
      </p:sp>
      <p:sp>
        <p:nvSpPr>
          <p:cNvPr id="8" name="Right Triangle 7"/>
          <p:cNvSpPr/>
          <p:nvPr/>
        </p:nvSpPr>
        <p:spPr>
          <a:xfrm rot="5400000">
            <a:off x="704088" y="1389888"/>
            <a:ext cx="201168" cy="128016"/>
          </a:xfrm>
          <a:prstGeom prst="rtTriangle">
            <a:avLst/>
          </a:prstGeom>
          <a:solidFill>
            <a:srgbClr val="28A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353312"/>
            <a:ext cx="3300984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22252A"/>
                </a:solidFill>
                <a:latin typeface="Arial"/>
              </a:rPr>
              <a:t>Regular Events</a:t>
            </a:r>
          </a:p>
        </p:txBody>
      </p:sp>
      <p:sp>
        <p:nvSpPr>
          <p:cNvPr id="10" name="Right Triangle 9"/>
          <p:cNvSpPr/>
          <p:nvPr/>
        </p:nvSpPr>
        <p:spPr>
          <a:xfrm rot="5400000">
            <a:off x="704088" y="1755648"/>
            <a:ext cx="201168" cy="128016"/>
          </a:xfrm>
          <a:prstGeom prst="rtTriangle">
            <a:avLst/>
          </a:prstGeom>
          <a:solidFill>
            <a:srgbClr val="28A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1719072"/>
            <a:ext cx="3300984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22252A"/>
                </a:solidFill>
                <a:latin typeface="Arial"/>
              </a:rPr>
              <a:t>One-Off Events</a:t>
            </a:r>
          </a:p>
        </p:txBody>
      </p:sp>
      <p:sp>
        <p:nvSpPr>
          <p:cNvPr id="12" name="Right Triangle 11"/>
          <p:cNvSpPr/>
          <p:nvPr/>
        </p:nvSpPr>
        <p:spPr>
          <a:xfrm rot="5400000">
            <a:off x="704088" y="2121408"/>
            <a:ext cx="201168" cy="128016"/>
          </a:xfrm>
          <a:prstGeom prst="rtTriangle">
            <a:avLst/>
          </a:prstGeom>
          <a:solidFill>
            <a:srgbClr val="28A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084831"/>
            <a:ext cx="3300984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22252A"/>
                </a:solidFill>
                <a:latin typeface="Arial"/>
              </a:rPr>
              <a:t>"Ziyo Cup" Fun Events</a:t>
            </a:r>
          </a:p>
        </p:txBody>
      </p:sp>
      <p:sp>
        <p:nvSpPr>
          <p:cNvPr id="14" name="Right Triangle 13"/>
          <p:cNvSpPr/>
          <p:nvPr/>
        </p:nvSpPr>
        <p:spPr>
          <a:xfrm rot="5400000">
            <a:off x="704088" y="2487168"/>
            <a:ext cx="201168" cy="128016"/>
          </a:xfrm>
          <a:prstGeom prst="rtTriangle">
            <a:avLst/>
          </a:prstGeom>
          <a:solidFill>
            <a:srgbClr val="28A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2450591"/>
            <a:ext cx="3300984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22252A"/>
                </a:solidFill>
                <a:latin typeface="Arial"/>
              </a:rPr>
              <a:t>Podcast</a:t>
            </a:r>
          </a:p>
        </p:txBody>
      </p:sp>
      <p:sp>
        <p:nvSpPr>
          <p:cNvPr id="16" name="Right Triangle 15"/>
          <p:cNvSpPr/>
          <p:nvPr/>
        </p:nvSpPr>
        <p:spPr>
          <a:xfrm rot="5400000">
            <a:off x="704088" y="2852927"/>
            <a:ext cx="201168" cy="128016"/>
          </a:xfrm>
          <a:prstGeom prst="rtTriangle">
            <a:avLst/>
          </a:prstGeom>
          <a:solidFill>
            <a:srgbClr val="28A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2816351"/>
            <a:ext cx="3300984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22252A"/>
                </a:solidFill>
                <a:latin typeface="Arial"/>
              </a:rPr>
              <a:t>Video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88536" y="877824"/>
            <a:ext cx="3547872" cy="5440680"/>
          </a:xfrm>
          <a:prstGeom prst="roundRect">
            <a:avLst>
              <a:gd name="adj" fmla="val 3000"/>
            </a:avLst>
          </a:prstGeom>
          <a:solidFill>
            <a:srgbClr val="F4F6F8"/>
          </a:solidFill>
          <a:ln w="9525">
            <a:solidFill>
              <a:srgbClr val="DD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288536" y="877824"/>
            <a:ext cx="3547872" cy="365760"/>
          </a:xfrm>
          <a:prstGeom prst="roundRect">
            <a:avLst>
              <a:gd name="adj" fmla="val 5000"/>
            </a:avLst>
          </a:prstGeom>
          <a:solidFill>
            <a:srgbClr val="45BC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53127" y="914400"/>
            <a:ext cx="3319272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Arial"/>
              </a:rPr>
              <a:t>CURATED CONTENT</a:t>
            </a:r>
          </a:p>
        </p:txBody>
      </p:sp>
      <p:sp>
        <p:nvSpPr>
          <p:cNvPr id="21" name="Right Triangle 20"/>
          <p:cNvSpPr/>
          <p:nvPr/>
        </p:nvSpPr>
        <p:spPr>
          <a:xfrm rot="5400000">
            <a:off x="4489703" y="1389888"/>
            <a:ext cx="201168" cy="128016"/>
          </a:xfrm>
          <a:prstGeom prst="rtTriangle">
            <a:avLst/>
          </a:prstGeom>
          <a:solidFill>
            <a:srgbClr val="45BC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745736" y="1353312"/>
            <a:ext cx="3300984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22252A"/>
                </a:solidFill>
                <a:latin typeface="Arial"/>
              </a:rPr>
              <a:t>News (e.g. Arlod Media)</a:t>
            </a:r>
          </a:p>
        </p:txBody>
      </p:sp>
      <p:sp>
        <p:nvSpPr>
          <p:cNvPr id="23" name="Right Triangle 22"/>
          <p:cNvSpPr/>
          <p:nvPr/>
        </p:nvSpPr>
        <p:spPr>
          <a:xfrm rot="5400000">
            <a:off x="4489703" y="1755648"/>
            <a:ext cx="201168" cy="128016"/>
          </a:xfrm>
          <a:prstGeom prst="rtTriangle">
            <a:avLst/>
          </a:prstGeom>
          <a:solidFill>
            <a:srgbClr val="45BC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45736" y="1719072"/>
            <a:ext cx="3300984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22252A"/>
                </a:solidFill>
                <a:latin typeface="Arial"/>
              </a:rPr>
              <a:t>Scholarships &amp; Grants</a:t>
            </a:r>
          </a:p>
        </p:txBody>
      </p:sp>
      <p:sp>
        <p:nvSpPr>
          <p:cNvPr id="25" name="Right Triangle 24"/>
          <p:cNvSpPr/>
          <p:nvPr/>
        </p:nvSpPr>
        <p:spPr>
          <a:xfrm rot="5400000">
            <a:off x="4489703" y="2121408"/>
            <a:ext cx="201168" cy="128016"/>
          </a:xfrm>
          <a:prstGeom prst="rtTriangle">
            <a:avLst/>
          </a:prstGeom>
          <a:solidFill>
            <a:srgbClr val="45BC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745736" y="2084831"/>
            <a:ext cx="3300984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22252A"/>
                </a:solidFill>
                <a:latin typeface="Arial"/>
              </a:rPr>
              <a:t>Internship Listings</a:t>
            </a:r>
          </a:p>
        </p:txBody>
      </p:sp>
      <p:sp>
        <p:nvSpPr>
          <p:cNvPr id="27" name="Right Triangle 26"/>
          <p:cNvSpPr/>
          <p:nvPr/>
        </p:nvSpPr>
        <p:spPr>
          <a:xfrm rot="5400000">
            <a:off x="4489703" y="2487168"/>
            <a:ext cx="201168" cy="128016"/>
          </a:xfrm>
          <a:prstGeom prst="rtTriangle">
            <a:avLst/>
          </a:prstGeom>
          <a:solidFill>
            <a:srgbClr val="45BC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745736" y="2450591"/>
            <a:ext cx="3300984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22252A"/>
                </a:solidFill>
                <a:latin typeface="Arial"/>
              </a:rPr>
              <a:t>Research Opportunities</a:t>
            </a:r>
          </a:p>
        </p:txBody>
      </p:sp>
      <p:sp>
        <p:nvSpPr>
          <p:cNvPr id="29" name="Right Triangle 28"/>
          <p:cNvSpPr/>
          <p:nvPr/>
        </p:nvSpPr>
        <p:spPr>
          <a:xfrm rot="5400000">
            <a:off x="4489703" y="2852927"/>
            <a:ext cx="201168" cy="128016"/>
          </a:xfrm>
          <a:prstGeom prst="rtTriangle">
            <a:avLst/>
          </a:prstGeom>
          <a:solidFill>
            <a:srgbClr val="45BC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745736" y="2816351"/>
            <a:ext cx="3300984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22252A"/>
                </a:solidFill>
                <a:latin typeface="Arial"/>
              </a:rPr>
              <a:t>Anything Else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074152" y="877824"/>
            <a:ext cx="3547872" cy="5440680"/>
          </a:xfrm>
          <a:prstGeom prst="roundRect">
            <a:avLst>
              <a:gd name="adj" fmla="val 3000"/>
            </a:avLst>
          </a:prstGeom>
          <a:solidFill>
            <a:srgbClr val="F4F6F8"/>
          </a:solidFill>
          <a:ln w="9525">
            <a:solidFill>
              <a:srgbClr val="DD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8074152" y="877824"/>
            <a:ext cx="3547872" cy="365760"/>
          </a:xfrm>
          <a:prstGeom prst="roundRect">
            <a:avLst>
              <a:gd name="adj" fmla="val 5000"/>
            </a:avLst>
          </a:prstGeom>
          <a:solidFill>
            <a:srgbClr val="9424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38744" y="914400"/>
            <a:ext cx="3319272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Arial"/>
              </a:rPr>
              <a:t>PARTNERSHIPS</a:t>
            </a:r>
          </a:p>
        </p:txBody>
      </p:sp>
      <p:sp>
        <p:nvSpPr>
          <p:cNvPr id="34" name="Right Triangle 33"/>
          <p:cNvSpPr/>
          <p:nvPr/>
        </p:nvSpPr>
        <p:spPr>
          <a:xfrm rot="5400000">
            <a:off x="8275320" y="1389888"/>
            <a:ext cx="201168" cy="128016"/>
          </a:xfrm>
          <a:prstGeom prst="rtTriangle">
            <a:avLst/>
          </a:prstGeom>
          <a:solidFill>
            <a:srgbClr val="9424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531352" y="1353312"/>
            <a:ext cx="3300983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22252A"/>
                </a:solidFill>
                <a:latin typeface="Arial"/>
              </a:rPr>
              <a:t>Active vs. Non-Active Partners</a:t>
            </a:r>
          </a:p>
        </p:txBody>
      </p:sp>
      <p:sp>
        <p:nvSpPr>
          <p:cNvPr id="36" name="Right Triangle 35"/>
          <p:cNvSpPr/>
          <p:nvPr/>
        </p:nvSpPr>
        <p:spPr>
          <a:xfrm rot="5400000">
            <a:off x="8275320" y="1755648"/>
            <a:ext cx="201168" cy="128016"/>
          </a:xfrm>
          <a:prstGeom prst="rtTriangle">
            <a:avLst/>
          </a:prstGeom>
          <a:solidFill>
            <a:srgbClr val="9424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531352" y="1719072"/>
            <a:ext cx="3300983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22252A"/>
                </a:solidFill>
                <a:latin typeface="Arial"/>
              </a:rPr>
              <a:t>Ambassadors</a:t>
            </a:r>
          </a:p>
        </p:txBody>
      </p:sp>
      <p:sp>
        <p:nvSpPr>
          <p:cNvPr id="38" name="Right Triangle 37"/>
          <p:cNvSpPr/>
          <p:nvPr/>
        </p:nvSpPr>
        <p:spPr>
          <a:xfrm rot="5400000">
            <a:off x="8275320" y="2121408"/>
            <a:ext cx="201168" cy="128016"/>
          </a:xfrm>
          <a:prstGeom prst="rtTriangle">
            <a:avLst/>
          </a:prstGeom>
          <a:solidFill>
            <a:srgbClr val="9424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531352" y="2084831"/>
            <a:ext cx="3300983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22252A"/>
                </a:solidFill>
                <a:latin typeface="Arial"/>
              </a:rPr>
              <a:t>Cross-Funding from Partners?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2920" y="6373368"/>
            <a:ext cx="111831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1">
                <a:solidFill>
                  <a:srgbClr val="5B6670"/>
                </a:solidFill>
                <a:latin typeface="Arial"/>
              </a:rPr>
              <a:t>Content Sourcing: identify Uzbek-specific needs (e.g. Cybersecurity, STEM, Language)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02920" y="6537960"/>
            <a:ext cx="11365992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0" i="0">
                <a:solidFill>
                  <a:srgbClr val="5B6670"/>
                </a:solidFill>
                <a:latin typeface="Arial"/>
              </a:rPr>
              <a:t>Ziyo App · Product Vision Workshop · October 2026  ·  Content Strategy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517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91440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22252A"/>
                </a:solidFill>
                <a:latin typeface="Arial"/>
              </a:rPr>
              <a:t>Info Needed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713232"/>
            <a:ext cx="11183112" cy="36576"/>
          </a:xfrm>
          <a:prstGeom prst="rect">
            <a:avLst/>
          </a:prstGeom>
          <a:solidFill>
            <a:srgbClr val="28A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005840"/>
            <a:ext cx="73152" cy="402336"/>
          </a:xfrm>
          <a:prstGeom prst="roundRect">
            <a:avLst/>
          </a:prstGeom>
          <a:solidFill>
            <a:srgbClr val="28A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05840"/>
            <a:ext cx="1051560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22252A"/>
                </a:solidFill>
                <a:latin typeface="Arial"/>
              </a:rPr>
              <a:t>Usage / View Statistics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463040"/>
            <a:ext cx="11183112" cy="10972"/>
          </a:xfrm>
          <a:prstGeom prst="rect">
            <a:avLst/>
          </a:prstGeom>
          <a:solidFill>
            <a:srgbClr val="DDE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02920" y="1664208"/>
            <a:ext cx="73152" cy="402336"/>
          </a:xfrm>
          <a:prstGeom prst="roundRect">
            <a:avLst/>
          </a:prstGeom>
          <a:solidFill>
            <a:srgbClr val="45BC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664208"/>
            <a:ext cx="1051560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22252A"/>
                </a:solidFill>
                <a:latin typeface="Arial"/>
              </a:rPr>
              <a:t>List of Events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2121408"/>
            <a:ext cx="11183112" cy="10972"/>
          </a:xfrm>
          <a:prstGeom prst="rect">
            <a:avLst/>
          </a:prstGeom>
          <a:solidFill>
            <a:srgbClr val="DDE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02920" y="2322576"/>
            <a:ext cx="73152" cy="402336"/>
          </a:xfrm>
          <a:prstGeom prst="roundRect">
            <a:avLst/>
          </a:prstGeom>
          <a:solidFill>
            <a:srgbClr val="EF5B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322576"/>
            <a:ext cx="1051560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22252A"/>
                </a:solidFill>
                <a:latin typeface="Arial"/>
              </a:rPr>
              <a:t>List of Media Assets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2779776"/>
            <a:ext cx="11183112" cy="10972"/>
          </a:xfrm>
          <a:prstGeom prst="rect">
            <a:avLst/>
          </a:prstGeom>
          <a:solidFill>
            <a:srgbClr val="DDE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02920" y="2980944"/>
            <a:ext cx="73152" cy="402336"/>
          </a:xfrm>
          <a:prstGeom prst="roundRect">
            <a:avLst/>
          </a:prstGeom>
          <a:solidFill>
            <a:srgbClr val="9424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2980944"/>
            <a:ext cx="1051560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22252A"/>
                </a:solidFill>
                <a:latin typeface="Arial"/>
              </a:rPr>
              <a:t>Ambassadors Info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3438144"/>
            <a:ext cx="11183112" cy="10972"/>
          </a:xfrm>
          <a:prstGeom prst="rect">
            <a:avLst/>
          </a:prstGeom>
          <a:solidFill>
            <a:srgbClr val="DDE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02920" y="3639311"/>
            <a:ext cx="73152" cy="402336"/>
          </a:xfrm>
          <a:prstGeom prst="roundRect">
            <a:avLst/>
          </a:prstGeom>
          <a:solidFill>
            <a:srgbClr val="FFCC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3639311"/>
            <a:ext cx="1051560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22252A"/>
                </a:solidFill>
                <a:latin typeface="Arial"/>
              </a:rPr>
              <a:t>Funding of Events &amp; Media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4096511"/>
            <a:ext cx="11183112" cy="10972"/>
          </a:xfrm>
          <a:prstGeom prst="rect">
            <a:avLst/>
          </a:prstGeom>
          <a:solidFill>
            <a:srgbClr val="DDE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6537960"/>
            <a:ext cx="11365992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0" i="0">
                <a:solidFill>
                  <a:srgbClr val="5B6670"/>
                </a:solidFill>
                <a:latin typeface="Arial"/>
              </a:rPr>
              <a:t>Ziyo App · Product Vision Workshop · October 2026  ·  Info Needed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517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91440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22252A"/>
                </a:solidFill>
                <a:latin typeface="Arial"/>
              </a:rPr>
              <a:t>Ideas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713232"/>
            <a:ext cx="11183112" cy="36576"/>
          </a:xfrm>
          <a:prstGeom prst="rect">
            <a:avLst/>
          </a:prstGeom>
          <a:solidFill>
            <a:srgbClr val="28A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ight Triangle 4"/>
          <p:cNvSpPr/>
          <p:nvPr/>
        </p:nvSpPr>
        <p:spPr>
          <a:xfrm rot="5400000">
            <a:off x="502920" y="1088136"/>
            <a:ext cx="256032" cy="164592"/>
          </a:xfrm>
          <a:prstGeom prst="rtTriangle">
            <a:avLst/>
          </a:prstGeom>
          <a:solidFill>
            <a:srgbClr val="28A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86968" y="1005840"/>
            <a:ext cx="1078992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2252A"/>
                </a:solidFill>
                <a:latin typeface="Arial"/>
              </a:rPr>
              <a:t>Tiering for Partners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463040"/>
            <a:ext cx="11183112" cy="10972"/>
          </a:xfrm>
          <a:prstGeom prst="rect">
            <a:avLst/>
          </a:prstGeom>
          <a:solidFill>
            <a:srgbClr val="DDE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ight Triangle 7"/>
          <p:cNvSpPr/>
          <p:nvPr/>
        </p:nvSpPr>
        <p:spPr>
          <a:xfrm rot="5400000">
            <a:off x="502920" y="1746504"/>
            <a:ext cx="256032" cy="164592"/>
          </a:xfrm>
          <a:prstGeom prst="rtTriangle">
            <a:avLst/>
          </a:prstGeom>
          <a:solidFill>
            <a:srgbClr val="45BC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1664208"/>
            <a:ext cx="1078992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2252A"/>
                </a:solidFill>
                <a:latin typeface="Arial"/>
              </a:rPr>
              <a:t>"Easy Way to Capture Content" (LD concept)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2121408"/>
            <a:ext cx="11183112" cy="10972"/>
          </a:xfrm>
          <a:prstGeom prst="rect">
            <a:avLst/>
          </a:prstGeom>
          <a:solidFill>
            <a:srgbClr val="DDE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ight Triangle 10"/>
          <p:cNvSpPr/>
          <p:nvPr/>
        </p:nvSpPr>
        <p:spPr>
          <a:xfrm rot="5400000">
            <a:off x="502920" y="2404872"/>
            <a:ext cx="256032" cy="164592"/>
          </a:xfrm>
          <a:prstGeom prst="rtTriangle">
            <a:avLst/>
          </a:prstGeom>
          <a:solidFill>
            <a:srgbClr val="EF5B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86968" y="2322576"/>
            <a:ext cx="1078992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2252A"/>
                </a:solidFill>
                <a:latin typeface="Arial"/>
              </a:rPr>
              <a:t>Visibility for Ambassadors + Feature Partner Orgs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2779776"/>
            <a:ext cx="11183112" cy="10972"/>
          </a:xfrm>
          <a:prstGeom prst="rect">
            <a:avLst/>
          </a:prstGeom>
          <a:solidFill>
            <a:srgbClr val="DDE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ight Triangle 13"/>
          <p:cNvSpPr/>
          <p:nvPr/>
        </p:nvSpPr>
        <p:spPr>
          <a:xfrm rot="5400000">
            <a:off x="502920" y="3063239"/>
            <a:ext cx="256032" cy="164592"/>
          </a:xfrm>
          <a:prstGeom prst="rtTriangle">
            <a:avLst/>
          </a:prstGeom>
          <a:solidFill>
            <a:srgbClr val="9424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86968" y="2980944"/>
            <a:ext cx="1078992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2252A"/>
                </a:solidFill>
                <a:latin typeface="Arial"/>
              </a:rPr>
              <a:t>Join Forces on Ziyo App / Rewards → Complete Student Portfolio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3438144"/>
            <a:ext cx="11183112" cy="10972"/>
          </a:xfrm>
          <a:prstGeom prst="rect">
            <a:avLst/>
          </a:prstGeom>
          <a:solidFill>
            <a:srgbClr val="DDE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ight Triangle 16"/>
          <p:cNvSpPr/>
          <p:nvPr/>
        </p:nvSpPr>
        <p:spPr>
          <a:xfrm rot="5400000">
            <a:off x="502920" y="3721607"/>
            <a:ext cx="256032" cy="164592"/>
          </a:xfrm>
          <a:prstGeom prst="rtTriangle">
            <a:avLst/>
          </a:prstGeom>
          <a:solidFill>
            <a:srgbClr val="FFCC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6968" y="3639311"/>
            <a:ext cx="1078992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2252A"/>
                </a:solidFill>
                <a:latin typeface="Arial"/>
              </a:rPr>
              <a:t>Alumni Support &amp; Success Stories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4096511"/>
            <a:ext cx="11183112" cy="10972"/>
          </a:xfrm>
          <a:prstGeom prst="rect">
            <a:avLst/>
          </a:prstGeom>
          <a:solidFill>
            <a:srgbClr val="DDE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ight Triangle 19"/>
          <p:cNvSpPr/>
          <p:nvPr/>
        </p:nvSpPr>
        <p:spPr>
          <a:xfrm rot="5400000">
            <a:off x="502920" y="4379975"/>
            <a:ext cx="256032" cy="164592"/>
          </a:xfrm>
          <a:prstGeom prst="rtTriangle">
            <a:avLst/>
          </a:prstGeom>
          <a:solidFill>
            <a:srgbClr val="652E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86968" y="4297679"/>
            <a:ext cx="1078992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2252A"/>
                </a:solidFill>
                <a:latin typeface="Arial"/>
              </a:rPr>
              <a:t>Mentoring / Coaching / Peer-to-Peer Coaching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4754879"/>
            <a:ext cx="11183112" cy="10972"/>
          </a:xfrm>
          <a:prstGeom prst="rect">
            <a:avLst/>
          </a:prstGeom>
          <a:solidFill>
            <a:srgbClr val="DDE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6537960"/>
            <a:ext cx="11365992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0" i="0">
                <a:solidFill>
                  <a:srgbClr val="5B6670"/>
                </a:solidFill>
                <a:latin typeface="Arial"/>
              </a:rPr>
              <a:t>Ziyo App · Product Vision Workshop · October 2026  ·  Ideas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AGENDA" val="TOC TOCShowsSubsections Dividers SectionNumber SlideNumber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2915f3e2-8299-477b-bc6f-b8374767579c&quot; /&gt;"/>
  <p:tag name="SP_POWERSHAPE" val="&lt;PowerShapeTag ClassVersion=&quot;0&quot; GUID=&quot;482b1744-6a2c-4e40-b634-2f3943210f4d&quot; IsConsolidated=&quot;False&quot; IsTopLevel=&quot;True&quot; Source=&quot;Group 4&quot; Layer=&quot;Group 4&quot; /&gt;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1f6e42f0-6172-48f1-b7b3-938d21934801&quot; /&gt;"/>
  <p:tag name="SP_POWERSHAPE" val="&lt;PowerShapeTag ClassVersion=&quot;0&quot; GUID=&quot;d49074d4-1016-448b-856a-9ab9e2544118&quot; IsConsolidated=&quot;False&quot; IsTopLevel=&quot;True&quot; Source=&quot;Group 5&quot; Layer=&quot;Group 5&quot; /&gt;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3ac6243e-138b-4d24-9233-68986636b925&quot; /&gt;"/>
  <p:tag name="SP_POWERSHAPE" val="&lt;PowerShapeTag ClassVersion=&quot;0&quot; GUID=&quot;b4a0a1cc-0b52-49b0-80fe-c3d6b9aabd20&quot; IsConsolidated=&quot;False&quot; IsTopLevel=&quot;True&quot; Source=&quot;Harvey 8&quot; Layer=&quot;Harvey 8&quot; /&gt;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d5f66dcd-7c8d-4661-849b-23a9587c15e3&quot; /&gt;"/>
  <p:tag name="SP_POWERSHAPE" val="&lt;PowerShapeTag ClassVersion=&quot;0&quot; GUID=&quot;81f1f80b-b882-418d-8bbb-9c38d8d27274&quot; IsConsolidated=&quot;False&quot; IsTopLevel=&quot;True&quot; Layer=&quot;Harvey 100&quot; Source=&quot;Harvey 100&quot; /&gt;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0/100 [0]&quot; Source=&quot;Harvey 100&quot; /&gt;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1/100 [1]&quot; Source=&quot;Harvey 100&quot; /&gt;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2/100 [2]&quot; Source=&quot;Harvey 100&quot; /&gt;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3/100 [3]&quot; Source=&quot;Harvey 100&quot; /&gt;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4/100 [4]&quot; Source=&quot;Harvey 100&quot; /&gt;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5/100 [5]&quot; Source=&quot;Harvey 100&quot; /&gt;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6/100 [6]&quot; Source=&quot;Harvey 100&quot; /&gt;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7/100 [7]&quot; Source=&quot;Harvey 100&quot; /&gt;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8/100 [8]&quot; Source=&quot;Harvey 100&quot; /&gt;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9/100 [9]&quot; Source=&quot;Harvey 100&quot; /&gt;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10/100 [10]&quot; Source=&quot;Harvey 100&quot; /&gt;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11/100 [11]&quot; Source=&quot;Harvey 100&quot; /&gt;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12/100 [12]&quot; Source=&quot;Harvey 100&quot; /&gt;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13/100 [13]&quot; Source=&quot;Harvey 100&quot; /&gt;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14/100 [14]&quot; Source=&quot;Harvey 100&quot; /&gt;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15/100 [15]&quot; Source=&quot;Harvey 100&quot; /&gt;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16/100 [16]&quot; Source=&quot;Harvey 100&quot; /&gt;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17/100 [17]&quot; Source=&quot;Harvey 100&quot; /&gt;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18/100 [18]&quot; Source=&quot;Harvey 100&quot; /&gt;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19/100 [19]&quot; Source=&quot;Harvey 100&quot; /&gt;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20/100 [20]&quot; Source=&quot;Harvey 100&quot; /&gt;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21/100 [21]&quot; Source=&quot;Harvey 100&quot; /&gt;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22/100 [22]&quot; Source=&quot;Harvey 100&quot; /&gt;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23/100 [23]&quot; Source=&quot;Harvey 100&quot; /&gt;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24/100 [24]&quot; Source=&quot;Harvey 100&quot; /&gt;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25/100 [25]&quot; Source=&quot;Harvey 100&quot; /&gt;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26/100 [26]&quot; Source=&quot;Harvey 100&quot; /&gt;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27/100 [27]&quot; Source=&quot;Harvey 100&quot; /&gt;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28/100 [28]&quot; Source=&quot;Harvey 100&quot; /&gt;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29/100 [29]&quot; Source=&quot;Harvey 100&quot; /&gt;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30/100 [30]&quot; Source=&quot;Harvey 100&quot; /&gt;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31/100 [31]&quot; Source=&quot;Harvey 100&quot; /&gt;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32/100 [32]&quot; Source=&quot;Harvey 100&quot; /&gt;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33/100 [33]&quot; Source=&quot;Harvey 100&quot; /&gt;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34/100 [34]&quot; Source=&quot;Harvey 100&quot; /&gt;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35/100 [35]&quot; Source=&quot;Harvey 100&quot; /&gt;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36/100 [36]&quot; Source=&quot;Harvey 100&quot; /&gt;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37/100 [37]&quot; Source=&quot;Harvey 100&quot; /&gt;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38/100 [38]&quot; Source=&quot;Harvey 100&quot; /&gt;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39/100 [39]&quot; Source=&quot;Harvey 100&quot; /&gt;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40/100 [40]&quot; Source=&quot;Harvey 100&quot; /&gt;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41/100 [41]&quot; Source=&quot;Harvey 100&quot; /&gt;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42/100 [42]&quot; Source=&quot;Harvey 100&quot; /&gt;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43/100 [43]&quot; Source=&quot;Harvey 100&quot; /&gt;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44/100 [44]&quot; Source=&quot;Harvey 100&quot; /&gt;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45/100 [45]&quot; Source=&quot;Harvey 100&quot; /&gt;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46/100 [46]&quot; Source=&quot;Harvey 100&quot; /&gt;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47/100 [47]&quot; Source=&quot;Harvey 100&quot; /&gt;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48/100 [48]&quot; Source=&quot;Harvey 100&quot; /&gt;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49/100 [49]&quot; Source=&quot;Harvey 100&quot; /&gt;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50/100 [50]&quot; Source=&quot;Harvey 100&quot; /&gt;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51/100 [51]&quot; Source=&quot;Harvey 100&quot; /&gt;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52/100 [52]&quot; Source=&quot;Harvey 100&quot; /&gt;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53/100 [53]&quot; Source=&quot;Harvey 100&quot; /&gt;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54/100 [54]&quot; Source=&quot;Harvey 100&quot; /&gt;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55/100 [55]&quot; Source=&quot;Harvey 100&quot; /&gt;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56/100 [56]&quot; Source=&quot;Harvey 100&quot; /&gt;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57/100 [57]&quot; Source=&quot;Harvey 100&quot; /&gt;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58/100 [58]&quot; Source=&quot;Harvey 100&quot; /&gt;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59/100 [59]&quot; Source=&quot;Harvey 100&quot; /&gt;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60/100 [60]&quot; Source=&quot;Harvey 100&quot; /&gt;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61/100 [61]&quot; Source=&quot;Harvey 100&quot; /&gt;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62/100 [62]&quot; Source=&quot;Harvey 100&quot; /&gt;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63/100 [63]&quot; Source=&quot;Harvey 100&quot; /&gt;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64/100 [64]&quot; Source=&quot;Harvey 100&quot; /&gt;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65/100 [65]&quot; Source=&quot;Harvey 100&quot; /&gt;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66/100 [66]&quot; Source=&quot;Harvey 100&quot; /&gt;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67/100 [67]&quot; Source=&quot;Harvey 100&quot; /&gt;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68/100 [68]&quot; Source=&quot;Harvey 100&quot; /&gt;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69/100 [69]&quot; Source=&quot;Harvey 100&quot; /&gt;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70/100 [70]&quot; Source=&quot;Harvey 100&quot; /&gt;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71/100 [71]&quot; Source=&quot;Harvey 100&quot; /&gt;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72/100 [72]&quot; Source=&quot;Harvey 100&quot; /&gt;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73/100 [73]&quot; Source=&quot;Harvey 100&quot; /&gt;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74/100 [74]&quot; Source=&quot;Harvey 100&quot; /&gt;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75/100 [75]&quot; Source=&quot;Harvey 100&quot; /&gt;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76/100 [76]&quot; Source=&quot;Harvey 100&quot; /&gt;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77/100 [77]&quot; Source=&quot;Harvey 100&quot; /&gt;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78/100 [78]&quot; Source=&quot;Harvey 100&quot; /&gt;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79/100 [79]&quot; Source=&quot;Harvey 100&quot; /&gt;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80/100 [80]&quot; Source=&quot;Harvey 100&quot; /&gt;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81/100 [81]&quot; Source=&quot;Harvey 100&quot; /&gt;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82/100 [82]&quot; Source=&quot;Harvey 100&quot; /&gt;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83/100 [83]&quot; Source=&quot;Harvey 100&quot; /&gt;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84/100 [84]&quot; Source=&quot;Harvey 100&quot; /&gt;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85/100 [85]&quot; Source=&quot;Harvey 100&quot; /&gt;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86/100 [86]&quot; Source=&quot;Harvey 100&quot; /&gt;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87/100 [87]&quot; Source=&quot;Harvey 100&quot; /&gt;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88/100 [88]&quot; Source=&quot;Harvey 100&quot; /&gt;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89/100 [89]&quot; Source=&quot;Harvey 100&quot; /&gt;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90/100 [90]&quot; Source=&quot;Harvey 100&quot; /&gt;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91/100 [91]&quot; Source=&quot;Harvey 100&quot; /&gt;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92/100 [92]&quot; Source=&quot;Harvey 100&quot; /&gt;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93/100 [93]&quot; Source=&quot;Harvey 100&quot; /&gt;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94/100 [94]&quot; Source=&quot;Harvey 100&quot; /&gt;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95/100 [95]&quot; Source=&quot;Harvey 100&quot; /&gt;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96/100 [96]&quot; Source=&quot;Harvey 100&quot; /&gt;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97/100 [97]&quot; Source=&quot;Harvey 100&quot; /&gt;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98/100 [98]&quot; Source=&quot;Harvey 100&quot; /&gt;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99/100 [99]&quot; Source=&quot;Harvey 100&quot; /&gt;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100/100 [100]&quot; Source=&quot;Harvey 100&quot; /&gt;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3ac6243e-138b-4d24-9233-68986636b925&quot; /&gt;"/>
  <p:tag name="SP_POWERSHAPE" val="&lt;PowerShapeTag ClassVersion=&quot;0&quot; GUID=&quot;b4a0a1cc-0b52-49b0-80fe-c3d6b9aabd20&quot; IsConsolidated=&quot;False&quot; IsTopLevel=&quot;False&quot; Source=&quot;Harvey 8&quot; Layer=&quot;Harvey 0/8 [0]&quot; /&gt;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3ac6243e-138b-4d24-9233-68986636b925&quot; /&gt;"/>
  <p:tag name="SP_POWERSHAPE" val="&lt;PowerShapeTag ClassVersion=&quot;0&quot; GUID=&quot;b4a0a1cc-0b52-49b0-80fe-c3d6b9aabd20&quot; IsConsolidated=&quot;False&quot; IsTopLevel=&quot;False&quot; Source=&quot;Harvey 8&quot; Layer=&quot;Harvey 1/8 [1]&quot; /&gt;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3ac6243e-138b-4d24-9233-68986636b925&quot; /&gt;"/>
  <p:tag name="SP_POWERSHAPE" val="&lt;PowerShapeTag ClassVersion=&quot;0&quot; GUID=&quot;b4a0a1cc-0b52-49b0-80fe-c3d6b9aabd20&quot; IsConsolidated=&quot;False&quot; IsTopLevel=&quot;False&quot; Source=&quot;Harvey 8&quot; Layer=&quot;Harvey 2/8 [2]&quot; /&gt;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3ac6243e-138b-4d24-9233-68986636b925&quot; /&gt;"/>
  <p:tag name="SP_POWERSHAPE" val="&lt;PowerShapeTag ClassVersion=&quot;0&quot; GUID=&quot;b4a0a1cc-0b52-49b0-80fe-c3d6b9aabd20&quot; IsConsolidated=&quot;False&quot; IsTopLevel=&quot;False&quot; Source=&quot;Harvey 8&quot; Layer=&quot;Harvey 3/8 [3]&quot; /&gt;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3ac6243e-138b-4d24-9233-68986636b925&quot; /&gt;"/>
  <p:tag name="SP_POWERSHAPE" val="&lt;PowerShapeTag ClassVersion=&quot;0&quot; GUID=&quot;b4a0a1cc-0b52-49b0-80fe-c3d6b9aabd20&quot; IsConsolidated=&quot;False&quot; IsTopLevel=&quot;False&quot; Source=&quot;Harvey 8&quot; Layer=&quot;Harvey 4/8 [4]&quot; /&gt;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3ac6243e-138b-4d24-9233-68986636b925&quot; /&gt;"/>
  <p:tag name="SP_POWERSHAPE" val="&lt;PowerShapeTag ClassVersion=&quot;0&quot; GUID=&quot;b4a0a1cc-0b52-49b0-80fe-c3d6b9aabd20&quot; IsConsolidated=&quot;False&quot; IsTopLevel=&quot;False&quot; Source=&quot;Harvey 8&quot; Layer=&quot;Harvey 5/8 [5]&quot; /&gt;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3ac6243e-138b-4d24-9233-68986636b925&quot; /&gt;"/>
  <p:tag name="SP_POWERSHAPE" val="&lt;PowerShapeTag ClassVersion=&quot;0&quot; GUID=&quot;b4a0a1cc-0b52-49b0-80fe-c3d6b9aabd20&quot; IsConsolidated=&quot;False&quot; IsTopLevel=&quot;False&quot; Source=&quot;Harvey 8&quot; Layer=&quot;Harvey 6/8 [6]&quot; /&gt;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3ac6243e-138b-4d24-9233-68986636b925&quot; /&gt;"/>
  <p:tag name="SP_POWERSHAPE" val="&lt;PowerShapeTag ClassVersion=&quot;0&quot; GUID=&quot;b4a0a1cc-0b52-49b0-80fe-c3d6b9aabd20&quot; IsConsolidated=&quot;False&quot; IsTopLevel=&quot;False&quot; Source=&quot;Harvey 8&quot; Layer=&quot;Harvey 7/8 [7]&quot; /&gt;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3ac6243e-138b-4d24-9233-68986636b925&quot; /&gt;"/>
  <p:tag name="SP_POWERSHAPE" val="&lt;PowerShapeTag ClassVersion=&quot;0&quot; GUID=&quot;b4a0a1cc-0b52-49b0-80fe-c3d6b9aabd20&quot; IsConsolidated=&quot;False&quot; IsTopLevel=&quot;False&quot; Source=&quot;Harvey 8&quot; Layer=&quot;Harvey 8/8 [8]&quot; /&gt;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1f6e42f0-6172-48f1-b7b3-938d21934801&quot; /&gt;"/>
  <p:tag name="SP_POWERSHAPE" val="&lt;PowerShapeTag ClassVersion=&quot;0&quot; GUID=&quot;d49074d4-1016-448b-856a-9ab9e2544118&quot; IsConsolidated=&quot;False&quot; IsTopLevel=&quot;False&quot; Source=&quot;Group 5&quot; Layer=&quot;Harvey 0/4 [0]&quot; /&gt;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1f6e42f0-6172-48f1-b7b3-938d21934801&quot; /&gt;"/>
  <p:tag name="SP_POWERSHAPE" val="&lt;PowerShapeTag ClassVersion=&quot;0&quot; GUID=&quot;d49074d4-1016-448b-856a-9ab9e2544118&quot; IsConsolidated=&quot;False&quot; IsTopLevel=&quot;False&quot; Source=&quot;Group 5&quot; Layer=&quot;Harvey 1/4 [1]&quot; /&gt;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1f6e42f0-6172-48f1-b7b3-938d21934801&quot; /&gt;"/>
  <p:tag name="SP_POWERSHAPE" val="&lt;PowerShapeTag ClassVersion=&quot;0&quot; GUID=&quot;d49074d4-1016-448b-856a-9ab9e2544118&quot; IsConsolidated=&quot;False&quot; IsTopLevel=&quot;False&quot; Source=&quot;Group 5&quot; Layer=&quot;Harvey 2/4 [2]&quot; /&gt;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1f6e42f0-6172-48f1-b7b3-938d21934801&quot; /&gt;"/>
  <p:tag name="SP_POWERSHAPE" val="&lt;PowerShapeTag ClassVersion=&quot;0&quot; GUID=&quot;d49074d4-1016-448b-856a-9ab9e2544118&quot; IsConsolidated=&quot;False&quot; IsTopLevel=&quot;False&quot; Source=&quot;Group 5&quot; Layer=&quot;Harvey 3/4 [3]&quot; /&gt;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1f6e42f0-6172-48f1-b7b3-938d21934801&quot; /&gt;"/>
  <p:tag name="SP_POWERSHAPE" val="&lt;PowerShapeTag ClassVersion=&quot;0&quot; GUID=&quot;d49074d4-1016-448b-856a-9ab9e2544118&quot; IsConsolidated=&quot;False&quot; IsTopLevel=&quot;False&quot; Source=&quot;Group 5&quot; Layer=&quot;Harvey 4/4 [4]&quot; /&gt;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2915f3e2-8299-477b-bc6f-b8374767579c&quot; /&gt;"/>
  <p:tag name="SP_POWERSHAPE" val="&lt;PowerShapeTag ClassVersion=&quot;0&quot; GUID=&quot;482b1744-6a2c-4e40-b634-2f3943210f4d&quot; IsConsolidated=&quot;False&quot; IsTopLevel=&quot;False&quot; Source=&quot;Group 4&quot; Layer=&quot;Harvey 0/3 [0]&quot; /&gt;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2915f3e2-8299-477b-bc6f-b8374767579c&quot; /&gt;"/>
  <p:tag name="SP_POWERSHAPE" val="&lt;PowerShapeTag ClassVersion=&quot;0&quot; GUID=&quot;482b1744-6a2c-4e40-b634-2f3943210f4d&quot; IsConsolidated=&quot;False&quot; IsTopLevel=&quot;False&quot; Source=&quot;Group 4&quot; Layer=&quot;Harvey 1/3 [1]&quot; /&gt;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2915f3e2-8299-477b-bc6f-b8374767579c&quot; /&gt;"/>
  <p:tag name="SP_POWERSHAPE" val="&lt;PowerShapeTag ClassVersion=&quot;0&quot; GUID=&quot;482b1744-6a2c-4e40-b634-2f3943210f4d&quot; IsConsolidated=&quot;False&quot; IsTopLevel=&quot;False&quot; Source=&quot;Group 4&quot; Layer=&quot;Harvey 2/3 [2]&quot; /&gt;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2915f3e2-8299-477b-bc6f-b8374767579c&quot; /&gt;"/>
  <p:tag name="SP_POWERSHAPE" val="&lt;PowerShapeTag ClassVersion=&quot;0&quot; GUID=&quot;482b1744-6a2c-4e40-b634-2f3943210f4d&quot; IsConsolidated=&quot;False&quot; IsTopLevel=&quot;False&quot; Source=&quot;Group 4&quot; Layer=&quot;Harvey 3/3 [3]&quot; /&gt;"/>
</p:tagLst>
</file>

<file path=ppt/theme/theme1.xml><?xml version="1.0" encoding="utf-8"?>
<a:theme xmlns:a="http://schemas.openxmlformats.org/drawingml/2006/main" name="SAP Template">
  <a:themeElements>
    <a:clrScheme name="SAP Colors 2023">
      <a:dk1>
        <a:srgbClr val="000000"/>
      </a:dk1>
      <a:lt1>
        <a:srgbClr val="FFFFFF"/>
      </a:lt1>
      <a:dk2>
        <a:srgbClr val="1B90FF"/>
      </a:dk2>
      <a:lt2>
        <a:srgbClr val="89D1FF"/>
      </a:lt2>
      <a:accent1>
        <a:srgbClr val="E76500"/>
      </a:accent1>
      <a:accent2>
        <a:srgbClr val="049F9A"/>
      </a:accent2>
      <a:accent3>
        <a:srgbClr val="36A41D"/>
      </a:accent3>
      <a:accent4>
        <a:srgbClr val="FA4F96"/>
      </a:accent4>
      <a:accent5>
        <a:srgbClr val="F31DED"/>
      </a:accent5>
      <a:accent6>
        <a:srgbClr val="7858FF"/>
      </a:accent6>
      <a:hlink>
        <a:srgbClr val="0070F2"/>
      </a:hlink>
      <a:folHlink>
        <a:srgbClr val="0070F2"/>
      </a:folHlink>
    </a:clrScheme>
    <a:fontScheme name="SAP 2023">
      <a:majorFont>
        <a:latin typeface="72 Brand Medium"/>
        <a:ea typeface=""/>
        <a:cs typeface=""/>
      </a:majorFont>
      <a:minorFont>
        <a:latin typeface="72 Brand"/>
        <a:ea typeface=""/>
        <a:cs typeface=""/>
      </a:minorFont>
    </a:fontScheme>
    <a:fmtScheme name="Median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gray">
        <a:noFill/>
        <a:ln w="28575" algn="ctr">
          <a:solidFill>
            <a:schemeClr val="tx1"/>
          </a:solidFill>
          <a:miter lim="800000"/>
          <a:headEnd/>
          <a:tailEnd/>
        </a:ln>
      </a:spPr>
      <a:bodyPr lIns="90000" tIns="72000" rIns="90000" bIns="72000" rtlCol="0" anchor="ctr"/>
      <a:lstStyle>
        <a:defPPr marR="0" algn="ctr" defTabSz="91440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>
            <a:srgbClr val="F0AB00"/>
          </a:buClr>
          <a:buSzPct val="80000"/>
          <a:tabLst/>
          <a:defRPr kumimoji="0" sz="1400" b="0" i="0" u="none" strike="noStrike" kern="0" cap="none" spc="0" normalizeH="0" baseline="0" noProof="0" dirty="0" err="1" smtClean="0">
            <a:ln>
              <a:noFill/>
            </a:ln>
            <a:effectLst/>
            <a:uLnTx/>
            <a:uFillTx/>
            <a:latin typeface="+mn-lt"/>
            <a:ea typeface="72 Brand" pitchFamily="34" charset="-128"/>
            <a:cs typeface="72 Brand" pitchFamily="34" charset="-128"/>
          </a:defRPr>
        </a:defPPr>
      </a:lstStyle>
    </a:spDef>
    <a:lnDef>
      <a:spPr>
        <a:ln w="25400">
          <a:solidFill>
            <a:schemeClr val="tx1"/>
          </a:solidFill>
          <a:headEnd type="none" w="med" len="med"/>
          <a:tailEnd type="none" w="med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  <a:ln w="28575">
          <a:noFill/>
        </a:ln>
      </a:spPr>
      <a:bodyPr wrap="square" lIns="0" tIns="0" rIns="0" bIns="0" rtlCol="0">
        <a:spAutoFit/>
      </a:bodyPr>
      <a:lstStyle>
        <a:defPPr algn="l" fontAlgn="base">
          <a:spcBef>
            <a:spcPct val="50000"/>
          </a:spcBef>
          <a:spcAft>
            <a:spcPct val="0"/>
          </a:spcAft>
          <a:buClr>
            <a:schemeClr val="tx1"/>
          </a:buClr>
          <a:buSzPct val="100000"/>
          <a:defRPr sz="1400" kern="0" dirty="0" err="1" smtClean="0">
            <a:latin typeface="72 Brand" panose="020B0504030603020204" pitchFamily="34" charset="0"/>
            <a:ea typeface="72 Brand" pitchFamily="34" charset="-128"/>
            <a:cs typeface="72 Brand" pitchFamily="34" charset="-128"/>
          </a:defRPr>
        </a:defPPr>
      </a:lstStyle>
    </a:txDef>
  </a:objectDefaults>
  <a:extraClrSchemeLst/>
  <a:custClrLst>
    <a:custClr name="Blue 2">
      <a:srgbClr val="D1EFFF"/>
    </a:custClr>
    <a:custClr name="Blue 4">
      <a:srgbClr val="89D1FF"/>
    </a:custClr>
    <a:custClr name="Blue 6">
      <a:srgbClr val="1B90FF"/>
    </a:custClr>
    <a:custClr name="Blue 7">
      <a:srgbClr val="0070F2"/>
    </a:custClr>
    <a:custClr name="Blue 10">
      <a:srgbClr val="002A86"/>
    </a:custClr>
    <a:custClr name="Blue 11">
      <a:srgbClr val="00144A"/>
    </a:custClr>
    <a:custClr name="Mango 2">
      <a:srgbClr val="FFF3B8"/>
    </a:custClr>
    <a:custClr name="Mango 4">
      <a:srgbClr val="FFC933"/>
    </a:custClr>
    <a:custClr name="Mango 6">
      <a:srgbClr val="E76500"/>
    </a:custClr>
    <a:custClr name="Mango 7">
      <a:srgbClr val="C35500"/>
    </a:custClr>
    <a:custClr name="Mango 10">
      <a:srgbClr val="6D1900"/>
    </a:custClr>
    <a:custClr name="Mango 11">
      <a:srgbClr val="450B00"/>
    </a:custClr>
    <a:custClr name="Teal 2">
      <a:srgbClr val="C2FCEE"/>
    </a:custClr>
    <a:custClr name="Teal 4">
      <a:srgbClr val="2CE0BF"/>
    </a:custClr>
    <a:custClr name="Teal 6">
      <a:srgbClr val="049F9A"/>
    </a:custClr>
    <a:custClr name="Teal 7">
      <a:srgbClr val="07838F"/>
    </a:custClr>
    <a:custClr name="Teal 10">
      <a:srgbClr val="02414C"/>
    </a:custClr>
    <a:custClr name="Teal 11">
      <a:srgbClr val="012931"/>
    </a:custClr>
    <a:custClr name="Green 2">
      <a:srgbClr val="EBF5CB"/>
    </a:custClr>
    <a:custClr name="Green 4">
      <a:srgbClr val="97DD40"/>
    </a:custClr>
    <a:custClr name="Green 6">
      <a:srgbClr val="36A41D"/>
    </a:custClr>
    <a:custClr name="Green 7">
      <a:srgbClr val="188918"/>
    </a:custClr>
    <a:custClr name="Green 10">
      <a:srgbClr val="164323"/>
    </a:custClr>
    <a:custClr name="Green 11">
      <a:srgbClr val="0E2B16"/>
    </a:custClr>
    <a:custClr name="Red 2">
      <a:srgbClr val="FFD5EA"/>
    </a:custClr>
    <a:custClr name="Red 4">
      <a:srgbClr val="FF8CB2"/>
    </a:custClr>
    <a:custClr name="Red 6">
      <a:srgbClr val="EE3939"/>
    </a:custClr>
    <a:custClr name="Red 7">
      <a:srgbClr val="D20A0A"/>
    </a:custClr>
    <a:custClr name="Red 10">
      <a:srgbClr val="5A0404"/>
    </a:custClr>
    <a:custClr name="Red 11">
      <a:srgbClr val="350000"/>
    </a:custClr>
    <a:custClr name="Raspberry 2">
      <a:srgbClr val="FFDCE8"/>
    </a:custClr>
    <a:custClr name="Raspberry 4">
      <a:srgbClr val="FEADC8"/>
    </a:custClr>
    <a:custClr name="Raspberry 6">
      <a:srgbClr val="FA4F96"/>
    </a:custClr>
    <a:custClr name="Raspberry 7">
      <a:srgbClr val="DF1278"/>
    </a:custClr>
    <a:custClr name="Raspberry 10">
      <a:srgbClr val="71014B"/>
    </a:custClr>
    <a:custClr name="Raspberry 11">
      <a:srgbClr val="510136"/>
    </a:custClr>
    <a:custClr name="Pink 2">
      <a:srgbClr val="FFDCF3"/>
    </a:custClr>
    <a:custClr name="Pink 4">
      <a:srgbClr val="FF8AF0"/>
    </a:custClr>
    <a:custClr name="Pink 6">
      <a:srgbClr val="F31DED"/>
    </a:custClr>
    <a:custClr name="Pink 7">
      <a:srgbClr val="CC00DC"/>
    </a:custClr>
    <a:custClr name="Pink 10">
      <a:srgbClr val="510080"/>
    </a:custClr>
    <a:custClr name="Pink 11">
      <a:srgbClr val="28004A"/>
    </a:custClr>
    <a:custClr name="Indigo 2">
      <a:srgbClr val="E2D8FF"/>
    </a:custClr>
    <a:custClr name="Indigo 4">
      <a:srgbClr val="B894FF"/>
    </a:custClr>
    <a:custClr name="Indigo 6">
      <a:srgbClr val="7858FF"/>
    </a:custClr>
    <a:custClr name="Indigo 7">
      <a:srgbClr val="5D36FF"/>
    </a:custClr>
    <a:custClr name="Indigo 10">
      <a:srgbClr val="1C0C6E"/>
    </a:custClr>
    <a:custClr name="Indigo 11">
      <a:srgbClr val="0E0637"/>
    </a:custClr>
  </a:custClrLst>
  <a:extLst>
    <a:ext uri="{05A4C25C-085E-4340-85A3-A5531E510DB2}">
      <thm15:themeFamily xmlns:thm15="http://schemas.microsoft.com/office/thememl/2012/main" name="SAP Corp.pptx" id="{587A00B1-B031-4433-B0F7-B777BBFCD3C9}" vid="{939EAAA2-FFD9-487D-9C18-F9CDCFEEE913}"/>
    </a:ext>
  </a:extLst>
</a:theme>
</file>

<file path=ppt/theme/theme2.xml><?xml version="1.0" encoding="utf-8"?>
<a:theme xmlns:a="http://schemas.openxmlformats.org/drawingml/2006/main" name="Office Theme">
  <a:themeElements>
    <a:clrScheme name="SAP_Colors2011_1.1">
      <a:dk1>
        <a:srgbClr val="000000"/>
      </a:dk1>
      <a:lt1>
        <a:srgbClr val="FFFFFF"/>
      </a:lt1>
      <a:dk2>
        <a:srgbClr val="0076CB"/>
      </a:dk2>
      <a:lt2>
        <a:srgbClr val="CCCCCC"/>
      </a:lt2>
      <a:accent1>
        <a:srgbClr val="F0AB00"/>
      </a:accent1>
      <a:accent2>
        <a:srgbClr val="666666"/>
      </a:accent2>
      <a:accent3>
        <a:srgbClr val="0076CB"/>
      </a:accent3>
      <a:accent4>
        <a:srgbClr val="4FB81C"/>
      </a:accent4>
      <a:accent5>
        <a:srgbClr val="E35500"/>
      </a:accent5>
      <a:accent6>
        <a:srgbClr val="760A85"/>
      </a:accent6>
      <a:hlink>
        <a:srgbClr val="666666"/>
      </a:hlink>
      <a:folHlink>
        <a:srgbClr val="CCCCCC"/>
      </a:folHlink>
    </a:clrScheme>
    <a:fontScheme name="SAP_Fonts2011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Median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custClrLst>
    <a:custClr name="Blue 2">
      <a:srgbClr val="D1EFFF"/>
    </a:custClr>
  </a:custClrLst>
</a:theme>
</file>

<file path=ppt/theme/theme3.xml><?xml version="1.0" encoding="utf-8"?>
<a:theme xmlns:a="http://schemas.openxmlformats.org/drawingml/2006/main" name="Office Theme">
  <a:themeElements>
    <a:clrScheme name="SAP_Colors2011">
      <a:dk1>
        <a:srgbClr val="000000"/>
      </a:dk1>
      <a:lt1>
        <a:srgbClr val="FFFFFF"/>
      </a:lt1>
      <a:dk2>
        <a:srgbClr val="00AFE3"/>
      </a:dk2>
      <a:lt2>
        <a:srgbClr val="CCCCCC"/>
      </a:lt2>
      <a:accent1>
        <a:srgbClr val="FDB913"/>
      </a:accent1>
      <a:accent2>
        <a:srgbClr val="626366"/>
      </a:accent2>
      <a:accent3>
        <a:srgbClr val="0082C9"/>
      </a:accent3>
      <a:accent4>
        <a:srgbClr val="4BBE44"/>
      </a:accent4>
      <a:accent5>
        <a:srgbClr val="B1D249"/>
      </a:accent5>
      <a:accent6>
        <a:srgbClr val="80298F"/>
      </a:accent6>
      <a:hlink>
        <a:srgbClr val="04357B"/>
      </a:hlink>
      <a:folHlink>
        <a:srgbClr val="999999"/>
      </a:folHlink>
    </a:clrScheme>
    <a:fontScheme name="SAP_Fonts2011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Median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custClrLst>
    <a:custClr name="Blue 2">
      <a:srgbClr val="D1EFFF"/>
    </a:custClr>
  </a:custClr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Relationship Id="rId2" Type="http://schemas.microsoft.com/office/2011/relationships/webextension" Target="webextension2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  <wetp:taskpane dockstate="right" visibility="0" width="350" row="0">
    <wetp:webextensionref xmlns:r="http://schemas.openxmlformats.org/officeDocument/2006/relationships" r:id="rId2"/>
  </wetp:taskpane>
</wetp:taskpanes>
</file>

<file path=ppt/webextensions/webextension1.xml><?xml version="1.0" encoding="utf-8"?>
<we:webextension xmlns:we="http://schemas.microsoft.com/office/webextensions/webextension/2010/11" id="{D0FCFAFA-D3D3-1441-8101-DA629D03A5D9}">
  <we:reference id="b0692d11-e342-a550-cfba-e8c57e47b8f1" version="1.0.0.8" store="EXCatalog" storeType="EXCatalog"/>
  <we:alternateReferences/>
  <we:properties/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E65AE667-A5F5-0F47-8627-5174A8B7EA47}">
  <we:reference id="b8d7a30b-109c-4c41-a1df-a6cb639730b5" version="2.0.0.5" store="EXCatalog" storeType="EXCatalog"/>
  <we:alternateReferences/>
  <we:properties/>
  <we:bindings/>
  <we:snapshot xmlns:r="http://schemas.openxmlformats.org/officeDocument/2006/relationships"/>
</we:webextension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4.xml"/></Relationships>
</file>

<file path=customXml/_rels/item5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5.xml"/></Relationships>
</file>

<file path=customXml/item1.xml><?xml version="1.0" encoding="utf-8"?>
<TemplafyTemplateConfiguration><![CDATA[{"elementsMetadata":[{"type":"shape","id":"ac503453-961c-454e-a265-acc820b54c40","elementConfiguration":{"inheritDimensions":"{{InheritDimensions.InheritNone}}","width":"","height":"1 cm","image":"{{Form.SAPLogo.SubbrandWhite}}","visibility":"","type":"image","disableUpdates":false}},{"type":"shape","id":"1cf9044e-8f82-4d5c-ab78-a92a55d758fe","elementConfiguration":{"inheritDimensions":"{{InheritDimensions.InheritNone}}","width":"","height":"1 cm","image":"{{Form.SAPLogo.SubbrandWhite}}","visibility":"","type":"image","disableUpdates":false}},{"type":"shape","id":"8031e150-e28c-48f5-bc23-d95cac3a2902","elementConfiguration":{"inheritDimensions":"{{InheritDimensions.InheritNone}}","width":"","height":"1 cm","image":"{{Form.SAPLogo.SubbrandBlue}}","visibility":"","type":"image","disableUpdates":false}},{"type":"shape","id":"357ff70f-1de5-4d51-aad2-51c0cf9b5611","elementConfiguration":{"inheritDimensions":"{{InheritDimensions.InheritNone}}","width":"","height":"1 cm","image":"{{Form.SAPLogo.SubbrandBlue}}","visibility":"","type":"image","disableUpdates":false}},{"type":"shape","id":"3072eac8-f615-4573-af48-f8bf691d6b9e","elementConfiguration":{"inheritDimensions":"{{InheritDimensions.InheritNone}}","width":"","height":"1 cm","image":"{{Form.SAPLogo.SubbrandBlack}}","visibility":"","type":"image","disableUpdates":false}},{"type":"shape","id":"f6b63be9-146f-4355-b4ef-6e3d37222459","elementConfiguration":{"inheritDimensions":"{{InheritDimensions.InheritNone}}","width":"","height":"1 cm","image":"{{Form.SAPLogo.SubbrandWhite}}","visibility":"","type":"image","disableUpdates":false}},{"type":"shape","id":"12118f0b-7745-4ea5-85c3-1b3b6bda4036","elementConfiguration":{"inheritDimensions":"{{InheritDimensions.InheritNone}}","width":"","height":"1 cm","image":"{{Form.SAPLogo.SubbrandBlue}}","visibility":"","type":"image","disableUpdates":false}},{"type":"shape","id":"6d5d147f-96be-424e-b54a-e907ed10c5df","elementConfiguration":{"inheritDimensions":"{{InheritDimensions.InheritNone}}","width":"","height":"1 cm","image":"{{Form.SAPLogo.SubbrandWhite}}","visibility":"","type":"image","disableUpdates":false}},{"type":"shape","id":"b40c0a34-001f-4cc8-810a-ebf1d48ddb8c","elementConfiguration":{"inheritDimensions":"{{InheritDimensions.InheritNone}}","width":"","height":"1 cm","image":"{{Form.SAPLogo.SubbrandWhite}}","visibility":"","type":"image","disableUpdates":false}},{"type":"shape","id":"206ae7fd-1375-41f0-b48b-3fc15a29814a","elementConfiguration":{"inheritDimensions":"{{InheritDimensions.InheritNone}}","width":"","height":"1 cm","image":"{{Form.SAPLogo.SubbrandBlack}}","visibility":"","type":"image","disableUpdates":false}},{"type":"shape","id":"031deffc-9edd-4fe1-83f3-0f1f73dcf271","elementConfiguration":{"inheritDimensions":"{{InheritDimensions.InheritNone}}","width":"","height":"1 cm","image":"{{Form.SAPLogo.SubbrandWhite}}","visibility":"","type":"image","disableUpdates":false}},{"type":"shape","id":"89d1f4dd-6a63-4473-8ce3-1481fdb46ccc","elementConfiguration":{"inheritDimensions":"{{InheritDimensions.InheritNone}}","width":"","height":"1 cm","image":"{{Form.SAPLogo.SubbrandBlue}}","visibility":"","type":"image","disableUpdates":false}},{"type":"shape","id":"f2f0d456-09a2-4d34-bcfc-b21343af3ff7","elementConfiguration":{"inheritDimensions":"{{InheritDimensions.InheritNone}}","width":"","height":"1 cm","image":"{{Form.SAPLogo.SubbrandBlack}}","visibility":"","type":"image","disableUpdates":false}},{"type":"shape","id":"7f2d7a43-4808-4134-a166-f24dfb88d30b","elementConfiguration":{"inheritDimensions":"{{InheritDimensions.InheritNone}}","width":"","height":"1 cm","image":"{{Form.SAPLogo.SubbrandBlue}}","visibility":"","type":"image","disableUpdates":false}},{"type":"shape","id":"13eca31f-2a44-4c6a-9a55-c2072cea1787","elementConfiguration":{"binding":"{{StringJoin(\", \", Form.SpeakerName,\"SAP\")}}","visibility":"","type":"text","disableUpdates":false,"renderAsMarkdown":false}},{"type":"shape","id":"7ab1e498-28f2-40e5-ad60-841aaaef527a","elementConfiguration":{"binding":"{{FormatDateTime(Form.Date,\"MMMM dd, yyyy\",\"en-US\")}}","visibility":"","type":"text","disableUpdates":false,"renderAsMarkdown":false}},{"type":"shape","id":"7943004a-110b-43f5-94a5-62a19d81b9fa","elementConfiguration":{"binding":"{{Form.SpeakerName}}","visibility":"","type":"text","disableUpdates":false,"renderAsMarkdown":false}},{"type":"shape","id":"90d1cd6e-26f4-46ba-ba31-fa49bdddf9df","elementConfiguration":{"binding":"{{Form.Position}}\n{{Form.Address}}\n{{Form.City}} \n{{Form.Email}}","visibility":"","type":"text","disableUpdates":false,"renderAsMarkdown":false}},{"type":"shape","id":"2887f854-7cf1-46b3-a100-cf982aae99a5","elementConfiguration":{"binding":"{{StringJoin(\", \", Form.SpeakerName,\"SAP\")}}","visibility":"","type":"text","disableUpdates":false,"renderAsMarkdown":false}},{"type":"shape","id":"b6f542c5-3834-451b-a281-2121cac5132a","elementConfiguration":{"binding":"{{FormatDateTime(Form.Date,\"MMMM dd, yyyy\",\"en-US\")}}","visibility":"","type":"text","disableUpdates":false,"renderAsMarkdown":false}},{"type":"shape","id":"abd1b381-9a30-44bf-ac22-103b28c5edcc","elementConfiguration":{"binding":"{{StringJoin(\", \", Form.SpeakerName,\"SAP\")}}","visibility":"","type":"text","disableUpdates":false,"renderAsMarkdown":false}},{"type":"shape","id":"41a42eb8-1d53-4f94-b875-8ba9fe7e18b7","elementConfiguration":{"binding":"{{FormatDateTime(Form.Date,\"MMMM dd, yyyy\",\"en-US\")}}","visibility":"","type":"text","disableUpdates":false,"renderAsMarkdown":false}},{"type":"shape","id":"070432c1-3aeb-48f1-93d2-d434891fff5a","elementConfiguration":{"binding":"{{StringJoin(\", \", Form.SpeakerName,\"SAP\")}}","visibility":"","type":"text","disableUpdates":false,"renderAsMarkdown":false}},{"type":"shape","id":"9d9224ff-bbdc-4a3e-a31c-6fcbb18846c9","elementConfiguration":{"binding":"{{FormatDateTime(Form.Date,\"MMMM dd, yyyy\",\"en-US\")}}","visibility":"","type":"text","disableUpdates":false,"renderAsMarkdown":false}}],"transformationConfigurations":[],"templateName":"SAP Corp","templateDescription":"","enableDocumentContentUpdater":true,"version":"2.0"}]]></TemplafyTemplateConfiguration>
</file>

<file path=customXml/item2.xml><?xml version="1.0" encoding="utf-8"?>
<TemplafyFormConfiguration><![CDATA[{"formFields":[{"distinct":false,"hideIfNoUserInteractionRequired":false,"required":true,"autoSelectFirstOption":false,"shareValue":false,"type":"dropDown","dataSourceName":"PPTSubBrandLogos2023","dataSourceFieldName":"Name","name":"SAPLogo","label":"Select Template"},{"required":false,"placeholder":"","lines":1,"defaultValue":"{{StringJoin(\" \", UserProfile.FirstName,UserProfile.LastName)}}","helpTexts":{"prefix":"After your name, include your preferred pronouns (they/them, she/her, he/him)."},"shareValue":false,"type":"textBox","name":"SpeakerName","label":"Name and Pronouns"},{"required":false,"shareValue":false,"type":"datePicker","name":"Date","label":"Date"},{"helpTexts":{},"spacing":{},"type":"instructions","name":"Following_information_will_appear_on_the_Thank_You_slide","label":"Following information will appear on the Thank You slide:"},{"required":false,"placeholder":"","lines":1,"defaultValue":"{{UserProfile.JobTitle}}","helpTexts":{},"spacing":{},"shareValue":false,"type":"textBox","name":"Position","label":"Job title"},{"required":false,"placeholder":"","lines":1,"defaultValue":"{{UserProfile.Address.Address}}","helpTexts":{},"spacing":{},"shareValue":false,"type":"textBox","name":"Address","label":"Address"},{"required":false,"placeholder":"","lines":1,"defaultValue":"{{UserProfile.Address.Zip}} {{UserProfile.City.Name}}","helpTexts":{},"spacing":{},"shareValue":false,"type":"textBox","name":"City","label":"City"},{"required":false,"placeholder":"","lines":1,"defaultValue":"{{UserProfile.Email}}","shareValue":false,"type":"textBox","name":"Email","label":"Email"}],"formDataEntries":[{"name":"SAPLogo","value":"pxB0tb4qiCEYCgGk2fAV86fXsKRk9ZMKiRC3VaLJ5C8="},{"name":"SpeakerName","value":"YnPwfaWtJd9yqRikMcavEg=="},{"name":"Date","value":"u7dVzEP5xrCymksMpLsL/Q=="},{"name":"Position","value":"hYE270aCl4QYJbxjf8yhcg=="},{"name":"Address","value":"J74SXewwIr7FPA+NOqR3Bw=="},{"name":"City","value":"0MNcblTGsky7bw1+X2Efyg=="},{"name":"Email","value":"v35+JSpO6F5yjM5PrFdVwQ=="}]}]]></TemplafyFormConfiguration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8A382BC52CB2D4794C5FE8ABF2F1E6D" ma:contentTypeVersion="7" ma:contentTypeDescription="Create a new document." ma:contentTypeScope="" ma:versionID="348c84fe305dc118b090b2fbf42a30b0">
  <xsd:schema xmlns:xsd="http://www.w3.org/2001/XMLSchema" xmlns:xs="http://www.w3.org/2001/XMLSchema" xmlns:p="http://schemas.microsoft.com/office/2006/metadata/properties" xmlns:ns2="c76864f1-b314-4248-9b56-a31ecd826e67" targetNamespace="http://schemas.microsoft.com/office/2006/metadata/properties" ma:root="true" ma:fieldsID="b98b9a66e785a54d941ab51fa03976ea" ns2:_="">
    <xsd:import namespace="c76864f1-b314-4248-9b56-a31ecd826e6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76864f1-b314-4248-9b56-a31ecd826e6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14" nillable="true" ma:displayName="Location" ma:indexed="true" ma:internalName="MediaServiceLocatio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4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5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626BBCBB-1894-4E66-BA48-9E91CE3ACBA0}">
  <ds:schemaRefs/>
</ds:datastoreItem>
</file>

<file path=customXml/itemProps2.xml><?xml version="1.0" encoding="utf-8"?>
<ds:datastoreItem xmlns:ds="http://schemas.openxmlformats.org/officeDocument/2006/customXml" ds:itemID="{CC49FFC8-2FF3-4057-96F0-3BCD1A4F0351}">
  <ds:schemaRefs/>
</ds:datastoreItem>
</file>

<file path=customXml/itemProps3.xml><?xml version="1.0" encoding="utf-8"?>
<ds:datastoreItem xmlns:ds="http://schemas.openxmlformats.org/officeDocument/2006/customXml" ds:itemID="{7CA587DF-D838-4809-A700-CA6DEAEB6C44}">
  <ds:schemaRefs>
    <ds:schemaRef ds:uri="c76864f1-b314-4248-9b56-a31ecd826e67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4.xml><?xml version="1.0" encoding="utf-8"?>
<ds:datastoreItem xmlns:ds="http://schemas.openxmlformats.org/officeDocument/2006/customXml" ds:itemID="{291DCB28-1C52-4C0E-804A-6BD2D3F0FB8D}">
  <ds:schemaRefs>
    <ds:schemaRef ds:uri="http://schemas.microsoft.com/sharepoint/v3/contenttype/forms"/>
  </ds:schemaRefs>
</ds:datastoreItem>
</file>

<file path=customXml/itemProps5.xml><?xml version="1.0" encoding="utf-8"?>
<ds:datastoreItem xmlns:ds="http://schemas.openxmlformats.org/officeDocument/2006/customXml" ds:itemID="{C1422F45-04DB-421D-8796-270006657806}">
  <ds:schemaRefs>
    <ds:schemaRef ds:uri="http://purl.org/dc/terms/"/>
    <ds:schemaRef ds:uri="http://purl.org/dc/dcmitype/"/>
    <ds:schemaRef ds:uri="http://schemas.openxmlformats.org/package/2006/metadata/core-properties"/>
    <ds:schemaRef ds:uri="http://purl.org/dc/elements/1.1/"/>
    <ds:schemaRef ds:uri="http://schemas.microsoft.com/office/2006/documentManagement/types"/>
    <ds:schemaRef ds:uri="http://schemas.microsoft.com/office/2006/metadata/properties"/>
    <ds:schemaRef ds:uri="http://www.w3.org/XML/1998/namespace"/>
    <ds:schemaRef ds:uri="http://schemas.microsoft.com/office/infopath/2007/PartnerControls"/>
    <ds:schemaRef ds:uri="c76864f1-b314-4248-9b56-a31ecd826e67"/>
  </ds:schemaRefs>
</ds:datastoreItem>
</file>

<file path=docMetadata/LabelInfo.xml><?xml version="1.0" encoding="utf-8"?>
<clbl:labelList xmlns:clbl="http://schemas.microsoft.com/office/2020/mipLabelMetadata">
  <clbl:label id="{0d3b1b9e-ad63-40af-8c4f-1c93d6bb86a8}" enabled="1" method="Privileged" siteId="{42f7676c-f455-423c-82f6-dc2d99791af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SAP Template</Template>
  <TotalTime>0</TotalTime>
  <Words>2919</Words>
  <Application>Microsoft Macintosh PowerPoint</Application>
  <PresentationFormat>Custom</PresentationFormat>
  <Paragraphs>476</Paragraphs>
  <Slides>46</Slides>
  <Notes>5</Notes>
  <HiddenSlides>1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54" baseType="lpstr">
      <vt:lpstr>Arial</vt:lpstr>
      <vt:lpstr>Symbol</vt:lpstr>
      <vt:lpstr>72 Brand</vt:lpstr>
      <vt:lpstr>Wingdings</vt:lpstr>
      <vt:lpstr>72 Brand Medium</vt:lpstr>
      <vt:lpstr>Courier New</vt:lpstr>
      <vt:lpstr>Wingdings</vt:lpstr>
      <vt:lpstr>SAP Template</vt:lpstr>
      <vt:lpstr>Ziyo App Product Vision Workshop  Mahsulot konsepsiyasi bo‘yicha seminar</vt:lpstr>
      <vt:lpstr>Agenda</vt:lpstr>
      <vt:lpstr>Welcome!  Xush kelibsiz!</vt:lpstr>
      <vt:lpstr>Icebreaker : Rapid fire Fun  Tanishuv: Tezkor va qiziqarli savollar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Conclusion - Xulosa:</vt:lpstr>
      <vt:lpstr>Vision  Tasavvur</vt:lpstr>
      <vt:lpstr>Personas  Odamlar</vt:lpstr>
      <vt:lpstr>PowerPoint Presentation</vt:lpstr>
      <vt:lpstr>PowerPoint Presentation</vt:lpstr>
      <vt:lpstr>PowerPoint Presentation</vt:lpstr>
      <vt:lpstr>PowerPoint Presentation</vt:lpstr>
      <vt:lpstr>Workshop “Rules” Seminar qoidalari</vt:lpstr>
      <vt:lpstr>PowerPoint Presentation</vt:lpstr>
      <vt:lpstr>PowerPoint Presentation</vt:lpstr>
      <vt:lpstr>Vision Prototype Ko’rish prototipi</vt:lpstr>
      <vt:lpstr>Vision Prototype Ko´rish prototipi</vt:lpstr>
      <vt:lpstr>How to create a Vision Prototype Ko´rish prototipini qanday yaratish mumkin?</vt:lpstr>
      <vt:lpstr>Prototype Presentation  Prototip taqdimoti</vt:lpstr>
      <vt:lpstr>Common Ground Umumiy fikr</vt:lpstr>
      <vt:lpstr>Thank you!</vt:lpstr>
      <vt:lpstr>PowerPoint Presentation</vt:lpstr>
      <vt:lpstr>Presentation of Prototypes</vt:lpstr>
      <vt:lpstr>Prioritized SoW and Deliverables</vt:lpstr>
      <vt:lpstr>Deliverable 2: Product Vision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Headline</vt:lpstr>
      <vt:lpstr>Headline Sub-Headline</vt:lpstr>
      <vt:lpstr>Headline Sub-Headline</vt:lpstr>
      <vt:lpstr>Agenda</vt:lpstr>
      <vt:lpstr>Logos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Fehlau, Anja</dc:creator>
  <dc:description/>
  <cp:lastModifiedBy>Bisht, Pankaj</cp:lastModifiedBy>
  <cp:revision>1</cp:revision>
  <dcterms:created xsi:type="dcterms:W3CDTF">2026-09-25T13:39:56Z</dcterms:created>
  <dcterms:modified xsi:type="dcterms:W3CDTF">2026-10-14T05:58:09Z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NewReviewCycle">
    <vt:lpwstr/>
  </property>
  <property fmtid="{D5CDD505-2E9C-101B-9397-08002B2CF9AE}" pid="3" name="ContentTypeId">
    <vt:lpwstr>0x01010038A382BC52CB2D4794C5FE8ABF2F1E6D</vt:lpwstr>
  </property>
  <property fmtid="{D5CDD505-2E9C-101B-9397-08002B2CF9AE}" pid="4" name="Created by">
    <vt:lpwstr>omnidocs.com</vt:lpwstr>
  </property>
  <property fmtid="{D5CDD505-2E9C-101B-9397-08002B2CF9AE}" pid="5" name="ClassificationContentMarkingFooterLocations">
    <vt:lpwstr>SAP Template:12</vt:lpwstr>
  </property>
  <property fmtid="{D5CDD505-2E9C-101B-9397-08002B2CF9AE}" pid="6" name="ClassificationContentMarkingFooterText">
    <vt:lpwstr>                 INTERNAL ‒ SAP and External Parties under NDA Only</vt:lpwstr>
  </property>
  <property fmtid="{D5CDD505-2E9C-101B-9397-08002B2CF9AE}" pid="7" name="TemplafyTimeStamp">
    <vt:lpwstr>2025-12-14T08:56:23</vt:lpwstr>
  </property>
  <property fmtid="{D5CDD505-2E9C-101B-9397-08002B2CF9AE}" pid="8" name="TemplafyTenantId">
    <vt:lpwstr>sap</vt:lpwstr>
  </property>
  <property fmtid="{D5CDD505-2E9C-101B-9397-08002B2CF9AE}" pid="9" name="TemplafyTemplateId">
    <vt:lpwstr>1328131190817294516</vt:lpwstr>
  </property>
  <property fmtid="{D5CDD505-2E9C-101B-9397-08002B2CF9AE}" pid="10" name="TemplafyUserProfileId">
    <vt:lpwstr>637710449012726268</vt:lpwstr>
  </property>
  <property fmtid="{D5CDD505-2E9C-101B-9397-08002B2CF9AE}" pid="11" name="TemplafyLanguageCode">
    <vt:lpwstr>en-US</vt:lpwstr>
  </property>
  <property fmtid="{D5CDD505-2E9C-101B-9397-08002B2CF9AE}" pid="12" name="TemplafyFromBlank">
    <vt:bool>false</vt:bool>
  </property>
</Properties>
</file>