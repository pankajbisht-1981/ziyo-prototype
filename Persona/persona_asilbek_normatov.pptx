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40"/>
  </p:sldMasterIdLst>
  <p:notesMasterIdLst>
    <p:notesMasterId r:id="rId42"/>
  </p:notesMasterIdLst>
  <p:handoutMasterIdLst>
    <p:handoutMasterId r:id="rId43"/>
  </p:handoutMasterIdLst>
  <p:sldIdLst>
    <p:sldId id="2147482646" r:id="rId41"/>
  </p:sldIdLst>
  <p:sldSz cx="12195175" cy="6858000"/>
  <p:notesSz cx="6858000" cy="9144000"/>
  <p:embeddedFontLst>
    <p:embeddedFont>
      <p:font typeface="72 Brand" panose="020B0504030603020204" pitchFamily="34" charset="0"/>
      <p:regular r:id="rId44"/>
      <p:bold r:id="rId45"/>
      <p:italic r:id="rId46"/>
      <p:boldItalic r:id="rId47"/>
    </p:embeddedFont>
    <p:embeddedFont>
      <p:font typeface="72 Brand Medium" panose="020B0504030603020204" pitchFamily="34" charset="0"/>
      <p:regular r:id="rId48"/>
      <p:italic r:id="rId49"/>
    </p:embeddedFont>
  </p:embeddedFontLst>
  <p:custDataLst>
    <p:tags r:id="rId50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40"/>
  </p:normalViewPr>
  <p:slideViewPr>
    <p:cSldViewPr snapToGrid="0">
      <p:cViewPr varScale="1">
        <p:scale>
          <a:sx n="116" d="100"/>
          <a:sy n="116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openxmlformats.org/officeDocument/2006/relationships/customXml" Target="../customXml/item39.xml"/><Relationship Id="rId21" Type="http://schemas.openxmlformats.org/officeDocument/2006/relationships/customXml" Target="../customXml/item21.xml"/><Relationship Id="rId34" Type="http://schemas.openxmlformats.org/officeDocument/2006/relationships/customXml" Target="../customXml/item34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tags" Target="tags/tag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slideMaster" Target="slideMasters/slideMaster1.xml"/><Relationship Id="rId45" Type="http://schemas.openxmlformats.org/officeDocument/2006/relationships/font" Target="fonts/font2.fntdata"/><Relationship Id="rId53" Type="http://schemas.openxmlformats.org/officeDocument/2006/relationships/theme" Target="theme/theme1.xml"/><Relationship Id="rId5" Type="http://schemas.openxmlformats.org/officeDocument/2006/relationships/customXml" Target="../customXml/item5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customXml" Target="../customXml/item31.xml"/><Relationship Id="rId44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8" Type="http://schemas.openxmlformats.org/officeDocument/2006/relationships/customXml" Target="../customXml/item8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font" Target="fonts/font3.fntdata"/><Relationship Id="rId20" Type="http://schemas.openxmlformats.org/officeDocument/2006/relationships/customXml" Target="../customXml/item20.xml"/><Relationship Id="rId41" Type="http://schemas.openxmlformats.org/officeDocument/2006/relationships/slide" Target="slides/slide1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hyperlink" Target="https://brand.sap.com/naming-center#/dashboard" TargetMode="External"/><Relationship Id="rId3" Type="http://schemas.openxmlformats.org/officeDocument/2006/relationships/image" Target="../media/image22.svg"/><Relationship Id="rId7" Type="http://schemas.openxmlformats.org/officeDocument/2006/relationships/hyperlink" Target="https://brand.sap.com/" TargetMode="External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brand.sap.com/media-library/index.html#/" TargetMode="External"/><Relationship Id="rId5" Type="http://schemas.openxmlformats.org/officeDocument/2006/relationships/image" Target="../media/image24.svg"/><Relationship Id="rId4" Type="http://schemas.openxmlformats.org/officeDocument/2006/relationships/image" Target="../media/image23.svg"/><Relationship Id="rId9" Type="http://schemas.openxmlformats.org/officeDocument/2006/relationships/hyperlink" Target="https://brand.sap.com/writing-assistant" TargetMode="Externa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7" name="Picture 6" descr="File:Logo Ziyo.png">
            <a:extLst>
              <a:ext uri="{FF2B5EF4-FFF2-40B4-BE49-F238E27FC236}">
                <a16:creationId xmlns:a16="http://schemas.microsoft.com/office/drawing/2014/main" id="{CE9549EC-21EF-4617-054C-217CA2AE9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DEC5A70-C3A2-0FCE-F37B-7C271FF2BD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A93E80A-CDCF-8B33-D888-1CB8A75F43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933" y="1448783"/>
            <a:ext cx="1866754" cy="844099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91F535F-7A67-AF5C-5DC6-590566B38F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99" y="1544189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5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AB4E5251-3D94-6055-D4B0-6DE455DC1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6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EF4D20E5-51CD-DC7A-2D14-8B212F83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9">
            <a:extLst>
              <a:ext uri="{FF2B5EF4-FFF2-40B4-BE49-F238E27FC236}">
                <a16:creationId xmlns:a16="http://schemas.microsoft.com/office/drawing/2014/main" id="{50B7529E-B60E-F89E-F314-F04B082CB02E}"/>
              </a:ext>
            </a:extLst>
          </p:cNvPr>
          <p:cNvSpPr/>
          <p:nvPr userDrawn="1"/>
        </p:nvSpPr>
        <p:spPr bwMode="gray">
          <a:xfrm>
            <a:off x="5970588" y="0"/>
            <a:ext cx="6224588" cy="6858000"/>
          </a:xfrm>
          <a:prstGeom prst="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/>
            <a:endParaRPr lang="de-DE">
              <a:noFill/>
              <a:latin typeface="72 Brand" panose="020B0504030603020204" pitchFamily="34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A462676-FE5D-71FF-7237-1B7F0ADBEC3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930345" y="2227645"/>
            <a:ext cx="4205741" cy="206495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523081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93398881" name="LogoBlue-Dynamic" descr="{&quot;templafy&quot;:{&quot;id&quot;:&quot;8031e150-e28c-48f5-bc23-d95cac3a2902&quot;}}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BDAB94F6-554F-D642-6932-813F824BA8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17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35FCADB-3290-5229-4F77-9E7F57F626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03025907-CA5E-8CD1-BC6F-5035EC2E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BEB265CF-5D90-043D-C3F4-7E2035335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7844247-794B-5DEC-FEAC-EDCD0A79D6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362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B37602D4-ACC5-6844-7789-7608758A6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11B74BDD-F1BB-DA52-7B7B-44A804727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43B4164-E29F-E17A-66C8-0CB15B26D9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E1879CB-1B0A-D7E1-1CF6-27719BAD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0B9048-8A00-85F4-4DEF-F947906C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pic>
        <p:nvPicPr>
          <p:cNvPr id="8" name="Picture 7" descr="File:Logo Ziyo.png">
            <a:extLst>
              <a:ext uri="{FF2B5EF4-FFF2-40B4-BE49-F238E27FC236}">
                <a16:creationId xmlns:a16="http://schemas.microsoft.com/office/drawing/2014/main" id="{7642844F-C0F1-7CA1-4984-733231E3D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4300E746-E6EC-3652-D8FE-6728C9CAC7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43B15E59-3684-3B86-8A18-65A43122C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0344435-5DB3-93B2-C92A-1A238155E2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5F4D1D8-1D63-6E45-88AA-05747E77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06A0C68-27E1-0FB6-DB26-EC131FEB5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8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782818DA-1EAB-546E-1C96-67D44B5BF9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41147B6-DFE2-B8B9-CF67-D4C8D5AB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886F03EA-EA61-F8A5-315C-4451D524D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1AAEDF85-3098-616A-6246-B6B52032B9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C0CF09E-210C-F4DC-80B3-766EA629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F5DF63F1-87CA-4D56-853F-B28439FFDA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204CAEC-262C-4A8D-33CE-51F5ABBD29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519B094-7FAE-B7EA-A073-FAE749DF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16B35866-3938-B115-64B8-0F0D8FC9A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34D383DC-257D-3B26-F94E-F942A30F0B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CF180CE-133C-46B4-E194-07B4844E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4293" y="4024430"/>
            <a:ext cx="5466588" cy="9984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A02F3090-399D-7BA0-BF93-1572FC1A2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654" y="3929024"/>
            <a:ext cx="1866754" cy="844099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D16479FC-8799-B55A-F466-58CE17E2B9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240" y="4024430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13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13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88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3.xml"/><Relationship Id="rId63" Type="http://schemas.openxmlformats.org/officeDocument/2006/relationships/tags" Target="../tags/tag34.xml"/><Relationship Id="rId84" Type="http://schemas.openxmlformats.org/officeDocument/2006/relationships/tags" Target="../tags/tag55.xml"/><Relationship Id="rId138" Type="http://schemas.openxmlformats.org/officeDocument/2006/relationships/tags" Target="../tags/tag109.xml"/><Relationship Id="rId107" Type="http://schemas.openxmlformats.org/officeDocument/2006/relationships/tags" Target="../tags/tag78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3.xml"/><Relationship Id="rId53" Type="http://schemas.openxmlformats.org/officeDocument/2006/relationships/tags" Target="../tags/tag24.xml"/><Relationship Id="rId74" Type="http://schemas.openxmlformats.org/officeDocument/2006/relationships/tags" Target="../tags/tag45.xml"/><Relationship Id="rId128" Type="http://schemas.openxmlformats.org/officeDocument/2006/relationships/tags" Target="../tags/tag99.xml"/><Relationship Id="rId149" Type="http://schemas.openxmlformats.org/officeDocument/2006/relationships/tags" Target="../tags/tag120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6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tags" Target="../tags/tag14.xml"/><Relationship Id="rId48" Type="http://schemas.openxmlformats.org/officeDocument/2006/relationships/tags" Target="../tags/tag19.xml"/><Relationship Id="rId64" Type="http://schemas.openxmlformats.org/officeDocument/2006/relationships/tags" Target="../tags/tag35.xml"/><Relationship Id="rId69" Type="http://schemas.openxmlformats.org/officeDocument/2006/relationships/tags" Target="../tags/tag40.xml"/><Relationship Id="rId113" Type="http://schemas.openxmlformats.org/officeDocument/2006/relationships/tags" Target="../tags/tag84.xml"/><Relationship Id="rId118" Type="http://schemas.openxmlformats.org/officeDocument/2006/relationships/tags" Target="../tags/tag89.xml"/><Relationship Id="rId134" Type="http://schemas.openxmlformats.org/officeDocument/2006/relationships/tags" Target="../tags/tag105.xml"/><Relationship Id="rId139" Type="http://schemas.openxmlformats.org/officeDocument/2006/relationships/tags" Target="../tags/tag110.xml"/><Relationship Id="rId80" Type="http://schemas.openxmlformats.org/officeDocument/2006/relationships/tags" Target="../tags/tag51.xml"/><Relationship Id="rId85" Type="http://schemas.openxmlformats.org/officeDocument/2006/relationships/tags" Target="../tags/tag56.xml"/><Relationship Id="rId150" Type="http://schemas.openxmlformats.org/officeDocument/2006/relationships/tags" Target="../tags/tag121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4.xml"/><Relationship Id="rId38" Type="http://schemas.openxmlformats.org/officeDocument/2006/relationships/tags" Target="../tags/tag9.xml"/><Relationship Id="rId59" Type="http://schemas.openxmlformats.org/officeDocument/2006/relationships/tags" Target="../tags/tag30.xml"/><Relationship Id="rId103" Type="http://schemas.openxmlformats.org/officeDocument/2006/relationships/tags" Target="../tags/tag74.xml"/><Relationship Id="rId108" Type="http://schemas.openxmlformats.org/officeDocument/2006/relationships/tags" Target="../tags/tag79.xml"/><Relationship Id="rId124" Type="http://schemas.openxmlformats.org/officeDocument/2006/relationships/tags" Target="../tags/tag95.xml"/><Relationship Id="rId129" Type="http://schemas.openxmlformats.org/officeDocument/2006/relationships/tags" Target="../tags/tag100.xml"/><Relationship Id="rId54" Type="http://schemas.openxmlformats.org/officeDocument/2006/relationships/tags" Target="../tags/tag25.xml"/><Relationship Id="rId70" Type="http://schemas.openxmlformats.org/officeDocument/2006/relationships/tags" Target="../tags/tag41.xml"/><Relationship Id="rId75" Type="http://schemas.openxmlformats.org/officeDocument/2006/relationships/tags" Target="../tags/tag46.xml"/><Relationship Id="rId91" Type="http://schemas.openxmlformats.org/officeDocument/2006/relationships/tags" Target="../tags/tag62.xml"/><Relationship Id="rId96" Type="http://schemas.openxmlformats.org/officeDocument/2006/relationships/tags" Target="../tags/tag67.xml"/><Relationship Id="rId140" Type="http://schemas.openxmlformats.org/officeDocument/2006/relationships/tags" Target="../tags/tag111.xml"/><Relationship Id="rId145" Type="http://schemas.openxmlformats.org/officeDocument/2006/relationships/tags" Target="../tags/tag1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20.xml"/><Relationship Id="rId114" Type="http://schemas.openxmlformats.org/officeDocument/2006/relationships/tags" Target="../tags/tag85.xml"/><Relationship Id="rId119" Type="http://schemas.openxmlformats.org/officeDocument/2006/relationships/tags" Target="../tags/tag90.xml"/><Relationship Id="rId44" Type="http://schemas.openxmlformats.org/officeDocument/2006/relationships/tags" Target="../tags/tag15.xml"/><Relationship Id="rId60" Type="http://schemas.openxmlformats.org/officeDocument/2006/relationships/tags" Target="../tags/tag31.xml"/><Relationship Id="rId65" Type="http://schemas.openxmlformats.org/officeDocument/2006/relationships/tags" Target="../tags/tag36.xml"/><Relationship Id="rId81" Type="http://schemas.openxmlformats.org/officeDocument/2006/relationships/tags" Target="../tags/tag52.xml"/><Relationship Id="rId86" Type="http://schemas.openxmlformats.org/officeDocument/2006/relationships/tags" Target="../tags/tag57.xml"/><Relationship Id="rId130" Type="http://schemas.openxmlformats.org/officeDocument/2006/relationships/tags" Target="../tags/tag101.xml"/><Relationship Id="rId135" Type="http://schemas.openxmlformats.org/officeDocument/2006/relationships/tags" Target="../tags/tag106.xml"/><Relationship Id="rId151" Type="http://schemas.openxmlformats.org/officeDocument/2006/relationships/tags" Target="../tags/tag12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0.xml"/><Relationship Id="rId109" Type="http://schemas.openxmlformats.org/officeDocument/2006/relationships/tags" Target="../tags/tag80.xml"/><Relationship Id="rId34" Type="http://schemas.openxmlformats.org/officeDocument/2006/relationships/tags" Target="../tags/tag5.xml"/><Relationship Id="rId50" Type="http://schemas.openxmlformats.org/officeDocument/2006/relationships/tags" Target="../tags/tag21.xml"/><Relationship Id="rId55" Type="http://schemas.openxmlformats.org/officeDocument/2006/relationships/tags" Target="../tags/tag26.xml"/><Relationship Id="rId76" Type="http://schemas.openxmlformats.org/officeDocument/2006/relationships/tags" Target="../tags/tag47.xml"/><Relationship Id="rId97" Type="http://schemas.openxmlformats.org/officeDocument/2006/relationships/tags" Target="../tags/tag68.xml"/><Relationship Id="rId104" Type="http://schemas.openxmlformats.org/officeDocument/2006/relationships/tags" Target="../tags/tag75.xml"/><Relationship Id="rId120" Type="http://schemas.openxmlformats.org/officeDocument/2006/relationships/tags" Target="../tags/tag91.xml"/><Relationship Id="rId125" Type="http://schemas.openxmlformats.org/officeDocument/2006/relationships/tags" Target="../tags/tag96.xml"/><Relationship Id="rId141" Type="http://schemas.openxmlformats.org/officeDocument/2006/relationships/tags" Target="../tags/tag112.xml"/><Relationship Id="rId146" Type="http://schemas.openxmlformats.org/officeDocument/2006/relationships/tags" Target="../tags/tag117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2.xml"/><Relationship Id="rId92" Type="http://schemas.openxmlformats.org/officeDocument/2006/relationships/tags" Target="../tags/tag63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1.xml"/><Relationship Id="rId45" Type="http://schemas.openxmlformats.org/officeDocument/2006/relationships/tags" Target="../tags/tag16.xml"/><Relationship Id="rId66" Type="http://schemas.openxmlformats.org/officeDocument/2006/relationships/tags" Target="../tags/tag37.xml"/><Relationship Id="rId87" Type="http://schemas.openxmlformats.org/officeDocument/2006/relationships/tags" Target="../tags/tag58.xml"/><Relationship Id="rId110" Type="http://schemas.openxmlformats.org/officeDocument/2006/relationships/tags" Target="../tags/tag81.xml"/><Relationship Id="rId115" Type="http://schemas.openxmlformats.org/officeDocument/2006/relationships/tags" Target="../tags/tag86.xml"/><Relationship Id="rId131" Type="http://schemas.openxmlformats.org/officeDocument/2006/relationships/tags" Target="../tags/tag102.xml"/><Relationship Id="rId136" Type="http://schemas.openxmlformats.org/officeDocument/2006/relationships/tags" Target="../tags/tag107.xml"/><Relationship Id="rId61" Type="http://schemas.openxmlformats.org/officeDocument/2006/relationships/tags" Target="../tags/tag32.xml"/><Relationship Id="rId82" Type="http://schemas.openxmlformats.org/officeDocument/2006/relationships/tags" Target="../tags/tag53.xml"/><Relationship Id="rId152" Type="http://schemas.openxmlformats.org/officeDocument/2006/relationships/tags" Target="../tags/tag12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heme" Target="../theme/theme1.xml"/><Relationship Id="rId35" Type="http://schemas.openxmlformats.org/officeDocument/2006/relationships/tags" Target="../tags/tag6.xml"/><Relationship Id="rId56" Type="http://schemas.openxmlformats.org/officeDocument/2006/relationships/tags" Target="../tags/tag27.xml"/><Relationship Id="rId77" Type="http://schemas.openxmlformats.org/officeDocument/2006/relationships/tags" Target="../tags/tag48.xml"/><Relationship Id="rId100" Type="http://schemas.openxmlformats.org/officeDocument/2006/relationships/tags" Target="../tags/tag71.xml"/><Relationship Id="rId105" Type="http://schemas.openxmlformats.org/officeDocument/2006/relationships/tags" Target="../tags/tag76.xml"/><Relationship Id="rId126" Type="http://schemas.openxmlformats.org/officeDocument/2006/relationships/tags" Target="../tags/tag97.xml"/><Relationship Id="rId147" Type="http://schemas.openxmlformats.org/officeDocument/2006/relationships/tags" Target="../tags/tag11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2.xml"/><Relationship Id="rId72" Type="http://schemas.openxmlformats.org/officeDocument/2006/relationships/tags" Target="../tags/tag43.xml"/><Relationship Id="rId93" Type="http://schemas.openxmlformats.org/officeDocument/2006/relationships/tags" Target="../tags/tag64.xml"/><Relationship Id="rId98" Type="http://schemas.openxmlformats.org/officeDocument/2006/relationships/tags" Target="../tags/tag69.xml"/><Relationship Id="rId121" Type="http://schemas.openxmlformats.org/officeDocument/2006/relationships/tags" Target="../tags/tag92.xml"/><Relationship Id="rId142" Type="http://schemas.openxmlformats.org/officeDocument/2006/relationships/tags" Target="../tags/tag113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17.xml"/><Relationship Id="rId67" Type="http://schemas.openxmlformats.org/officeDocument/2006/relationships/tags" Target="../tags/tag38.xml"/><Relationship Id="rId116" Type="http://schemas.openxmlformats.org/officeDocument/2006/relationships/tags" Target="../tags/tag87.xml"/><Relationship Id="rId137" Type="http://schemas.openxmlformats.org/officeDocument/2006/relationships/tags" Target="../tags/tag108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2.xml"/><Relationship Id="rId62" Type="http://schemas.openxmlformats.org/officeDocument/2006/relationships/tags" Target="../tags/tag33.xml"/><Relationship Id="rId83" Type="http://schemas.openxmlformats.org/officeDocument/2006/relationships/tags" Target="../tags/tag54.xml"/><Relationship Id="rId88" Type="http://schemas.openxmlformats.org/officeDocument/2006/relationships/tags" Target="../tags/tag59.xml"/><Relationship Id="rId111" Type="http://schemas.openxmlformats.org/officeDocument/2006/relationships/tags" Target="../tags/tag82.xml"/><Relationship Id="rId132" Type="http://schemas.openxmlformats.org/officeDocument/2006/relationships/tags" Target="../tags/tag103.xml"/><Relationship Id="rId153" Type="http://schemas.openxmlformats.org/officeDocument/2006/relationships/tags" Target="../tags/tag124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7.xml"/><Relationship Id="rId57" Type="http://schemas.openxmlformats.org/officeDocument/2006/relationships/tags" Target="../tags/tag28.xml"/><Relationship Id="rId106" Type="http://schemas.openxmlformats.org/officeDocument/2006/relationships/tags" Target="../tags/tag77.xml"/><Relationship Id="rId127" Type="http://schemas.openxmlformats.org/officeDocument/2006/relationships/tags" Target="../tags/tag98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2.xml"/><Relationship Id="rId52" Type="http://schemas.openxmlformats.org/officeDocument/2006/relationships/tags" Target="../tags/tag23.xml"/><Relationship Id="rId73" Type="http://schemas.openxmlformats.org/officeDocument/2006/relationships/tags" Target="../tags/tag44.xml"/><Relationship Id="rId78" Type="http://schemas.openxmlformats.org/officeDocument/2006/relationships/tags" Target="../tags/tag49.xml"/><Relationship Id="rId94" Type="http://schemas.openxmlformats.org/officeDocument/2006/relationships/tags" Target="../tags/tag65.xml"/><Relationship Id="rId99" Type="http://schemas.openxmlformats.org/officeDocument/2006/relationships/tags" Target="../tags/tag70.xml"/><Relationship Id="rId101" Type="http://schemas.openxmlformats.org/officeDocument/2006/relationships/tags" Target="../tags/tag72.xml"/><Relationship Id="rId122" Type="http://schemas.openxmlformats.org/officeDocument/2006/relationships/tags" Target="../tags/tag93.xml"/><Relationship Id="rId143" Type="http://schemas.openxmlformats.org/officeDocument/2006/relationships/tags" Target="../tags/tag114.xml"/><Relationship Id="rId148" Type="http://schemas.openxmlformats.org/officeDocument/2006/relationships/tags" Target="../tags/tag1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18.xml"/><Relationship Id="rId68" Type="http://schemas.openxmlformats.org/officeDocument/2006/relationships/tags" Target="../tags/tag39.xml"/><Relationship Id="rId89" Type="http://schemas.openxmlformats.org/officeDocument/2006/relationships/tags" Target="../tags/tag60.xml"/><Relationship Id="rId112" Type="http://schemas.openxmlformats.org/officeDocument/2006/relationships/tags" Target="../tags/tag83.xml"/><Relationship Id="rId133" Type="http://schemas.openxmlformats.org/officeDocument/2006/relationships/tags" Target="../tags/tag104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8.xml"/><Relationship Id="rId58" Type="http://schemas.openxmlformats.org/officeDocument/2006/relationships/tags" Target="../tags/tag29.xml"/><Relationship Id="rId79" Type="http://schemas.openxmlformats.org/officeDocument/2006/relationships/tags" Target="../tags/tag50.xml"/><Relationship Id="rId102" Type="http://schemas.openxmlformats.org/officeDocument/2006/relationships/tags" Target="../tags/tag73.xml"/><Relationship Id="rId123" Type="http://schemas.openxmlformats.org/officeDocument/2006/relationships/tags" Target="../tags/tag94.xml"/><Relationship Id="rId144" Type="http://schemas.openxmlformats.org/officeDocument/2006/relationships/tags" Target="../tags/tag115.xml"/><Relationship Id="rId90" Type="http://schemas.openxmlformats.org/officeDocument/2006/relationships/tags" Target="../tags/tag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63657"/>
            <a:ext cx="11186476" cy="46895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03238" y="656028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SAP Social Sabbatical x Ziyo Forum 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30" r:id="rId2"/>
    <p:sldLayoutId id="2147483780" r:id="rId3"/>
    <p:sldLayoutId id="2147483805" r:id="rId4"/>
    <p:sldLayoutId id="2147483818" r:id="rId5"/>
    <p:sldLayoutId id="2147483788" r:id="rId6"/>
    <p:sldLayoutId id="2147483823" r:id="rId7"/>
    <p:sldLayoutId id="2147483808" r:id="rId8"/>
    <p:sldLayoutId id="2147483741" r:id="rId9"/>
    <p:sldLayoutId id="2147483836" r:id="rId10"/>
    <p:sldLayoutId id="2147483765" r:id="rId11"/>
    <p:sldLayoutId id="2147483837" r:id="rId12"/>
    <p:sldLayoutId id="2147483811" r:id="rId13"/>
    <p:sldLayoutId id="2147483767" r:id="rId14"/>
    <p:sldLayoutId id="2147483815" r:id="rId15"/>
    <p:sldLayoutId id="2147483812" r:id="rId16"/>
    <p:sldLayoutId id="2147483774" r:id="rId17"/>
    <p:sldLayoutId id="2147483745" r:id="rId18"/>
    <p:sldLayoutId id="2147483760" r:id="rId19"/>
    <p:sldLayoutId id="2147483768" r:id="rId20"/>
    <p:sldLayoutId id="2147483769" r:id="rId21"/>
    <p:sldLayoutId id="2147483770" r:id="rId22"/>
    <p:sldLayoutId id="2147483771" r:id="rId23"/>
    <p:sldLayoutId id="2147483825" r:id="rId24"/>
    <p:sldLayoutId id="2147483826" r:id="rId25"/>
    <p:sldLayoutId id="2147483810" r:id="rId26"/>
    <p:sldLayoutId id="2147483824" r:id="rId27"/>
    <p:sldLayoutId id="2147483829" r:id="rId28"/>
    <p:sldLayoutId id="2147483828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 noProof="0" dirty="0">
                <a:solidFill>
                  <a:srgbClr val="E76500"/>
                </a:solidFill>
                <a:latin typeface="72 Brand Medium"/>
              </a:rPr>
              <a:t>END USER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 noProof="0" dirty="0">
                <a:solidFill>
                  <a:srgbClr val="5B6670"/>
                </a:solidFill>
                <a:latin typeface="72 Brand"/>
              </a:rPr>
              <a:t>Ziyo Forum  ·  Discovery Research  ·  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11480" y="841248"/>
            <a:ext cx="3246120" cy="5596128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/>
          <p:cNvSpPr/>
          <p:nvPr/>
        </p:nvSpPr>
        <p:spPr>
          <a:xfrm>
            <a:off x="1540763" y="969264"/>
            <a:ext cx="987552" cy="9875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39" y="1005840"/>
            <a:ext cx="914400" cy="914400"/>
          </a:xfrm>
          <a:prstGeom prst="ellipse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975104"/>
            <a:ext cx="306323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50" b="1" i="0" noProof="0" dirty="0">
                <a:solidFill>
                  <a:srgbClr val="22252A"/>
                </a:solidFill>
                <a:latin typeface="72 Brand Medium"/>
              </a:rPr>
              <a:t>Asilbek </a:t>
            </a:r>
            <a:r>
              <a:rPr lang="en-US" sz="1650" b="1" i="0" noProof="0" dirty="0" err="1">
                <a:solidFill>
                  <a:srgbClr val="22252A"/>
                </a:solidFill>
                <a:latin typeface="72 Brand Medium"/>
              </a:rPr>
              <a:t>Normatov</a:t>
            </a:r>
            <a:endParaRPr lang="en-US" sz="1650" b="1" i="0" noProof="0" dirty="0">
              <a:solidFill>
                <a:srgbClr val="22252A"/>
              </a:solidFill>
              <a:latin typeface="72 Brand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27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 noProof="0" dirty="0">
                <a:solidFill>
                  <a:srgbClr val="5B6670"/>
                </a:solidFill>
                <a:latin typeface="72 Brand"/>
              </a:rPr>
              <a:t>Final-Year Secondary School Student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b="0" i="0" noProof="0" dirty="0">
                <a:solidFill>
                  <a:srgbClr val="5B6670"/>
                </a:solidFill>
                <a:latin typeface="72 Brand"/>
              </a:rPr>
              <a:t>School No. 110, Tashkent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72 Brand Medium"/>
              </a:rPr>
              <a:t>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 years 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72 Brand Medium"/>
              </a:rPr>
              <a:t>LOCATION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72 Brand"/>
              </a:rPr>
              <a:t>Tashkent, Uzbekistan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72 Brand Medium"/>
              </a:rPr>
              <a:t>EDUCATION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72 Brand"/>
              </a:rPr>
              <a:t>11th Grade · Secondary School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72 Brand Medium"/>
              </a:rPr>
              <a:t>GOAL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72 Brand"/>
              </a:rPr>
              <a:t>Bachelor's degree at a foreign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72 Brand Medium"/>
              </a:rPr>
              <a:t>FUNDING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72 Brand"/>
              </a:rPr>
              <a:t>Needs full scholarship - family cannot self-fund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 dirty="0">
                <a:solidFill>
                  <a:srgbClr val="0070F2"/>
                </a:solidFill>
                <a:latin typeface="72 Brand Medium"/>
              </a:rPr>
              <a:t>INTERESTS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940003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12648" y="5062932"/>
            <a:ext cx="940003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Study Abroad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16659" y="5010912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616659" y="5062932"/>
            <a:ext cx="876909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IELTS / SAT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57576" y="5010912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2557576" y="5062932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Tech &amp;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294376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612648" y="5346396"/>
            <a:ext cx="561441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Gaming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8097" y="5294376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1238097" y="5346396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YouTube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6640" y="5294376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1926640" y="5346396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Football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596128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 dirty="0">
                <a:solidFill>
                  <a:srgbClr val="0070F2"/>
                </a:solidFill>
                <a:latin typeface="72 Brand Medium"/>
              </a:rPr>
              <a:t>WHERE HE LOOKS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815584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612648" y="5867604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72 Brand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5815584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1364284" y="5867604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72 Brand"/>
              </a:rPr>
              <a:t>Instagram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79015" y="5815584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2179015" y="5867604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72 Brand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099048"/>
            <a:ext cx="1129284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612648" y="6151068"/>
            <a:ext cx="1129284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72 Brand"/>
              </a:rPr>
              <a:t>School Teachers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05940" y="6099048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1805940" y="6151068"/>
            <a:ext cx="561441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72 Brand"/>
              </a:rPr>
              <a:t>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4114800" y="972383"/>
            <a:ext cx="5486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4000" b="1" i="0" noProof="0" dirty="0">
                <a:solidFill>
                  <a:srgbClr val="89D1FF"/>
                </a:solidFill>
                <a:latin typeface="72 Brand Medium"/>
              </a:rPr>
              <a:t>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992117"/>
            <a:ext cx="7004304" cy="448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0" i="1" noProof="0" dirty="0">
                <a:solidFill>
                  <a:srgbClr val="FFFFFF"/>
                </a:solidFill>
                <a:latin typeface="72 Brand"/>
              </a:rPr>
              <a:t>I want to study abroad - everyone says it's possible - but I have no idea where to even start or which scholarships I am actually eligible for.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1444752"/>
            <a:ext cx="700430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89D1FF"/>
                </a:solidFill>
                <a:latin typeface="72 Brand Medium"/>
              </a:rPr>
              <a:t>— Asilbek </a:t>
            </a:r>
            <a:r>
              <a:rPr lang="en-US" sz="1050" b="1" i="0" noProof="0" dirty="0" err="1">
                <a:solidFill>
                  <a:srgbClr val="89D1FF"/>
                </a:solidFill>
                <a:latin typeface="72 Brand Medium"/>
              </a:rPr>
              <a:t>Normatov</a:t>
            </a:r>
            <a:r>
              <a:rPr lang="en-US" sz="1050" b="1" i="0" noProof="0" dirty="0">
                <a:solidFill>
                  <a:srgbClr val="89D1FF"/>
                </a:solidFill>
                <a:latin typeface="72 Brand Medium"/>
              </a:rPr>
              <a:t>, 17  ·  Final-Year School Student, Tashkent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58768" y="1901951"/>
            <a:ext cx="3922776" cy="179999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4005072" y="2011680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36A41D"/>
                </a:solidFill>
                <a:latin typeface="72 Brand Medium"/>
              </a:rPr>
              <a:t>Goals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95927" y="2237995"/>
            <a:ext cx="502920" cy="32004"/>
          </a:xfrm>
          <a:prstGeom prst="rect">
            <a:avLst/>
          </a:prstGeom>
          <a:solidFill>
            <a:srgbClr val="36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3995927" y="2330502"/>
            <a:ext cx="3721609" cy="13610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i="0" noProof="0" dirty="0">
                <a:solidFill>
                  <a:srgbClr val="36A41D"/>
                </a:solidFill>
                <a:latin typeface="72 Brand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accepted to a reputable foreign university on a full scholarship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36A4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IELTS/ SAT at a competitive score before applications close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36A4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a strong profile: grades, extracurriculars, and a standout essay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36A4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exactly what each scholarship requires before he commits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18704" y="1901951"/>
            <a:ext cx="3895344" cy="178774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8065008" y="2011680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72 Brand Medium"/>
              </a:rPr>
              <a:t>What He Needs from Ziyo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2237995"/>
            <a:ext cx="502920" cy="32004"/>
          </a:xfrm>
          <a:prstGeom prst="rect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8046720" y="2303284"/>
            <a:ext cx="3712465" cy="1423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i="0" noProof="0" dirty="0">
                <a:solidFill>
                  <a:srgbClr val="0070F2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Scholarships and programs filtered for school leavers and freshmen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Step-by-step guidance: what to prepare, in what order, by when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Real stories from students who went abroad straight from school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Deadline alerts so he never misses a window while finishing exams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58768" y="3815120"/>
            <a:ext cx="3922776" cy="176122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3973067" y="3846804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E76500"/>
                </a:solidFill>
                <a:latin typeface="72 Brand Medium"/>
              </a:rPr>
              <a:t>Pain Points Today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05072" y="4041648"/>
            <a:ext cx="502920" cy="32004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" name="TextBox 55"/>
          <p:cNvSpPr txBox="1"/>
          <p:nvPr/>
        </p:nvSpPr>
        <p:spPr>
          <a:xfrm>
            <a:off x="4005072" y="4151376"/>
            <a:ext cx="3566160" cy="13610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E76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Overwhelming volume of information — no clear starting point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E76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resources are aimed at university students, not school leavers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E76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Relies on teachers and older cousins for guidance; advice is inconsistent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E76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Deadlines sneak up while he is focused on final school exams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27848" y="3803366"/>
            <a:ext cx="3886200" cy="176122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TextBox 57"/>
          <p:cNvSpPr txBox="1"/>
          <p:nvPr/>
        </p:nvSpPr>
        <p:spPr>
          <a:xfrm>
            <a:off x="8046720" y="3836651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049F9A"/>
                </a:solidFill>
                <a:latin typeface="72 Brand Medium"/>
              </a:rPr>
              <a:t>Challenges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65008" y="4041648"/>
            <a:ext cx="502920" cy="32004"/>
          </a:xfrm>
          <a:prstGeom prst="rect">
            <a:avLst/>
          </a:prstGeom>
          <a:solidFill>
            <a:srgbClr val="04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" name="TextBox 59"/>
          <p:cNvSpPr txBox="1"/>
          <p:nvPr/>
        </p:nvSpPr>
        <p:spPr>
          <a:xfrm>
            <a:off x="8065008" y="4151376"/>
            <a:ext cx="3566160" cy="1258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i="0" noProof="0" dirty="0">
                <a:solidFill>
                  <a:srgbClr val="049F9A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Balancing final-year schoolwork with scholarship research and test prep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49F9A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Limited experience writing personal statements or navigating portals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49F9A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No budget for test fees, prep courses, or application costs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49F9A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Parents supportive but unable to guide him through foreign admissions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67911" y="5625632"/>
            <a:ext cx="7918704" cy="852891"/>
          </a:xfrm>
          <a:prstGeom prst="roundRect">
            <a:avLst>
              <a:gd name="adj" fmla="val 7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" name="Rectangle 61"/>
          <p:cNvSpPr/>
          <p:nvPr/>
        </p:nvSpPr>
        <p:spPr>
          <a:xfrm>
            <a:off x="3890771" y="5637276"/>
            <a:ext cx="82296" cy="841248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3" name="TextBox 62"/>
          <p:cNvSpPr txBox="1"/>
          <p:nvPr/>
        </p:nvSpPr>
        <p:spPr>
          <a:xfrm>
            <a:off x="4096511" y="5686136"/>
            <a:ext cx="74615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850" b="1" i="0" noProof="0" dirty="0">
                <a:solidFill>
                  <a:srgbClr val="E76500"/>
                </a:solidFill>
                <a:latin typeface="72 Brand Medium"/>
              </a:rPr>
              <a:t>KEY DESIGN INSIGHT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96511" y="5880326"/>
            <a:ext cx="7690104" cy="488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Asilbek is at the most critical — and most underserved — decision point of his life. He is motivated but </a:t>
            </a:r>
            <a:r>
              <a:rPr lang="en-US" sz="1050" noProof="0" dirty="0" err="1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paralysed</a:t>
            </a:r>
            <a:r>
              <a:rPr lang="en-US" sz="105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complexity and a total lack of a structured starting point. </a:t>
            </a:r>
            <a:r>
              <a:rPr lang="en-US" sz="1050" noProof="0" dirty="0" err="1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Ziyo's</a:t>
            </a:r>
            <a:r>
              <a:rPr lang="en-US" sz="105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opportunity is to meet him where he is: curate scholarships open to school leavers, sequence the steps for him, and make the path to a foreign university feel achievable, not overwhelming.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3,"isValidatorEnabled":false,"isLocked":false,"elementsMetadata":[],"slideId":"1328131217384275975","enableDocumentContentUpdater":false,"version":"2.0"}]]></TemplafySlideTemplateConfiguration>
</file>

<file path=customXml/item3.xml><?xml version="1.0" encoding="utf-8"?>
<TemplafySlideTemplateConfiguration><![CDATA[{"slideVersion":3,"isValidatorEnabled":false,"isLocked":false,"elementsMetadata":[],"slideId":"1328131217384275981","enableDocumentContentUpdater":false,"version":"2.0"}]]></TemplafySlideTemplateConfiguration>
</file>

<file path=customXml/item4.xml><?xml version="1.0" encoding="utf-8"?>
<TemplafySlideTemplateConfiguration><![CDATA[{"slideVersion":3,"isValidatorEnabled":false,"isLocked":false,"elementsMetadata":[],"slideId":"1328131217384275980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9","enableDocumentContentUpdater":fals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9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10.xml><?xml version="1.0" encoding="utf-8"?>
<TemplafySlideTemplateConfiguration><![CDATA[{"slideVersion":3,"isValidatorEnabled":false,"isLocked":false,"elementsMetadata":[],"slideId":"1328131217384275978","enableDocumentContentUpdater":false,"version":"2.0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14.xml><?xml version="1.0" encoding="utf-8"?>
<TemplafySlideTemplateConfiguration><![CDATA[{"slideVersion":3,"isValidatorEnabled":false,"isLocked":false,"elementsMetadata":[],"slideId":"1328131217384275982","enableDocumentContentUpdater":false,"version":"2.0"}]]></TemplafySlideTemplateConfiguration>
</file>

<file path=customXml/item15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16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1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21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2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3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382BC52CB2D4794C5FE8ABF2F1E6D" ma:contentTypeVersion="6" ma:contentTypeDescription="Create a new document." ma:contentTypeScope="" ma:versionID="18e5cefb5ebdf23343a260348ecafc49">
  <xsd:schema xmlns:xsd="http://www.w3.org/2001/XMLSchema" xmlns:xs="http://www.w3.org/2001/XMLSchema" xmlns:p="http://schemas.microsoft.com/office/2006/metadata/properties" xmlns:ns2="c76864f1-b314-4248-9b56-a31ecd826e67" targetNamespace="http://schemas.microsoft.com/office/2006/metadata/properties" ma:root="true" ma:fieldsID="18ad78736499b6b0f3e19affaa75288d" ns2:_="">
    <xsd:import namespace="c76864f1-b314-4248-9b56-a31ecd826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864f1-b314-4248-9b56-a31ecd826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7.xml><?xml version="1.0" encoding="utf-8"?>
<TemplafySlideFormConfiguration><![CDATA[{"formFields":[],"formDataEntries":[]}]]></TemplafySlideFormConfiguration>
</file>

<file path=customXml/item28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White}}","visibility":"","type":"image","disableUpdates":false}}],"slideId":"1328131217384275970","enableDocumentContentUpdater":false,"version":"2.0"}]]></TemplafySlideTemplateConfiguration>
</file>

<file path=customXml/item29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30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TemplafySlideTemplateConfiguration><![CDATA[{"slideVersion":3,"isValidatorEnabled":false,"isLocked":false,"elementsMetadata":[],"slideId":"1328131217384275983","enableDocumentContentUpdater":false,"version":"2.0"}]]></TemplafySlideTemplateConfiguration>
</file>

<file path=customXml/item33.xml><?xml version="1.0" encoding="utf-8"?>
<TemplafySlideTemplateConfiguration><![CDATA[{"slideVersion":3,"isValidatorEnabled":false,"isLocked":false,"elementsMetadata":[],"slideId":"1328131217384275977","enableDocumentContentUpdater":false,"version":"2.0"}]]></TemplafySlideTemplateConfiguration>
</file>

<file path=customXml/item34.xml><?xml version="1.0" encoding="utf-8"?>
<TemplafySlideFormConfiguration><![CDATA[{"formFields":[],"formDataEntries":[]}]]></TemplafySlideFormConfiguration>
</file>

<file path=customXml/item35.xml><?xml version="1.0" encoding="utf-8"?>
<TemplafySlideTemplateConfiguration><![CDATA[{"slideVersion":3,"isValidatorEnabled":false,"isLocked":false,"elementsMetadata":[],"slideId":"1328131217384275979","enableDocumentContentUpdater":false,"version":"2.0"}]]></TemplafySlideTemplate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71","enableDocumentContentUpdater":false,"version":"2.0"}]]></TemplafySlideTemplateConfiguration>
</file>

<file path=customXml/item38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39.xml><?xml version="1.0" encoding="utf-8"?>
<TemplafySlideTemplateConfiguration><![CDATA[{"slideVersion":3,"isValidatorEnabled":false,"isLocked":false,"elementsMetadata":[],"slideId":"1328131217384275987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02A76EF8-E055-4175-8D2D-5B9E60211AF6}">
  <ds:schemaRefs/>
</ds:datastoreItem>
</file>

<file path=customXml/itemProps2.xml><?xml version="1.0" encoding="utf-8"?>
<ds:datastoreItem xmlns:ds="http://schemas.openxmlformats.org/officeDocument/2006/customXml" ds:itemID="{F0F8AAF3-4544-44DE-8D65-07578647B51F}">
  <ds:schemaRefs/>
</ds:datastoreItem>
</file>

<file path=customXml/itemProps3.xml><?xml version="1.0" encoding="utf-8"?>
<ds:datastoreItem xmlns:ds="http://schemas.openxmlformats.org/officeDocument/2006/customXml" ds:itemID="{13FD8C04-EC58-4965-B798-8E6CBDD39C2A}">
  <ds:schemaRefs/>
</ds:datastoreItem>
</file>

<file path=customXml/itemProps4.xml><?xml version="1.0" encoding="utf-8"?>
<ds:datastoreItem xmlns:ds="http://schemas.openxmlformats.org/officeDocument/2006/customXml" ds:itemID="{4B1D4426-9BD0-4BD3-8094-CA9B884388C6}">
  <ds:schemaRefs/>
</ds:datastoreItem>
</file>

<file path=customXml/itemProps5.xml><?xml version="1.0" encoding="utf-8"?>
<ds:datastoreItem xmlns:ds="http://schemas.openxmlformats.org/officeDocument/2006/customXml" ds:itemID="{7D282FA9-D486-4277-833F-E9AC54F00B25}">
  <ds:schemaRefs/>
</ds:datastoreItem>
</file>

<file path=customXml/itemProps6.xml><?xml version="1.0" encoding="utf-8"?>
<ds:datastoreItem xmlns:ds="http://schemas.openxmlformats.org/officeDocument/2006/customXml" ds:itemID="{D0AC3308-50B2-461B-AD01-41C9501C41AA}">
  <ds:schemaRefs/>
</ds:datastoreItem>
</file>

<file path=customXml/itemProps7.xml><?xml version="1.0" encoding="utf-8"?>
<ds:datastoreItem xmlns:ds="http://schemas.openxmlformats.org/officeDocument/2006/customXml" ds:itemID="{1949C97A-F2E4-44DC-BFCA-6630B6534B78}">
  <ds:schemaRefs/>
</ds:datastoreItem>
</file>

<file path=customXml/itemProps8.xml><?xml version="1.0" encoding="utf-8"?>
<ds:datastoreItem xmlns:ds="http://schemas.openxmlformats.org/officeDocument/2006/customXml" ds:itemID="{626BBCBB-1894-4E66-BA48-9E91CE3ACBA0}">
  <ds:schemaRefs/>
</ds:datastoreItem>
</file>

<file path=customXml/itemProps9.xml><?xml version="1.0" encoding="utf-8"?>
<ds:datastoreItem xmlns:ds="http://schemas.openxmlformats.org/officeDocument/2006/customXml" ds:itemID="{79008009-A77E-4DE3-9C15-4B84BFC772CD}">
  <ds:schemaRefs/>
</ds:datastoreItem>
</file>

<file path=customXml/itemProps10.xml><?xml version="1.0" encoding="utf-8"?>
<ds:datastoreItem xmlns:ds="http://schemas.openxmlformats.org/officeDocument/2006/customXml" ds:itemID="{5E11CF51-A506-4F35-8D30-27CC6B312382}">
  <ds:schemaRefs/>
</ds:datastoreItem>
</file>

<file path=customXml/itemProps11.xml><?xml version="1.0" encoding="utf-8"?>
<ds:datastoreItem xmlns:ds="http://schemas.openxmlformats.org/officeDocument/2006/customXml" ds:itemID="{8F54209D-E2B9-45C1-850A-8060F1CC8CCA}">
  <ds:schemaRefs/>
</ds:datastoreItem>
</file>

<file path=customXml/itemProps12.xml><?xml version="1.0" encoding="utf-8"?>
<ds:datastoreItem xmlns:ds="http://schemas.openxmlformats.org/officeDocument/2006/customXml" ds:itemID="{4938B8D1-5EB7-4009-8CFB-FCE4DBF00B70}">
  <ds:schemaRefs/>
</ds:datastoreItem>
</file>

<file path=customXml/itemProps13.xml><?xml version="1.0" encoding="utf-8"?>
<ds:datastoreItem xmlns:ds="http://schemas.openxmlformats.org/officeDocument/2006/customXml" ds:itemID="{3A81E9BA-12B9-46B7-AEAA-BB534997284F}">
  <ds:schemaRefs/>
</ds:datastoreItem>
</file>

<file path=customXml/itemProps14.xml><?xml version="1.0" encoding="utf-8"?>
<ds:datastoreItem xmlns:ds="http://schemas.openxmlformats.org/officeDocument/2006/customXml" ds:itemID="{7A3DE86C-37E5-43A2-A674-30AE8DECAC0E}">
  <ds:schemaRefs/>
</ds:datastoreItem>
</file>

<file path=customXml/itemProps15.xml><?xml version="1.0" encoding="utf-8"?>
<ds:datastoreItem xmlns:ds="http://schemas.openxmlformats.org/officeDocument/2006/customXml" ds:itemID="{0C2F541D-F419-4D97-8F50-8CFBB40B0EC7}">
  <ds:schemaRefs/>
</ds:datastoreItem>
</file>

<file path=customXml/itemProps16.xml><?xml version="1.0" encoding="utf-8"?>
<ds:datastoreItem xmlns:ds="http://schemas.openxmlformats.org/officeDocument/2006/customXml" ds:itemID="{340F98CC-F8FA-4257-87D3-FCE825196D17}">
  <ds:schemaRefs/>
</ds:datastoreItem>
</file>

<file path=customXml/itemProps17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18.xml><?xml version="1.0" encoding="utf-8"?>
<ds:datastoreItem xmlns:ds="http://schemas.openxmlformats.org/officeDocument/2006/customXml" ds:itemID="{72F8570F-162E-4E77-8F0F-6DD87409B9AF}">
  <ds:schemaRefs/>
</ds:datastoreItem>
</file>

<file path=customXml/itemProps19.xml><?xml version="1.0" encoding="utf-8"?>
<ds:datastoreItem xmlns:ds="http://schemas.openxmlformats.org/officeDocument/2006/customXml" ds:itemID="{9B5A6145-50FD-46B5-882B-DCFCB8024129}">
  <ds:schemaRefs/>
</ds:datastoreItem>
</file>

<file path=customXml/itemProps20.xml><?xml version="1.0" encoding="utf-8"?>
<ds:datastoreItem xmlns:ds="http://schemas.openxmlformats.org/officeDocument/2006/customXml" ds:itemID="{A701461A-A2EC-4086-A128-227E1E7767C4}">
  <ds:schemaRefs/>
</ds:datastoreItem>
</file>

<file path=customXml/itemProps21.xml><?xml version="1.0" encoding="utf-8"?>
<ds:datastoreItem xmlns:ds="http://schemas.openxmlformats.org/officeDocument/2006/customXml" ds:itemID="{7CE852FA-A08C-42DD-AE0D-B4ACD5BB86CC}">
  <ds:schemaRefs/>
</ds:datastoreItem>
</file>

<file path=customXml/itemProps22.xml><?xml version="1.0" encoding="utf-8"?>
<ds:datastoreItem xmlns:ds="http://schemas.openxmlformats.org/officeDocument/2006/customXml" ds:itemID="{C1422F45-04DB-421D-8796-270006657806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c76864f1-b314-4248-9b56-a31ecd826e67"/>
  </ds:schemaRefs>
</ds:datastoreItem>
</file>

<file path=customXml/itemProps23.xml><?xml version="1.0" encoding="utf-8"?>
<ds:datastoreItem xmlns:ds="http://schemas.openxmlformats.org/officeDocument/2006/customXml" ds:itemID="{CC49FFC8-2FF3-4057-96F0-3BCD1A4F0351}">
  <ds:schemaRefs/>
</ds:datastoreItem>
</file>

<file path=customXml/itemProps24.xml><?xml version="1.0" encoding="utf-8"?>
<ds:datastoreItem xmlns:ds="http://schemas.openxmlformats.org/officeDocument/2006/customXml" ds:itemID="{262F285F-827C-4183-96DE-8531462DE52A}">
  <ds:schemaRefs/>
</ds:datastoreItem>
</file>

<file path=customXml/itemProps25.xml><?xml version="1.0" encoding="utf-8"?>
<ds:datastoreItem xmlns:ds="http://schemas.openxmlformats.org/officeDocument/2006/customXml" ds:itemID="{7191A31C-0001-4F47-9681-3BF2CDE82779}">
  <ds:schemaRefs/>
</ds:datastoreItem>
</file>

<file path=customXml/itemProps26.xml><?xml version="1.0" encoding="utf-8"?>
<ds:datastoreItem xmlns:ds="http://schemas.openxmlformats.org/officeDocument/2006/customXml" ds:itemID="{360F074B-5A41-4252-A56A-CE9CC718E820}">
  <ds:schemaRefs>
    <ds:schemaRef ds:uri="c76864f1-b314-4248-9b56-a31ecd826e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7.xml><?xml version="1.0" encoding="utf-8"?>
<ds:datastoreItem xmlns:ds="http://schemas.openxmlformats.org/officeDocument/2006/customXml" ds:itemID="{A7B291CB-4C44-41B3-9B37-CCBAC5621AB0}">
  <ds:schemaRefs/>
</ds:datastoreItem>
</file>

<file path=customXml/itemProps28.xml><?xml version="1.0" encoding="utf-8"?>
<ds:datastoreItem xmlns:ds="http://schemas.openxmlformats.org/officeDocument/2006/customXml" ds:itemID="{59E029D4-81CC-4017-8B00-9264DBE7ED46}">
  <ds:schemaRefs/>
</ds:datastoreItem>
</file>

<file path=customXml/itemProps29.xml><?xml version="1.0" encoding="utf-8"?>
<ds:datastoreItem xmlns:ds="http://schemas.openxmlformats.org/officeDocument/2006/customXml" ds:itemID="{2E9C140C-7F7C-4BAD-BCD9-F2636157DE78}">
  <ds:schemaRefs/>
</ds:datastoreItem>
</file>

<file path=customXml/itemProps30.xml><?xml version="1.0" encoding="utf-8"?>
<ds:datastoreItem xmlns:ds="http://schemas.openxmlformats.org/officeDocument/2006/customXml" ds:itemID="{9F687104-044A-49FD-BBC2-8EEC24DE651C}">
  <ds:schemaRefs/>
</ds:datastoreItem>
</file>

<file path=customXml/itemProps31.xml><?xml version="1.0" encoding="utf-8"?>
<ds:datastoreItem xmlns:ds="http://schemas.openxmlformats.org/officeDocument/2006/customXml" ds:itemID="{54FE47D6-A0B5-433B-A8EF-42136D6623C1}">
  <ds:schemaRefs/>
</ds:datastoreItem>
</file>

<file path=customXml/itemProps32.xml><?xml version="1.0" encoding="utf-8"?>
<ds:datastoreItem xmlns:ds="http://schemas.openxmlformats.org/officeDocument/2006/customXml" ds:itemID="{E54232B7-ECAB-41A6-AF8E-F8AA8F67AA91}">
  <ds:schemaRefs/>
</ds:datastoreItem>
</file>

<file path=customXml/itemProps33.xml><?xml version="1.0" encoding="utf-8"?>
<ds:datastoreItem xmlns:ds="http://schemas.openxmlformats.org/officeDocument/2006/customXml" ds:itemID="{CE396CF5-D378-4212-9654-B79AC7E3DDF2}">
  <ds:schemaRefs/>
</ds:datastoreItem>
</file>

<file path=customXml/itemProps34.xml><?xml version="1.0" encoding="utf-8"?>
<ds:datastoreItem xmlns:ds="http://schemas.openxmlformats.org/officeDocument/2006/customXml" ds:itemID="{E9FE88B9-0BAC-45E1-B2FC-EC88A09A227D}">
  <ds:schemaRefs/>
</ds:datastoreItem>
</file>

<file path=customXml/itemProps35.xml><?xml version="1.0" encoding="utf-8"?>
<ds:datastoreItem xmlns:ds="http://schemas.openxmlformats.org/officeDocument/2006/customXml" ds:itemID="{69B73946-F389-40E3-A533-45A6D07B0A63}">
  <ds:schemaRefs/>
</ds:datastoreItem>
</file>

<file path=customXml/itemProps36.xml><?xml version="1.0" encoding="utf-8"?>
<ds:datastoreItem xmlns:ds="http://schemas.openxmlformats.org/officeDocument/2006/customXml" ds:itemID="{313EF5B0-5BFC-4E19-9E61-13C85B6C6127}">
  <ds:schemaRefs/>
</ds:datastoreItem>
</file>

<file path=customXml/itemProps37.xml><?xml version="1.0" encoding="utf-8"?>
<ds:datastoreItem xmlns:ds="http://schemas.openxmlformats.org/officeDocument/2006/customXml" ds:itemID="{0AA29E1A-4DC8-446C-8155-596424E2EB1E}">
  <ds:schemaRefs/>
</ds:datastoreItem>
</file>

<file path=customXml/itemProps38.xml><?xml version="1.0" encoding="utf-8"?>
<ds:datastoreItem xmlns:ds="http://schemas.openxmlformats.org/officeDocument/2006/customXml" ds:itemID="{8DB0A96E-6777-4404-88E8-A679525071C5}">
  <ds:schemaRefs/>
</ds:datastoreItem>
</file>

<file path=customXml/itemProps39.xml><?xml version="1.0" encoding="utf-8"?>
<ds:datastoreItem xmlns:ds="http://schemas.openxmlformats.org/officeDocument/2006/customXml" ds:itemID="{969E2946-A68D-494C-938D-9F4AFD67C432}">
  <ds:schemaRefs/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202</TotalTime>
  <Words>383</Words>
  <Application>Microsoft Macintosh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Symbol</vt:lpstr>
      <vt:lpstr>72 Brand</vt:lpstr>
      <vt:lpstr>Wingdings</vt:lpstr>
      <vt:lpstr>72 Brand Medium</vt:lpstr>
      <vt:lpstr>Wingdings</vt:lpstr>
      <vt:lpstr>SAP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Fehlau, Anja</dc:creator>
  <dc:description/>
  <cp:lastModifiedBy>Bisht, Pankaj</cp:lastModifiedBy>
  <cp:revision>4</cp:revision>
  <dcterms:created xsi:type="dcterms:W3CDTF">2026-09-25T13:39:56Z</dcterms:created>
  <dcterms:modified xsi:type="dcterms:W3CDTF">2026-10-13T12:04:03Z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0x01010038A382BC52CB2D4794C5FE8ABF2F1E6D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