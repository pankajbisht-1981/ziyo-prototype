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Relationship Id="rId7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3" r:id="rId40"/>
  </p:sldMasterIdLst>
  <p:notesMasterIdLst>
    <p:notesMasterId r:id="rId92"/>
  </p:notesMasterIdLst>
  <p:handoutMasterIdLst>
    <p:handoutMasterId r:id="rId93"/>
  </p:handoutMasterIdLst>
  <p:sldIdLst>
    <p:sldId id="256" r:id="rId54"/>
  </p:sldIdLst>
  <p:sldSz cx="12195175" cy="6858000"/>
  <p:notesSz cx="6858000" cy="9144000"/>
  <p:embeddedFontLst>
    <p:embeddedFont>
      <p:font typeface="72 Brand" panose="020B0504030603020204" pitchFamily="34" charset="0"/>
      <p:regular r:id="rId94"/>
      <p:bold r:id="rId95"/>
      <p:italic r:id="rId96"/>
      <p:boldItalic r:id="rId97"/>
    </p:embeddedFont>
    <p:embeddedFont>
      <p:font typeface="72 Brand Medium" panose="020B0504030603020204" pitchFamily="34" charset="0"/>
      <p:regular r:id="rId98"/>
      <p:italic r:id="rId99"/>
    </p:embeddedFont>
  </p:embeddedFontLst>
  <p:custDataLst>
    <p:tags r:id="rId100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40"/>
  </p:normalViewPr>
  <p:slideViewPr>
    <p:cSldViewPr snapToGrid="0">
      <p:cViewPr varScale="1">
        <p:scale>
          <a:sx n="95" d="100"/>
          <a:sy n="95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slideMaster" Target="slideMasters/slideMaster1.xml"/><Relationship Id="rId54" Type="http://schemas.openxmlformats.org/officeDocument/2006/relationships/slide" Target="slides/slide1.xml"/><Relationship Id="rId92" Type="http://schemas.openxmlformats.org/officeDocument/2006/relationships/notesMaster" Target="notesMasters/notesMaster1.xml"/><Relationship Id="rId93" Type="http://schemas.openxmlformats.org/officeDocument/2006/relationships/handoutMaster" Target="handoutMasters/handoutMaster1.xml"/><Relationship Id="rId94" Type="http://schemas.openxmlformats.org/officeDocument/2006/relationships/font" Target="fonts/font1.fntdata"/><Relationship Id="rId95" Type="http://schemas.openxmlformats.org/officeDocument/2006/relationships/font" Target="fonts/font2.fntdata"/><Relationship Id="rId96" Type="http://schemas.openxmlformats.org/officeDocument/2006/relationships/font" Target="fonts/font3.fntdata"/><Relationship Id="rId97" Type="http://schemas.openxmlformats.org/officeDocument/2006/relationships/font" Target="fonts/font4.fntdata"/><Relationship Id="rId98" Type="http://schemas.openxmlformats.org/officeDocument/2006/relationships/font" Target="fonts/font5.fntdata"/><Relationship Id="rId99" Type="http://schemas.openxmlformats.org/officeDocument/2006/relationships/font" Target="fonts/font6.fntdata"/><Relationship Id="rId100" Type="http://schemas.openxmlformats.org/officeDocument/2006/relationships/tags" Target="tags/tag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72 Brand" panose="020B0504030603020204" pitchFamily="34" charset="0"/>
              </a:rPr>
              <a:pPr algn="ctr"/>
              <a:t>‹#›</a:t>
            </a:fld>
            <a:endParaRPr lang="de-DE" sz="10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72 Brand" panose="020B0504030603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72 Brand" panose="020B0504030603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svg"/><Relationship Id="rId3" Type="http://schemas.openxmlformats.org/officeDocument/2006/relationships/image" Target="../media/image22.svg"/><Relationship Id="rId4" Type="http://schemas.openxmlformats.org/officeDocument/2006/relationships/image" Target="../media/image23.svg"/><Relationship Id="rId5" Type="http://schemas.openxmlformats.org/officeDocument/2006/relationships/image" Target="../media/image24.svg"/><Relationship Id="rId6" Type="http://schemas.openxmlformats.org/officeDocument/2006/relationships/hyperlink" Target="https://brand.sap.com/media-library/index.html#/" TargetMode="External"/><Relationship Id="rId7" Type="http://schemas.openxmlformats.org/officeDocument/2006/relationships/hyperlink" Target="https://brand.sap.com/" TargetMode="External"/><Relationship Id="rId8" Type="http://schemas.openxmlformats.org/officeDocument/2006/relationships/hyperlink" Target="https://brand.sap.com/naming-center#/dashboard" TargetMode="External"/><Relationship Id="rId9" Type="http://schemas.openxmlformats.org/officeDocument/2006/relationships/hyperlink" Target="https://brand.sap.com/writing-assistant" TargetMode="Externa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7" name="Picture 6" descr="File:Logo Ziyo.png">
            <a:extLst>
              <a:ext uri="{FF2B5EF4-FFF2-40B4-BE49-F238E27FC236}">
                <a16:creationId xmlns:a16="http://schemas.microsoft.com/office/drawing/2014/main" id="{CE9549EC-21EF-4617-054C-217CA2AE96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152" y="448425"/>
            <a:ext cx="1028691" cy="465148"/>
          </a:xfrm>
          <a:prstGeom prst="rect">
            <a:avLst/>
          </a:prstGeom>
        </p:spPr>
      </p:pic>
      <p:pic>
        <p:nvPicPr>
          <p:cNvPr id="9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DEC5A70-C3A2-0FCE-F37B-7C271FF2BD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10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4765449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9000" y="0"/>
            <a:ext cx="6226175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5" name="Picture 4" descr="File:Logo Ziyo.png">
            <a:extLst>
              <a:ext uri="{FF2B5EF4-FFF2-40B4-BE49-F238E27FC236}">
                <a16:creationId xmlns:a16="http://schemas.microsoft.com/office/drawing/2014/main" id="{CA93E80A-CDCF-8B33-D888-1CB8A75F43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1933" y="1448783"/>
            <a:ext cx="1866754" cy="844099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91F535F-7A67-AF5C-5DC6-590566B38F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999" y="1544189"/>
            <a:ext cx="1319627" cy="65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550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2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11183936" cy="997196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AB4E5251-3D94-6055-D4B0-6DE455DC1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6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EF4D20E5-51CD-DC7A-2D14-8B212F831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257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 userDrawn="1">
          <p15:clr>
            <a:srgbClr val="FBAE40"/>
          </p15:clr>
        </p15:guide>
        <p15:guide id="3" orient="horz" pos="2688" userDrawn="1">
          <p15:clr>
            <a:srgbClr val="FBAE40"/>
          </p15:clr>
        </p15:guide>
        <p15:guide id="4" orient="horz" pos="2334" userDrawn="1">
          <p15:clr>
            <a:srgbClr val="FBAE40"/>
          </p15:clr>
        </p15:guide>
        <p15:guide id="5" orient="horz" pos="299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52355" y="1156532"/>
            <a:ext cx="5613722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75" y="2141327"/>
            <a:ext cx="4125924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5176" y="0"/>
            <a:ext cx="4320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0" y="2206502"/>
            <a:ext cx="5465762" cy="997196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algn="l">
              <a:lnSpc>
                <a:spcPct val="90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71164333" name="LogoWhite-Dynamic" descr="{&quot;templafy&quot;:{&quot;id&quot;:&quot;6d5d147f-96be-424e-b54a-e907ed10c5df&quot;}}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54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  <p15:guide id="2" orient="horz" pos="2682" userDrawn="1">
          <p15:clr>
            <a:srgbClr val="FBAE40"/>
          </p15:clr>
        </p15:guide>
        <p15:guide id="3" orient="horz" pos="299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238" y="2706317"/>
            <a:ext cx="5100393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5A13C-829D-1987-9534-F97491F0C5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0588" y="1931313"/>
            <a:ext cx="5685160" cy="28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13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238" y="4024430"/>
            <a:ext cx="11187112" cy="99719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6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183850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K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06317"/>
            <a:ext cx="6134326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DE5B3AD0-1D89-347D-1FDC-8F83FFF6F994}"/>
              </a:ext>
            </a:extLst>
          </p:cNvPr>
          <p:cNvSpPr/>
          <p:nvPr userDrawn="1"/>
        </p:nvSpPr>
        <p:spPr bwMode="gray">
          <a:xfrm>
            <a:off x="6923314" y="0"/>
            <a:ext cx="5271861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90000" tIns="72000" rIns="90000" bIns="72000" rtlCol="0" anchor="ctr">
            <a:noAutofit/>
          </a:bodyPr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4710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9">
            <a:extLst>
              <a:ext uri="{FF2B5EF4-FFF2-40B4-BE49-F238E27FC236}">
                <a16:creationId xmlns:a16="http://schemas.microsoft.com/office/drawing/2014/main" id="{50B7529E-B60E-F89E-F314-F04B082CB02E}"/>
              </a:ext>
            </a:extLst>
          </p:cNvPr>
          <p:cNvSpPr/>
          <p:nvPr userDrawn="1"/>
        </p:nvSpPr>
        <p:spPr bwMode="gray">
          <a:xfrm>
            <a:off x="5970588" y="0"/>
            <a:ext cx="6224588" cy="6858000"/>
          </a:xfrm>
          <a:prstGeom prst="rect">
            <a:avLst/>
          </a:pr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/>
            <a:endParaRPr lang="de-DE">
              <a:noFill/>
              <a:latin typeface="72 Brand" panose="020B0504030603020204" pitchFamily="34" charset="0"/>
            </a:endParaRP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CA462676-FE5D-71FF-7237-1B7F0ADBEC3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6930345" y="2227645"/>
            <a:ext cx="4205741" cy="2064955"/>
          </a:xfrm>
          <a:prstGeom prst="rect">
            <a:avLst/>
          </a:prstGeom>
          <a:effectLst>
            <a:outerShdw blurRad="508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4000" y="2706317"/>
            <a:ext cx="5230813" cy="997196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600" b="0" i="0">
                <a:latin typeface="+mj-lt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600" kern="0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393398881" name="LogoBlue-Dynamic" descr="{&quot;templafy&quot;:{&quot;id&quot;:&quot;8031e150-e28c-48f5-bc23-d95cac3a2902&quot;}}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BDAB94F6-554F-D642-6932-813F824BA8E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0152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17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704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614527"/>
            <a:ext cx="11186477" cy="4738092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0C52BCA-5F34-83DD-E2E9-671684BC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F1BA-13EF-9092-B55B-84C957AA0F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291678" y="506267"/>
            <a:ext cx="1379982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E7382196-EFF4-E5AF-7BBC-7F1B1CC8E0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235FCADB-3290-5229-4F77-9E7F57F626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614527"/>
            <a:ext cx="11186477" cy="4738092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defRPr/>
            </a:lvl3pPr>
            <a:lvl4pPr marL="252000" indent="-252000">
              <a:defRPr/>
            </a:lvl4pPr>
            <a:lvl5pPr marL="285750" indent="-285750">
              <a:defRPr/>
            </a:lvl5pPr>
            <a:lvl6pPr marL="252000" indent="-252000">
              <a:defRPr/>
            </a:lvl6pPr>
            <a:lvl7pPr marL="171450" indent="-171450">
              <a:defRPr/>
            </a:lvl7pPr>
            <a:lvl8pPr marL="252000" indent="-252000">
              <a:defRPr/>
            </a:lvl8pPr>
            <a:lvl9pPr marL="857250" indent="-857250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0C52BCA-5F34-83DD-E2E9-671684BC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7F1BA-13EF-9092-B55B-84C957AA0F7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291678" y="506267"/>
            <a:ext cx="13799822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E7382196-EFF4-E5AF-7BBC-7F1B1CC8E0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3" name="Picture 2" descr="File:Logo Ziyo.png">
            <a:extLst>
              <a:ext uri="{FF2B5EF4-FFF2-40B4-BE49-F238E27FC236}">
                <a16:creationId xmlns:a16="http://schemas.microsoft.com/office/drawing/2014/main" id="{03025907-CA5E-8CD1-BC6F-5035EC2E7C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278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3090446"/>
            <a:ext cx="11185200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BEB265CF-5D90-043D-C3F4-7E2035335E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5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C7844247-794B-5DEC-FEAC-EDCD0A79D6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3627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F6F4229-C80F-03D8-379E-5395A9D910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239" y="2305050"/>
            <a:ext cx="4745037" cy="68580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subtitle</a:t>
            </a:r>
          </a:p>
        </p:txBody>
      </p:sp>
      <p:sp>
        <p:nvSpPr>
          <p:cNvPr id="4" name="Divider text">
            <a:extLst>
              <a:ext uri="{FF2B5EF4-FFF2-40B4-BE49-F238E27FC236}">
                <a16:creationId xmlns:a16="http://schemas.microsoft.com/office/drawing/2014/main" id="{6F90880B-34A2-54BD-E54C-D9BEA8FA68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algn="l" defTabSz="1088558" rtl="0" eaLnBrk="1" latinLnBrk="0" hangingPunct="1">
              <a:spcBef>
                <a:spcPct val="0"/>
              </a:spcBef>
              <a:buNone/>
              <a:defRPr lang="de-DE" sz="4400" b="0" i="0" kern="1200" baseline="0" dirty="0">
                <a:solidFill>
                  <a:schemeClr val="bg1"/>
                </a:solidFill>
                <a:latin typeface="+mj-lt"/>
                <a:ea typeface="+mj-ea"/>
                <a:cs typeface="72" panose="020B0503030000000003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76558-3EEE-080B-A240-E7C3F5ABB8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0141" y="2409572"/>
            <a:ext cx="6090209" cy="30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480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84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5175" cy="3430800"/>
          </a:xfrm>
          <a:noFill/>
        </p:spPr>
        <p:txBody>
          <a:bodyPr tIns="32400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4000" y="1375046"/>
            <a:ext cx="11185200" cy="67710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89852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4" orient="horz" pos="865" userDrawn="1">
          <p15:clr>
            <a:srgbClr val="FBAE40"/>
          </p15:clr>
        </p15:guide>
        <p15:guide id="5" orient="horz" pos="129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3DD38521-14BF-F5D9-2930-AE3A04ABFA30}"/>
              </a:ext>
            </a:extLst>
          </p:cNvPr>
          <p:cNvSpPr>
            <a:spLocks noChangeAspect="1"/>
          </p:cNvSpPr>
          <p:nvPr userDrawn="1"/>
        </p:nvSpPr>
        <p:spPr>
          <a:xfrm>
            <a:off x="2726189" y="1767938"/>
            <a:ext cx="6739622" cy="332212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875">
              <a:defRPr/>
            </a:pPr>
            <a:r>
              <a:rPr lang="en-US">
                <a:noFill/>
                <a:latin typeface="72 Brand" panose="020B0504030603020204" pitchFamily="34" charset="0"/>
              </a:rPr>
              <a:t>1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238" y="3090446"/>
            <a:ext cx="11187112" cy="67710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12160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B37602D4-ACC5-6844-7789-7608758A67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11B74BDD-F1BB-DA52-7B7B-44A8047277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643B4164-E29F-E17A-66C8-0CB15B26D9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E1879CB-1B0A-D7E1-1CF6-27719BAD8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58288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111864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E0B9048-8A00-85F4-4DEF-F947906CA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pic>
        <p:nvPicPr>
          <p:cNvPr id="8" name="Picture 7" descr="File:Logo Ziyo.png">
            <a:extLst>
              <a:ext uri="{FF2B5EF4-FFF2-40B4-BE49-F238E27FC236}">
                <a16:creationId xmlns:a16="http://schemas.microsoft.com/office/drawing/2014/main" id="{7642844F-C0F1-7CA1-4984-733231E3D0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9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4300E746-E6EC-3652-D8FE-6728C9CAC7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9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225477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546500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43B15E59-3684-3B86-8A18-65A43122CA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C0344435-5DB3-93B2-C92A-1A238155E2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5F4D1D8-1D63-6E45-88AA-05747E774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972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548000"/>
            <a:ext cx="3564000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File:Logo Ziyo.png">
            <a:extLst>
              <a:ext uri="{FF2B5EF4-FFF2-40B4-BE49-F238E27FC236}">
                <a16:creationId xmlns:a16="http://schemas.microsoft.com/office/drawing/2014/main" id="{C06A0C68-27E1-0FB6-DB26-EC131FEB52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8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782818DA-1EAB-546E-1C96-67D44B5BF9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E41147B6-DFE2-B8B9-CF67-D4C8D5AB1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1413" y="4770000"/>
            <a:ext cx="5469064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225477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465000" cy="15831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5465000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886F03EA-EA61-F8A5-315C-4451D524D9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1AAEDF85-3098-616A-6246-B6B52032B9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4C0CF09E-210C-F4DC-80B3-766EA629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750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8000" y="4354921"/>
            <a:ext cx="3562477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128000" y="1548000"/>
            <a:ext cx="3562477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14824" y="4354921"/>
            <a:ext cx="3560763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14826" y="1548000"/>
            <a:ext cx="3560762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560000" cy="1998253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548000"/>
            <a:ext cx="356000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F5DF63F1-87CA-4D56-853F-B28439FFDA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2204CAEC-262C-4A8D-33CE-51F5ABBD29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0519B094-7FAE-B7EA-A073-FAE749DF6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97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0995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80501" y="1548000"/>
            <a:ext cx="260997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234398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21413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3691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62325" y="1548000"/>
            <a:ext cx="260667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3877200"/>
            <a:ext cx="2590879" cy="2475975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999" y="1548000"/>
            <a:ext cx="2605913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pic>
        <p:nvPicPr>
          <p:cNvPr id="6" name="Picture 5" descr="File:Logo Ziyo.png">
            <a:extLst>
              <a:ext uri="{FF2B5EF4-FFF2-40B4-BE49-F238E27FC236}">
                <a16:creationId xmlns:a16="http://schemas.microsoft.com/office/drawing/2014/main" id="{16B35866-3938-B115-64B8-0F0D8FC9AE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8484" y="448425"/>
            <a:ext cx="1028691" cy="465148"/>
          </a:xfrm>
          <a:prstGeom prst="rect">
            <a:avLst/>
          </a:prstGeom>
        </p:spPr>
      </p:pic>
      <p:pic>
        <p:nvPicPr>
          <p:cNvPr id="7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34D383DC-257D-3B26-F94E-F942A30F0B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00" y="504000"/>
            <a:ext cx="727192" cy="360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5CF180CE-133C-46B4-E194-07B4844EA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1079384"/>
            <a:ext cx="11183174" cy="36933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nvil" descr="preencoded.png">
            <a:extLst>
              <a:ext uri="{FF2B5EF4-FFF2-40B4-BE49-F238E27FC236}">
                <a16:creationId xmlns:a16="http://schemas.microsoft.com/office/drawing/2014/main" id="{C4FED2BE-6259-64CE-562B-46975C5747E1}"/>
              </a:ext>
            </a:extLst>
          </p:cNvPr>
          <p:cNvSpPr/>
          <p:nvPr userDrawn="1"/>
        </p:nvSpPr>
        <p:spPr>
          <a:xfrm>
            <a:off x="2409825" y="1543050"/>
            <a:ext cx="8061100" cy="397351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9D1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72 Brand" panose="020B0504030603020204" pitchFamily="34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738" y="3256398"/>
            <a:ext cx="9282112" cy="64611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“Add Quote”</a:t>
            </a:r>
            <a:endParaRPr lang="de-DE" sz="3600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45BB20-CC77-71AE-A785-DCD42C2AEC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9825" y="5832475"/>
            <a:ext cx="8328025" cy="52070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GB"/>
              <a:t>Speaker,</a:t>
            </a:r>
          </a:p>
          <a:p>
            <a:pPr lvl="0"/>
            <a:r>
              <a:rPr lang="en-GB"/>
              <a:t>Company, Role</a:t>
            </a:r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870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3475" userDrawn="1">
          <p15:clr>
            <a:srgbClr val="FBAE40"/>
          </p15:clr>
        </p15:guide>
        <p15:guide id="8" orient="horz" pos="323" userDrawn="1">
          <p15:clr>
            <a:srgbClr val="FBAE40"/>
          </p15:clr>
        </p15:guide>
        <p15:guide id="9" orient="horz" pos="55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 &amp; A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2781300"/>
            <a:ext cx="4765675" cy="64611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600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What's On Your Mind?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238" y="503238"/>
            <a:ext cx="11183937" cy="370800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ED969-77E2-26AA-CB6C-CBBE1D0882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38" y="3725638"/>
            <a:ext cx="4765675" cy="3939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You Ask, We Answer.</a:t>
            </a:r>
          </a:p>
        </p:txBody>
      </p:sp>
      <p:sp>
        <p:nvSpPr>
          <p:cNvPr id="15" name="Freeform 139">
            <a:extLst>
              <a:ext uri="{FF2B5EF4-FFF2-40B4-BE49-F238E27FC236}">
                <a16:creationId xmlns:a16="http://schemas.microsoft.com/office/drawing/2014/main" id="{56FC0E0D-AC3F-5FC3-96B0-FC51FA509DAC}"/>
              </a:ext>
            </a:extLst>
          </p:cNvPr>
          <p:cNvSpPr>
            <a:spLocks noChangeAspect="1"/>
          </p:cNvSpPr>
          <p:nvPr userDrawn="1"/>
        </p:nvSpPr>
        <p:spPr>
          <a:xfrm>
            <a:off x="5970588" y="1931313"/>
            <a:ext cx="5660044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654"/>
            <a:endParaRPr lang="en-US" sz="2100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744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1752" userDrawn="1">
          <p15:clr>
            <a:srgbClr val="FBAE40"/>
          </p15:clr>
        </p15:guide>
        <p15:guide id="8" orient="horz" pos="323">
          <p15:clr>
            <a:srgbClr val="FBAE40"/>
          </p15:clr>
        </p15:guide>
        <p15:guide id="9" orient="horz" pos="55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3364293" y="4024430"/>
            <a:ext cx="5466588" cy="9984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ctr">
              <a:lnSpc>
                <a:spcPct val="90000"/>
              </a:lnSpc>
              <a:defRPr lang="de-DE" sz="5500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5175" cy="3430800"/>
          </a:xfrm>
        </p:spPr>
        <p:txBody>
          <a:bodyPr anchor="ctr" anchorCtr="0"/>
          <a:lstStyle>
            <a:lvl1pPr marL="0" marR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558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35C5B-3872-7864-2787-0C648AA99BB6}"/>
              </a:ext>
            </a:extLst>
          </p:cNvPr>
          <p:cNvSpPr/>
          <p:nvPr userDrawn="1"/>
        </p:nvSpPr>
        <p:spPr bwMode="gray">
          <a:xfrm>
            <a:off x="11296650" y="6494825"/>
            <a:ext cx="898525" cy="360000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4" name="Picture 3" descr="File:Logo Ziyo.png">
            <a:extLst>
              <a:ext uri="{FF2B5EF4-FFF2-40B4-BE49-F238E27FC236}">
                <a16:creationId xmlns:a16="http://schemas.microsoft.com/office/drawing/2014/main" id="{A02F3090-399D-7BA0-BF93-1572FC1A2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97654" y="3929024"/>
            <a:ext cx="1866754" cy="844099"/>
          </a:xfrm>
          <a:prstGeom prst="rect">
            <a:avLst/>
          </a:prstGeom>
        </p:spPr>
      </p:pic>
      <p:pic>
        <p:nvPicPr>
          <p:cNvPr id="5" name="LogoWhite-Dynamic" descr="{&quot;templafy&quot;:{&quot;id&quot;:&quot;6d5d147f-96be-424e-b54a-e907ed10c5df&quot;}}">
            <a:extLst>
              <a:ext uri="{FF2B5EF4-FFF2-40B4-BE49-F238E27FC236}">
                <a16:creationId xmlns:a16="http://schemas.microsoft.com/office/drawing/2014/main" id="{D16479FC-8799-B55A-F466-58CE17E2B9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240" y="4024430"/>
            <a:ext cx="1319627" cy="65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67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4" pos="326" userDrawn="1">
          <p15:clr>
            <a:srgbClr val="A4A3A4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TIPS &amp; TRI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4BFCE-B81D-CBD1-C182-360E8B61B7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57173"/>
          <a:stretch/>
        </p:blipFill>
        <p:spPr>
          <a:xfrm>
            <a:off x="8283791" y="1604962"/>
            <a:ext cx="343400" cy="568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9183E9-C13E-58A0-4347-EB86D2AEA0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29588" y="2073216"/>
            <a:ext cx="651804" cy="347377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05509" y="1142617"/>
            <a:ext cx="2177030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GB" sz="140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Click the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button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in the Templafy pane</a:t>
            </a:r>
            <a:endParaRPr lang="en-GB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You can search for images in the search field.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00AD0EBC-0A41-4B26-9D79-79E0C00BBA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3238" y="1142617"/>
            <a:ext cx="1741943" cy="47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Click on the arrow next to </a:t>
            </a:r>
            <a:r>
              <a:rPr lang="en-GB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to view a dropdown menu of possible slide layouts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6" name="Picture 29">
            <a:extLst>
              <a:ext uri="{FF2B5EF4-FFF2-40B4-BE49-F238E27FC236}">
                <a16:creationId xmlns:a16="http://schemas.microsoft.com/office/drawing/2014/main" id="{6B35B93D-CCEE-48AF-A769-8729CC05BE8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51212" y="2382611"/>
            <a:ext cx="457262" cy="257143"/>
          </a:xfrm>
          <a:prstGeom prst="rect">
            <a:avLst/>
          </a:prstGeom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A13B127D-1BE4-4C8F-96F6-59C8D10D8F4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51212" y="3852636"/>
            <a:ext cx="328967" cy="505501"/>
          </a:xfrm>
          <a:prstGeom prst="rect">
            <a:avLst/>
          </a:prstGeom>
        </p:spPr>
      </p:pic>
      <p:pic>
        <p:nvPicPr>
          <p:cNvPr id="56" name="Picture 20">
            <a:extLst>
              <a:ext uri="{FF2B5EF4-FFF2-40B4-BE49-F238E27FC236}">
                <a16:creationId xmlns:a16="http://schemas.microsoft.com/office/drawing/2014/main" id="{5730DD9A-26F6-4C14-AE7D-221D2B3F38D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251212" y="5922364"/>
            <a:ext cx="538605" cy="17284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259301" y="4485830"/>
            <a:ext cx="313870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38181" y="1142617"/>
            <a:ext cx="2176236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Insert predefined slides and elements using the Templafy pane.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Slides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or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 elements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from the buttons in the Templafy pane on the right side of the screen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Lundbeck Display" panose="020B04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r>
              <a:rPr lang="en-GB" altLang="da-DK" sz="898" b="0" kern="1200" noProof="1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.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</a:t>
            </a:r>
            <a:b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Use the top colors in the Theme Colors or from the Custom Colors</a:t>
            </a:r>
            <a:endParaRPr lang="en-GB" altLang="da-DK" sz="900" b="0" kern="1200" noProof="1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3AD9C-98AE-450E-B202-15860002D52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251212" y="4832123"/>
            <a:ext cx="475552" cy="176762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12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599777-CEE9-4330-8A6A-3069D39183B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251212" y="3134689"/>
            <a:ext cx="257210" cy="285714"/>
          </a:xfrm>
          <a:prstGeom prst="rect">
            <a:avLst/>
          </a:prstGeom>
        </p:spPr>
      </p:pic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45589" y="3691782"/>
            <a:ext cx="341293" cy="321707"/>
          </a:xfrm>
          <a:prstGeom prst="rect">
            <a:avLst/>
          </a:prstGeom>
        </p:spPr>
      </p:pic>
      <p:sp>
        <p:nvSpPr>
          <p:cNvPr id="28" name="Text Box 3">
            <a:extLst>
              <a:ext uri="{FF2B5EF4-FFF2-40B4-BE49-F238E27FC236}">
                <a16:creationId xmlns:a16="http://schemas.microsoft.com/office/drawing/2014/main" id="{DDCB523A-48A3-4250-B4C1-AF02601BB1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82088" y="1142616"/>
            <a:ext cx="2239735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66EECC-2461-0C49-FFE7-C164DD64926E}"/>
              </a:ext>
            </a:extLst>
          </p:cNvPr>
          <p:cNvGrpSpPr/>
          <p:nvPr userDrawn="1"/>
        </p:nvGrpSpPr>
        <p:grpSpPr>
          <a:xfrm>
            <a:off x="6251270" y="4056806"/>
            <a:ext cx="1322734" cy="2015520"/>
            <a:chOff x="6199540" y="4122121"/>
            <a:chExt cx="1322734" cy="20155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FE5DB9-990F-7667-F2A7-10A554709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21970" y="4122121"/>
              <a:ext cx="1265349" cy="201552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67F39F8-AFAA-4F1A-823C-3AD53FA01A6C}"/>
                </a:ext>
              </a:extLst>
            </p:cNvPr>
            <p:cNvSpPr/>
            <p:nvPr userDrawn="1"/>
          </p:nvSpPr>
          <p:spPr>
            <a:xfrm>
              <a:off x="6199540" y="4135123"/>
              <a:ext cx="1322734" cy="3224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1F8064C-EA32-2695-A62E-0FD19E6488D2}"/>
                </a:ext>
              </a:extLst>
            </p:cNvPr>
            <p:cNvGrpSpPr/>
            <p:nvPr userDrawn="1"/>
          </p:nvGrpSpPr>
          <p:grpSpPr>
            <a:xfrm>
              <a:off x="6264683" y="4489006"/>
              <a:ext cx="1227581" cy="430507"/>
              <a:chOff x="9633073" y="4865213"/>
              <a:chExt cx="1340678" cy="543868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A4E6E-E1F4-43FD-B8CF-26E4922501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33073" y="4865213"/>
                <a:ext cx="1340678" cy="54386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1D1501F-27A0-4700-9931-9C3FAB584C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38376" y="4871464"/>
                <a:ext cx="1325413" cy="53761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D02872-5612-DE62-3C76-69A4C63D6028}"/>
                </a:ext>
              </a:extLst>
            </p:cNvPr>
            <p:cNvGrpSpPr/>
            <p:nvPr userDrawn="1"/>
          </p:nvGrpSpPr>
          <p:grpSpPr>
            <a:xfrm>
              <a:off x="6272862" y="5981737"/>
              <a:ext cx="1210972" cy="131714"/>
              <a:chOff x="9641250" y="5721348"/>
              <a:chExt cx="1322539" cy="13171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373B96-DCE8-4A3E-B352-6213002B76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44154" y="5721348"/>
                <a:ext cx="1319634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1E09DDC-6C4A-434B-BFC0-03680F3344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41250" y="5721349"/>
                <a:ext cx="1322539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6A5B63-704C-D12A-FEDD-DDC178A0A966}"/>
                </a:ext>
              </a:extLst>
            </p:cNvPr>
            <p:cNvSpPr/>
            <p:nvPr userDrawn="1"/>
          </p:nvSpPr>
          <p:spPr>
            <a:xfrm>
              <a:off x="6199540" y="5068106"/>
              <a:ext cx="1322734" cy="78405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6" err="1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7425079-9463-D918-BC58-9BB2E4C1F1F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5207406" y="2480919"/>
            <a:ext cx="417662" cy="4108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D611D-0D6D-59ED-1752-C7417ADF4A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229878" y="1718612"/>
            <a:ext cx="372718" cy="5013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FFC81C-DE75-1214-530C-10EC7C6CE1D9}"/>
              </a:ext>
            </a:extLst>
          </p:cNvPr>
          <p:cNvCxnSpPr/>
          <p:nvPr userDrawn="1"/>
        </p:nvCxnSpPr>
        <p:spPr>
          <a:xfrm>
            <a:off x="2863780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E604B8-AFBB-5795-1B7C-568E9E9D9EF4}"/>
              </a:ext>
            </a:extLst>
          </p:cNvPr>
          <p:cNvCxnSpPr/>
          <p:nvPr userDrawn="1"/>
        </p:nvCxnSpPr>
        <p:spPr>
          <a:xfrm>
            <a:off x="5970588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B3B3D-C6F0-D7B9-3B2E-EFBC939A7A54}"/>
              </a:ext>
            </a:extLst>
          </p:cNvPr>
          <p:cNvCxnSpPr/>
          <p:nvPr userDrawn="1"/>
        </p:nvCxnSpPr>
        <p:spPr>
          <a:xfrm>
            <a:off x="8829781" y="1142616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41DC4AD-29D6-BA7E-0AC2-2D78A458DFD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2088" y="6085528"/>
            <a:ext cx="2606884" cy="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088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SAP BRAND S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6433200"/>
            <a:ext cx="27432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12 October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433200"/>
            <a:ext cx="4114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3553" y="6433200"/>
            <a:ext cx="335521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SAP brand site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43137-62A8-B3EC-D111-2BA192EF3065}"/>
              </a:ext>
            </a:extLst>
          </p:cNvPr>
          <p:cNvSpPr txBox="1"/>
          <p:nvPr userDrawn="1"/>
        </p:nvSpPr>
        <p:spPr>
          <a:xfrm>
            <a:off x="3375642" y="2402037"/>
            <a:ext cx="260749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Download and request licensed and approved photographs, videos, pictograms, icons, and sounds for use in SAP assets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7D176-86E4-BAA4-EAFA-777197DB11FB}"/>
              </a:ext>
            </a:extLst>
          </p:cNvPr>
          <p:cNvSpPr txBox="1"/>
          <p:nvPr userDrawn="1"/>
        </p:nvSpPr>
        <p:spPr>
          <a:xfrm>
            <a:off x="4066177" y="1881656"/>
            <a:ext cx="129683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Media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243CE-B0B3-55AC-0615-A3583693E365}"/>
              </a:ext>
            </a:extLst>
          </p:cNvPr>
          <p:cNvSpPr txBox="1"/>
          <p:nvPr userDrawn="1"/>
        </p:nvSpPr>
        <p:spPr>
          <a:xfrm>
            <a:off x="1198576" y="1881656"/>
            <a:ext cx="57066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Brand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6C5F3-F425-CE4C-8D95-04E9E9BDB6FD}"/>
              </a:ext>
            </a:extLst>
          </p:cNvPr>
          <p:cNvSpPr txBox="1"/>
          <p:nvPr userDrawn="1"/>
        </p:nvSpPr>
        <p:spPr>
          <a:xfrm>
            <a:off x="504001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Find information on our brand strategy, logo, colors, tone of voice, graphics, font, and photography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F45A1-A43E-037C-50A7-9B62EBFB00BA}"/>
              </a:ext>
            </a:extLst>
          </p:cNvPr>
          <p:cNvSpPr txBox="1"/>
          <p:nvPr userDrawn="1"/>
        </p:nvSpPr>
        <p:spPr>
          <a:xfrm>
            <a:off x="6245122" y="2380971"/>
            <a:ext cx="260749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Learn how we name our offerings, review the naming process, and guidelines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Request a name</a:t>
            </a:r>
          </a:p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Search for approved names in real time</a:t>
            </a:r>
            <a:endParaRPr lang="en-US" sz="16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F1F97-371F-BB20-9044-8D5885634D9A}"/>
              </a:ext>
            </a:extLst>
          </p:cNvPr>
          <p:cNvSpPr txBox="1"/>
          <p:nvPr userDrawn="1"/>
        </p:nvSpPr>
        <p:spPr>
          <a:xfrm>
            <a:off x="6914073" y="1881656"/>
            <a:ext cx="14074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Naming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9038-CDF3-3E09-8F1B-8E1CB8249534}"/>
              </a:ext>
            </a:extLst>
          </p:cNvPr>
          <p:cNvSpPr txBox="1"/>
          <p:nvPr userDrawn="1"/>
        </p:nvSpPr>
        <p:spPr>
          <a:xfrm>
            <a:off x="9770347" y="1881656"/>
            <a:ext cx="157254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Writing Assistant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834DC-FA81-04FD-71E7-2A06BCC314CA}"/>
              </a:ext>
            </a:extLst>
          </p:cNvPr>
          <p:cNvSpPr txBox="1"/>
          <p:nvPr userDrawn="1"/>
        </p:nvSpPr>
        <p:spPr>
          <a:xfrm>
            <a:off x="9082852" y="2402037"/>
            <a:ext cx="260749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250" indent="-222250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Copy and paste text </a:t>
            </a:r>
            <a:br>
              <a:rPr lang="en-US" sz="1600">
                <a:latin typeface="72 Brand" panose="020B0504030603020204" pitchFamily="34" charset="0"/>
              </a:rPr>
            </a:br>
            <a:r>
              <a:rPr lang="en-US" sz="1600">
                <a:latin typeface="72 Brand" panose="020B0504030603020204" pitchFamily="34" charset="0"/>
              </a:rPr>
              <a:t>to get instant feedback on grammar, spelling, approved names, style, and tone</a:t>
            </a:r>
          </a:p>
        </p:txBody>
      </p:sp>
      <p:pic>
        <p:nvPicPr>
          <p:cNvPr id="19" name="Grafik 6">
            <a:extLst>
              <a:ext uri="{FF2B5EF4-FFF2-40B4-BE49-F238E27FC236}">
                <a16:creationId xmlns:a16="http://schemas.microsoft.com/office/drawing/2014/main" id="{52486A61-E0EB-5E0A-0E7F-A76057F037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874" y="1802913"/>
            <a:ext cx="406400" cy="406400"/>
          </a:xfrm>
          <a:prstGeom prst="rect">
            <a:avLst/>
          </a:prstGeom>
        </p:spPr>
      </p:pic>
      <p:pic>
        <p:nvPicPr>
          <p:cNvPr id="24" name="Grafik 12">
            <a:extLst>
              <a:ext uri="{FF2B5EF4-FFF2-40B4-BE49-F238E27FC236}">
                <a16:creationId xmlns:a16="http://schemas.microsoft.com/office/drawing/2014/main" id="{B44DB29B-4BB4-3CE3-8DF7-1725FDBE0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0327" y="1802913"/>
            <a:ext cx="406400" cy="406400"/>
          </a:xfrm>
          <a:prstGeom prst="rect">
            <a:avLst/>
          </a:prstGeom>
        </p:spPr>
      </p:pic>
      <p:pic>
        <p:nvPicPr>
          <p:cNvPr id="29" name="Grafik 16">
            <a:extLst>
              <a:ext uri="{FF2B5EF4-FFF2-40B4-BE49-F238E27FC236}">
                <a16:creationId xmlns:a16="http://schemas.microsoft.com/office/drawing/2014/main" id="{3212A1EA-544F-FF7B-C47D-411B0FE58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96" y="1802913"/>
            <a:ext cx="406400" cy="406400"/>
          </a:xfrm>
          <a:prstGeom prst="rect">
            <a:avLst/>
          </a:prstGeom>
        </p:spPr>
      </p:pic>
      <p:pic>
        <p:nvPicPr>
          <p:cNvPr id="39" name="Grafik 24">
            <a:extLst>
              <a:ext uri="{FF2B5EF4-FFF2-40B4-BE49-F238E27FC236}">
                <a16:creationId xmlns:a16="http://schemas.microsoft.com/office/drawing/2014/main" id="{03846BE7-EFF3-71C4-7BE3-FFB1423B27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2970" y="1802913"/>
            <a:ext cx="406400" cy="406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3E3413D-190F-15AA-863F-0D61520E01E4}"/>
              </a:ext>
            </a:extLst>
          </p:cNvPr>
          <p:cNvSpPr txBox="1"/>
          <p:nvPr userDrawn="1"/>
        </p:nvSpPr>
        <p:spPr>
          <a:xfrm>
            <a:off x="504001" y="5422515"/>
            <a:ext cx="11202163" cy="338554"/>
          </a:xfrm>
          <a:prstGeom prst="rect">
            <a:avLst/>
          </a:prstGeom>
          <a:solidFill>
            <a:srgbClr val="0070F2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504030603020204" pitchFamily="34" charset="0"/>
                <a:ea typeface="+mj-ea"/>
                <a:cs typeface="+mj-cs"/>
              </a:rPr>
              <a:t>The SAP Brand site has all of the resources you need to bring our brand to life! </a:t>
            </a:r>
            <a:endParaRPr lang="en-DE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73180C-291D-F405-90B9-18910307A62C}"/>
              </a:ext>
            </a:extLst>
          </p:cNvPr>
          <p:cNvSpPr/>
          <p:nvPr userDrawn="1"/>
        </p:nvSpPr>
        <p:spPr bwMode="gray">
          <a:xfrm>
            <a:off x="3362325" y="4611087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6"/>
              </a:rPr>
              <a:t>Media Library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EA906-0573-FC48-FBB0-4BC3ACE96483}"/>
              </a:ext>
            </a:extLst>
          </p:cNvPr>
          <p:cNvSpPr/>
          <p:nvPr userDrawn="1"/>
        </p:nvSpPr>
        <p:spPr bwMode="gray">
          <a:xfrm>
            <a:off x="503238" y="4600214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7"/>
              </a:rPr>
              <a:t>Brand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FD586B-C108-1309-C995-0AA9A96F0840}"/>
              </a:ext>
            </a:extLst>
          </p:cNvPr>
          <p:cNvSpPr/>
          <p:nvPr userDrawn="1"/>
        </p:nvSpPr>
        <p:spPr bwMode="gray">
          <a:xfrm>
            <a:off x="6223765" y="4591589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8"/>
              </a:rPr>
              <a:t>Naming Center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2E1815-E9CD-805A-4AB9-E4EFC9E839C8}"/>
              </a:ext>
            </a:extLst>
          </p:cNvPr>
          <p:cNvSpPr/>
          <p:nvPr userDrawn="1"/>
        </p:nvSpPr>
        <p:spPr bwMode="gray">
          <a:xfrm>
            <a:off x="9079677" y="4586781"/>
            <a:ext cx="2607498" cy="594886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  <a:sym typeface="Wingdings" panose="05000000000000000000" pitchFamily="2" charset="2"/>
              </a:rPr>
              <a:t> </a:t>
            </a:r>
            <a:r>
              <a:rPr lang="en-US" sz="1400">
                <a:latin typeface="72 Brand" panose="020B0504030603020204" pitchFamily="34" charset="0"/>
              </a:rPr>
              <a:t>Go to </a:t>
            </a:r>
            <a:r>
              <a:rPr lang="en-US" sz="1400">
                <a:latin typeface="72 Brand" panose="020B0504030603020204" pitchFamily="34" charset="0"/>
                <a:hlinkClick r:id="rId9"/>
              </a:rPr>
              <a:t>Writing </a:t>
            </a:r>
            <a:r>
              <a:rPr lang="en-US" sz="1400" err="1">
                <a:latin typeface="72 Brand" panose="020B0504030603020204" pitchFamily="34" charset="0"/>
                <a:hlinkClick r:id="rId9"/>
              </a:rPr>
              <a:t>Assitant</a:t>
            </a:r>
            <a:endParaRPr lang="en-US" sz="1400"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7346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3">
            <a:extLst>
              <a:ext uri="{FF2B5EF4-FFF2-40B4-BE49-F238E27FC236}">
                <a16:creationId xmlns:a16="http://schemas.microsoft.com/office/drawing/2014/main" id="{02E2A64A-8B37-7F95-C23A-C3D93C8DEC23}"/>
              </a:ext>
            </a:extLst>
          </p:cNvPr>
          <p:cNvSpPr/>
          <p:nvPr userDrawn="1"/>
        </p:nvSpPr>
        <p:spPr>
          <a:xfrm>
            <a:off x="50400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1E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#D1EFFF</a:t>
            </a:r>
          </a:p>
        </p:txBody>
      </p:sp>
      <p:sp>
        <p:nvSpPr>
          <p:cNvPr id="4" name="Freeform 70">
            <a:extLst>
              <a:ext uri="{FF2B5EF4-FFF2-40B4-BE49-F238E27FC236}">
                <a16:creationId xmlns:a16="http://schemas.microsoft.com/office/drawing/2014/main" id="{1F2619C0-AA6B-F516-A35F-C9F0906EB840}"/>
              </a:ext>
            </a:extLst>
          </p:cNvPr>
          <p:cNvSpPr/>
          <p:nvPr userDrawn="1"/>
        </p:nvSpPr>
        <p:spPr>
          <a:xfrm>
            <a:off x="240516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Blue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#89D1FF</a:t>
            </a:r>
          </a:p>
        </p:txBody>
      </p:sp>
      <p:sp>
        <p:nvSpPr>
          <p:cNvPr id="5" name="Freeform 69">
            <a:extLst>
              <a:ext uri="{FF2B5EF4-FFF2-40B4-BE49-F238E27FC236}">
                <a16:creationId xmlns:a16="http://schemas.microsoft.com/office/drawing/2014/main" id="{C529F71A-E6DD-53C4-14B3-0F3BF62A05F0}"/>
              </a:ext>
            </a:extLst>
          </p:cNvPr>
          <p:cNvSpPr/>
          <p:nvPr userDrawn="1"/>
        </p:nvSpPr>
        <p:spPr>
          <a:xfrm>
            <a:off x="4306321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Blue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#1B90FF</a:t>
            </a:r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9CBF79FE-F787-9301-81AD-A56220775062}"/>
              </a:ext>
            </a:extLst>
          </p:cNvPr>
          <p:cNvSpPr/>
          <p:nvPr userDrawn="1"/>
        </p:nvSpPr>
        <p:spPr>
          <a:xfrm>
            <a:off x="6227422" y="114100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70F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#0070F2</a:t>
            </a:r>
          </a:p>
        </p:txBody>
      </p:sp>
      <p:sp>
        <p:nvSpPr>
          <p:cNvPr id="7" name="Freeform 67">
            <a:extLst>
              <a:ext uri="{FF2B5EF4-FFF2-40B4-BE49-F238E27FC236}">
                <a16:creationId xmlns:a16="http://schemas.microsoft.com/office/drawing/2014/main" id="{5BB0975A-0779-6CF9-4471-2FA97BA36738}"/>
              </a:ext>
            </a:extLst>
          </p:cNvPr>
          <p:cNvSpPr/>
          <p:nvPr userDrawn="1"/>
        </p:nvSpPr>
        <p:spPr>
          <a:xfrm>
            <a:off x="8129588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2A8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#002A86</a:t>
            </a:r>
          </a:p>
        </p:txBody>
      </p:sp>
      <p:sp>
        <p:nvSpPr>
          <p:cNvPr id="8" name="Freeform 66">
            <a:extLst>
              <a:ext uri="{FF2B5EF4-FFF2-40B4-BE49-F238E27FC236}">
                <a16:creationId xmlns:a16="http://schemas.microsoft.com/office/drawing/2014/main" id="{4C6C152D-4698-69B9-D198-F3DD5C9473B5}"/>
              </a:ext>
            </a:extLst>
          </p:cNvPr>
          <p:cNvSpPr/>
          <p:nvPr userDrawn="1"/>
        </p:nvSpPr>
        <p:spPr>
          <a:xfrm>
            <a:off x="10050689" y="114018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14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Blue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#00144A</a:t>
            </a:r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B6FD5DF5-B272-7F32-7D3F-4B4DE8830832}"/>
              </a:ext>
            </a:extLst>
          </p:cNvPr>
          <p:cNvSpPr/>
          <p:nvPr userDrawn="1"/>
        </p:nvSpPr>
        <p:spPr>
          <a:xfrm>
            <a:off x="50400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AE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#EAECEE</a:t>
            </a:r>
          </a:p>
        </p:txBody>
      </p:sp>
      <p:sp>
        <p:nvSpPr>
          <p:cNvPr id="10" name="Freeform 62">
            <a:extLst>
              <a:ext uri="{FF2B5EF4-FFF2-40B4-BE49-F238E27FC236}">
                <a16:creationId xmlns:a16="http://schemas.microsoft.com/office/drawing/2014/main" id="{2A5C5A51-CFBC-CA03-038B-F25ECA420C8D}"/>
              </a:ext>
            </a:extLst>
          </p:cNvPr>
          <p:cNvSpPr/>
          <p:nvPr userDrawn="1"/>
        </p:nvSpPr>
        <p:spPr>
          <a:xfrm>
            <a:off x="240516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A9B4B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#A9B4BE</a:t>
            </a:r>
          </a:p>
        </p:txBody>
      </p:sp>
      <p:sp>
        <p:nvSpPr>
          <p:cNvPr id="11" name="Freeform 61">
            <a:extLst>
              <a:ext uri="{FF2B5EF4-FFF2-40B4-BE49-F238E27FC236}">
                <a16:creationId xmlns:a16="http://schemas.microsoft.com/office/drawing/2014/main" id="{FD45E536-EBC7-3EE1-021A-E61DE17D01EB}"/>
              </a:ext>
            </a:extLst>
          </p:cNvPr>
          <p:cNvSpPr/>
          <p:nvPr userDrawn="1"/>
        </p:nvSpPr>
        <p:spPr>
          <a:xfrm>
            <a:off x="4306321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B738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#5B738B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91E1C1C-66AE-2057-3C91-8B50C4A75DCF}"/>
              </a:ext>
            </a:extLst>
          </p:cNvPr>
          <p:cNvSpPr/>
          <p:nvPr userDrawn="1"/>
        </p:nvSpPr>
        <p:spPr>
          <a:xfrm>
            <a:off x="6227422" y="1735645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75E7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#475E75</a:t>
            </a: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E588F81B-1126-0FBD-D1B7-6E42C034BA69}"/>
              </a:ext>
            </a:extLst>
          </p:cNvPr>
          <p:cNvSpPr/>
          <p:nvPr userDrawn="1"/>
        </p:nvSpPr>
        <p:spPr>
          <a:xfrm>
            <a:off x="8129588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A27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#1A2733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B135EB5F-EDA8-1AEE-E89C-944D272C6FDF}"/>
              </a:ext>
            </a:extLst>
          </p:cNvPr>
          <p:cNvSpPr/>
          <p:nvPr userDrawn="1"/>
        </p:nvSpPr>
        <p:spPr>
          <a:xfrm>
            <a:off x="10050689" y="1734820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217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#12171C</a:t>
            </a:r>
          </a:p>
        </p:txBody>
      </p:sp>
      <p:sp>
        <p:nvSpPr>
          <p:cNvPr id="15" name="Freeform 71">
            <a:extLst>
              <a:ext uri="{FF2B5EF4-FFF2-40B4-BE49-F238E27FC236}">
                <a16:creationId xmlns:a16="http://schemas.microsoft.com/office/drawing/2014/main" id="{8CA86CA8-FB25-362E-AAA0-57D65C85EE8A}"/>
              </a:ext>
            </a:extLst>
          </p:cNvPr>
          <p:cNvSpPr/>
          <p:nvPr userDrawn="1"/>
        </p:nvSpPr>
        <p:spPr>
          <a:xfrm>
            <a:off x="50400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2F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#C2FCEE</a:t>
            </a:r>
          </a:p>
        </p:txBody>
      </p:sp>
      <p:sp>
        <p:nvSpPr>
          <p:cNvPr id="16" name="Freeform 76">
            <a:extLst>
              <a:ext uri="{FF2B5EF4-FFF2-40B4-BE49-F238E27FC236}">
                <a16:creationId xmlns:a16="http://schemas.microsoft.com/office/drawing/2014/main" id="{3DF36DDD-3194-0FFA-03CE-7942BFAC4F73}"/>
              </a:ext>
            </a:extLst>
          </p:cNvPr>
          <p:cNvSpPr/>
          <p:nvPr userDrawn="1"/>
        </p:nvSpPr>
        <p:spPr>
          <a:xfrm>
            <a:off x="240516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CE0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Teal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#2CE0BF</a:t>
            </a:r>
          </a:p>
        </p:txBody>
      </p:sp>
      <p:sp>
        <p:nvSpPr>
          <p:cNvPr id="17" name="Freeform 75">
            <a:extLst>
              <a:ext uri="{FF2B5EF4-FFF2-40B4-BE49-F238E27FC236}">
                <a16:creationId xmlns:a16="http://schemas.microsoft.com/office/drawing/2014/main" id="{DB3A75C6-40E1-8418-08FF-2615CB58D2FB}"/>
              </a:ext>
            </a:extLst>
          </p:cNvPr>
          <p:cNvSpPr/>
          <p:nvPr userDrawn="1"/>
        </p:nvSpPr>
        <p:spPr>
          <a:xfrm>
            <a:off x="4306321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Teal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#049F9A</a:t>
            </a:r>
          </a:p>
        </p:txBody>
      </p:sp>
      <p:sp>
        <p:nvSpPr>
          <p:cNvPr id="18" name="Freeform 74">
            <a:extLst>
              <a:ext uri="{FF2B5EF4-FFF2-40B4-BE49-F238E27FC236}">
                <a16:creationId xmlns:a16="http://schemas.microsoft.com/office/drawing/2014/main" id="{533C3A8A-C333-3134-26BC-8FDFA21FBFA9}"/>
              </a:ext>
            </a:extLst>
          </p:cNvPr>
          <p:cNvSpPr/>
          <p:nvPr userDrawn="1"/>
        </p:nvSpPr>
        <p:spPr>
          <a:xfrm>
            <a:off x="6227422" y="2330283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7838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#07838F</a:t>
            </a:r>
          </a:p>
        </p:txBody>
      </p:sp>
      <p:sp>
        <p:nvSpPr>
          <p:cNvPr id="19" name="Freeform 73">
            <a:extLst>
              <a:ext uri="{FF2B5EF4-FFF2-40B4-BE49-F238E27FC236}">
                <a16:creationId xmlns:a16="http://schemas.microsoft.com/office/drawing/2014/main" id="{B60C9F30-077E-14E2-CB14-97988F26E630}"/>
              </a:ext>
            </a:extLst>
          </p:cNvPr>
          <p:cNvSpPr/>
          <p:nvPr userDrawn="1"/>
        </p:nvSpPr>
        <p:spPr>
          <a:xfrm>
            <a:off x="8129588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2414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#02414C</a:t>
            </a:r>
          </a:p>
        </p:txBody>
      </p:sp>
      <p:sp>
        <p:nvSpPr>
          <p:cNvPr id="20" name="Freeform 72">
            <a:extLst>
              <a:ext uri="{FF2B5EF4-FFF2-40B4-BE49-F238E27FC236}">
                <a16:creationId xmlns:a16="http://schemas.microsoft.com/office/drawing/2014/main" id="{85E1218C-9B56-A04B-B32B-BF5584E7EB24}"/>
              </a:ext>
            </a:extLst>
          </p:cNvPr>
          <p:cNvSpPr/>
          <p:nvPr userDrawn="1"/>
        </p:nvSpPr>
        <p:spPr>
          <a:xfrm>
            <a:off x="10050689" y="2329458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1293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Teal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#012931</a:t>
            </a:r>
          </a:p>
        </p:txBody>
      </p:sp>
      <p:sp>
        <p:nvSpPr>
          <p:cNvPr id="21" name="Freeform 77">
            <a:extLst>
              <a:ext uri="{FF2B5EF4-FFF2-40B4-BE49-F238E27FC236}">
                <a16:creationId xmlns:a16="http://schemas.microsoft.com/office/drawing/2014/main" id="{B96DC701-A49C-D4B6-0FAE-8C4D1FE14217}"/>
              </a:ext>
            </a:extLst>
          </p:cNvPr>
          <p:cNvSpPr/>
          <p:nvPr userDrawn="1"/>
        </p:nvSpPr>
        <p:spPr>
          <a:xfrm>
            <a:off x="50400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BF5C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#EBF5CB</a:t>
            </a:r>
          </a:p>
        </p:txBody>
      </p:sp>
      <p:sp>
        <p:nvSpPr>
          <p:cNvPr id="22" name="Freeform 82">
            <a:extLst>
              <a:ext uri="{FF2B5EF4-FFF2-40B4-BE49-F238E27FC236}">
                <a16:creationId xmlns:a16="http://schemas.microsoft.com/office/drawing/2014/main" id="{D3F535AB-FBBB-CC41-AFDB-6251499A2CC3}"/>
              </a:ext>
            </a:extLst>
          </p:cNvPr>
          <p:cNvSpPr/>
          <p:nvPr userDrawn="1"/>
        </p:nvSpPr>
        <p:spPr>
          <a:xfrm>
            <a:off x="240516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97DD4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Green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#97DD40</a:t>
            </a:r>
          </a:p>
        </p:txBody>
      </p:sp>
      <p:sp>
        <p:nvSpPr>
          <p:cNvPr id="23" name="Freeform 81">
            <a:extLst>
              <a:ext uri="{FF2B5EF4-FFF2-40B4-BE49-F238E27FC236}">
                <a16:creationId xmlns:a16="http://schemas.microsoft.com/office/drawing/2014/main" id="{FF2D987A-1AEE-FB6C-9091-4D01FA950169}"/>
              </a:ext>
            </a:extLst>
          </p:cNvPr>
          <p:cNvSpPr/>
          <p:nvPr userDrawn="1"/>
        </p:nvSpPr>
        <p:spPr>
          <a:xfrm>
            <a:off x="4306321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Green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#36A41D</a:t>
            </a:r>
          </a:p>
        </p:txBody>
      </p:sp>
      <p:sp>
        <p:nvSpPr>
          <p:cNvPr id="24" name="Freeform 80">
            <a:extLst>
              <a:ext uri="{FF2B5EF4-FFF2-40B4-BE49-F238E27FC236}">
                <a16:creationId xmlns:a16="http://schemas.microsoft.com/office/drawing/2014/main" id="{AA53ACC2-4E92-5B3D-5509-AE0FC7AE540D}"/>
              </a:ext>
            </a:extLst>
          </p:cNvPr>
          <p:cNvSpPr/>
          <p:nvPr userDrawn="1"/>
        </p:nvSpPr>
        <p:spPr>
          <a:xfrm>
            <a:off x="6227422" y="292492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8891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#188918</a:t>
            </a:r>
          </a:p>
        </p:txBody>
      </p:sp>
      <p:sp>
        <p:nvSpPr>
          <p:cNvPr id="25" name="Freeform 79">
            <a:extLst>
              <a:ext uri="{FF2B5EF4-FFF2-40B4-BE49-F238E27FC236}">
                <a16:creationId xmlns:a16="http://schemas.microsoft.com/office/drawing/2014/main" id="{D105CE5F-854F-E5AA-CD56-9B210266B1D7}"/>
              </a:ext>
            </a:extLst>
          </p:cNvPr>
          <p:cNvSpPr/>
          <p:nvPr userDrawn="1"/>
        </p:nvSpPr>
        <p:spPr>
          <a:xfrm>
            <a:off x="8129588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643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#164323</a:t>
            </a:r>
          </a:p>
        </p:txBody>
      </p:sp>
      <p:sp>
        <p:nvSpPr>
          <p:cNvPr id="26" name="Freeform 78">
            <a:extLst>
              <a:ext uri="{FF2B5EF4-FFF2-40B4-BE49-F238E27FC236}">
                <a16:creationId xmlns:a16="http://schemas.microsoft.com/office/drawing/2014/main" id="{44AC23F7-268E-D9FD-AC0B-EB4A4CB13536}"/>
              </a:ext>
            </a:extLst>
          </p:cNvPr>
          <p:cNvSpPr/>
          <p:nvPr userDrawn="1"/>
        </p:nvSpPr>
        <p:spPr>
          <a:xfrm>
            <a:off x="10050689" y="292409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2B1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Green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#0E2B16</a:t>
            </a:r>
          </a:p>
        </p:txBody>
      </p:sp>
      <p:sp>
        <p:nvSpPr>
          <p:cNvPr id="27" name="Freeform 83">
            <a:extLst>
              <a:ext uri="{FF2B5EF4-FFF2-40B4-BE49-F238E27FC236}">
                <a16:creationId xmlns:a16="http://schemas.microsoft.com/office/drawing/2014/main" id="{FCD2E78F-C379-DA9E-AC51-45BB0ACD8CDC}"/>
              </a:ext>
            </a:extLst>
          </p:cNvPr>
          <p:cNvSpPr/>
          <p:nvPr userDrawn="1"/>
        </p:nvSpPr>
        <p:spPr>
          <a:xfrm>
            <a:off x="50400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F3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#FFF3B8</a:t>
            </a:r>
          </a:p>
        </p:txBody>
      </p:sp>
      <p:sp>
        <p:nvSpPr>
          <p:cNvPr id="28" name="Freeform 88">
            <a:extLst>
              <a:ext uri="{FF2B5EF4-FFF2-40B4-BE49-F238E27FC236}">
                <a16:creationId xmlns:a16="http://schemas.microsoft.com/office/drawing/2014/main" id="{8F604492-C37F-A63E-B6EF-C1D9DA958F6A}"/>
              </a:ext>
            </a:extLst>
          </p:cNvPr>
          <p:cNvSpPr/>
          <p:nvPr userDrawn="1"/>
        </p:nvSpPr>
        <p:spPr>
          <a:xfrm>
            <a:off x="240516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C9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Mango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#FFC933</a:t>
            </a:r>
          </a:p>
        </p:txBody>
      </p:sp>
      <p:sp>
        <p:nvSpPr>
          <p:cNvPr id="29" name="Freeform 87">
            <a:extLst>
              <a:ext uri="{FF2B5EF4-FFF2-40B4-BE49-F238E27FC236}">
                <a16:creationId xmlns:a16="http://schemas.microsoft.com/office/drawing/2014/main" id="{1903B33E-7553-03DE-1850-350C0DCE0478}"/>
              </a:ext>
            </a:extLst>
          </p:cNvPr>
          <p:cNvSpPr/>
          <p:nvPr userDrawn="1"/>
        </p:nvSpPr>
        <p:spPr>
          <a:xfrm>
            <a:off x="4306321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Mango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#E76500</a:t>
            </a:r>
          </a:p>
        </p:txBody>
      </p:sp>
      <p:sp>
        <p:nvSpPr>
          <p:cNvPr id="30" name="Freeform 86">
            <a:extLst>
              <a:ext uri="{FF2B5EF4-FFF2-40B4-BE49-F238E27FC236}">
                <a16:creationId xmlns:a16="http://schemas.microsoft.com/office/drawing/2014/main" id="{220419B0-04C2-995C-B267-365BA4A8314C}"/>
              </a:ext>
            </a:extLst>
          </p:cNvPr>
          <p:cNvSpPr/>
          <p:nvPr userDrawn="1"/>
        </p:nvSpPr>
        <p:spPr>
          <a:xfrm>
            <a:off x="6227422" y="351955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35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#C35500</a:t>
            </a:r>
          </a:p>
        </p:txBody>
      </p:sp>
      <p:sp>
        <p:nvSpPr>
          <p:cNvPr id="31" name="Freeform 85">
            <a:extLst>
              <a:ext uri="{FF2B5EF4-FFF2-40B4-BE49-F238E27FC236}">
                <a16:creationId xmlns:a16="http://schemas.microsoft.com/office/drawing/2014/main" id="{5291C6D6-3C0A-1EC1-0DE4-3468327A01FC}"/>
              </a:ext>
            </a:extLst>
          </p:cNvPr>
          <p:cNvSpPr/>
          <p:nvPr userDrawn="1"/>
        </p:nvSpPr>
        <p:spPr>
          <a:xfrm>
            <a:off x="8129588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6D19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#6D1900</a:t>
            </a:r>
          </a:p>
        </p:txBody>
      </p:sp>
      <p:sp>
        <p:nvSpPr>
          <p:cNvPr id="32" name="Freeform 84">
            <a:extLst>
              <a:ext uri="{FF2B5EF4-FFF2-40B4-BE49-F238E27FC236}">
                <a16:creationId xmlns:a16="http://schemas.microsoft.com/office/drawing/2014/main" id="{0C8AFC63-A495-CD19-A678-5D1C65A0F630}"/>
              </a:ext>
            </a:extLst>
          </p:cNvPr>
          <p:cNvSpPr/>
          <p:nvPr userDrawn="1"/>
        </p:nvSpPr>
        <p:spPr>
          <a:xfrm>
            <a:off x="10050689" y="351873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50B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Mango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#450B00</a:t>
            </a:r>
          </a:p>
        </p:txBody>
      </p:sp>
      <p:sp>
        <p:nvSpPr>
          <p:cNvPr id="33" name="Freeform 89">
            <a:extLst>
              <a:ext uri="{FF2B5EF4-FFF2-40B4-BE49-F238E27FC236}">
                <a16:creationId xmlns:a16="http://schemas.microsoft.com/office/drawing/2014/main" id="{88F1E754-E8C5-5438-3533-D344315E7FC2}"/>
              </a:ext>
            </a:extLst>
          </p:cNvPr>
          <p:cNvSpPr/>
          <p:nvPr userDrawn="1"/>
        </p:nvSpPr>
        <p:spPr>
          <a:xfrm>
            <a:off x="50400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5E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#FFD5EA</a:t>
            </a:r>
          </a:p>
        </p:txBody>
      </p:sp>
      <p:sp>
        <p:nvSpPr>
          <p:cNvPr id="34" name="Freeform 94">
            <a:extLst>
              <a:ext uri="{FF2B5EF4-FFF2-40B4-BE49-F238E27FC236}">
                <a16:creationId xmlns:a16="http://schemas.microsoft.com/office/drawing/2014/main" id="{F9CAB2F5-111E-9B62-A950-2766E6062CBF}"/>
              </a:ext>
            </a:extLst>
          </p:cNvPr>
          <p:cNvSpPr/>
          <p:nvPr userDrawn="1"/>
        </p:nvSpPr>
        <p:spPr>
          <a:xfrm>
            <a:off x="240516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CB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Red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#FF8CB2</a:t>
            </a:r>
          </a:p>
        </p:txBody>
      </p:sp>
      <p:sp>
        <p:nvSpPr>
          <p:cNvPr id="35" name="Freeform 93">
            <a:extLst>
              <a:ext uri="{FF2B5EF4-FFF2-40B4-BE49-F238E27FC236}">
                <a16:creationId xmlns:a16="http://schemas.microsoft.com/office/drawing/2014/main" id="{20875E28-2038-256F-D469-19622F84F475}"/>
              </a:ext>
            </a:extLst>
          </p:cNvPr>
          <p:cNvSpPr/>
          <p:nvPr userDrawn="1"/>
        </p:nvSpPr>
        <p:spPr>
          <a:xfrm>
            <a:off x="4306321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E393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Red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#EE3939</a:t>
            </a:r>
          </a:p>
        </p:txBody>
      </p:sp>
      <p:sp>
        <p:nvSpPr>
          <p:cNvPr id="36" name="Freeform 92">
            <a:extLst>
              <a:ext uri="{FF2B5EF4-FFF2-40B4-BE49-F238E27FC236}">
                <a16:creationId xmlns:a16="http://schemas.microsoft.com/office/drawing/2014/main" id="{54067863-63ED-3E20-7BA9-91BA18863CAC}"/>
              </a:ext>
            </a:extLst>
          </p:cNvPr>
          <p:cNvSpPr/>
          <p:nvPr userDrawn="1"/>
        </p:nvSpPr>
        <p:spPr>
          <a:xfrm>
            <a:off x="6227422" y="411419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20A0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#D20A0A</a:t>
            </a:r>
          </a:p>
        </p:txBody>
      </p:sp>
      <p:sp>
        <p:nvSpPr>
          <p:cNvPr id="37" name="Freeform 91">
            <a:extLst>
              <a:ext uri="{FF2B5EF4-FFF2-40B4-BE49-F238E27FC236}">
                <a16:creationId xmlns:a16="http://schemas.microsoft.com/office/drawing/2014/main" id="{16AC9816-9312-095C-CA75-9BB225C4252E}"/>
              </a:ext>
            </a:extLst>
          </p:cNvPr>
          <p:cNvSpPr/>
          <p:nvPr userDrawn="1"/>
        </p:nvSpPr>
        <p:spPr>
          <a:xfrm>
            <a:off x="8129588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A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#5A0404</a:t>
            </a:r>
          </a:p>
        </p:txBody>
      </p:sp>
      <p:sp>
        <p:nvSpPr>
          <p:cNvPr id="38" name="Freeform 90">
            <a:extLst>
              <a:ext uri="{FF2B5EF4-FFF2-40B4-BE49-F238E27FC236}">
                <a16:creationId xmlns:a16="http://schemas.microsoft.com/office/drawing/2014/main" id="{AEF6149F-55EA-8B85-D5DF-EFB6B2FF4645}"/>
              </a:ext>
            </a:extLst>
          </p:cNvPr>
          <p:cNvSpPr/>
          <p:nvPr userDrawn="1"/>
        </p:nvSpPr>
        <p:spPr>
          <a:xfrm>
            <a:off x="10050689" y="411337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35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Red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#350000</a:t>
            </a:r>
          </a:p>
        </p:txBody>
      </p:sp>
      <p:sp>
        <p:nvSpPr>
          <p:cNvPr id="39" name="Freeform 95">
            <a:extLst>
              <a:ext uri="{FF2B5EF4-FFF2-40B4-BE49-F238E27FC236}">
                <a16:creationId xmlns:a16="http://schemas.microsoft.com/office/drawing/2014/main" id="{4027EC94-48C6-D9D1-D350-2C19E151F706}"/>
              </a:ext>
            </a:extLst>
          </p:cNvPr>
          <p:cNvSpPr/>
          <p:nvPr userDrawn="1"/>
        </p:nvSpPr>
        <p:spPr>
          <a:xfrm>
            <a:off x="50400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#FFDCE8</a:t>
            </a:r>
          </a:p>
        </p:txBody>
      </p:sp>
      <p:sp>
        <p:nvSpPr>
          <p:cNvPr id="40" name="Freeform 100">
            <a:extLst>
              <a:ext uri="{FF2B5EF4-FFF2-40B4-BE49-F238E27FC236}">
                <a16:creationId xmlns:a16="http://schemas.microsoft.com/office/drawing/2014/main" id="{74AAC3CA-6774-EA05-39D2-6BFA7B4DF9B5}"/>
              </a:ext>
            </a:extLst>
          </p:cNvPr>
          <p:cNvSpPr/>
          <p:nvPr userDrawn="1"/>
        </p:nvSpPr>
        <p:spPr>
          <a:xfrm>
            <a:off x="240516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EAD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Raspberry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#FEADC8</a:t>
            </a:r>
          </a:p>
        </p:txBody>
      </p:sp>
      <p:sp>
        <p:nvSpPr>
          <p:cNvPr id="41" name="Freeform 99">
            <a:extLst>
              <a:ext uri="{FF2B5EF4-FFF2-40B4-BE49-F238E27FC236}">
                <a16:creationId xmlns:a16="http://schemas.microsoft.com/office/drawing/2014/main" id="{81CE6DC8-B91F-EDAE-0084-E839B0BE2C32}"/>
              </a:ext>
            </a:extLst>
          </p:cNvPr>
          <p:cNvSpPr/>
          <p:nvPr userDrawn="1"/>
        </p:nvSpPr>
        <p:spPr>
          <a:xfrm>
            <a:off x="4306321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Raspberry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#FA4F96</a:t>
            </a:r>
          </a:p>
        </p:txBody>
      </p:sp>
      <p:sp>
        <p:nvSpPr>
          <p:cNvPr id="42" name="Freeform 98">
            <a:extLst>
              <a:ext uri="{FF2B5EF4-FFF2-40B4-BE49-F238E27FC236}">
                <a16:creationId xmlns:a16="http://schemas.microsoft.com/office/drawing/2014/main" id="{445568CB-5C4B-F612-2395-62D135B605D9}"/>
              </a:ext>
            </a:extLst>
          </p:cNvPr>
          <p:cNvSpPr/>
          <p:nvPr userDrawn="1"/>
        </p:nvSpPr>
        <p:spPr>
          <a:xfrm>
            <a:off x="6227422" y="4708836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F127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#DF1278</a:t>
            </a:r>
          </a:p>
        </p:txBody>
      </p:sp>
      <p:sp>
        <p:nvSpPr>
          <p:cNvPr id="43" name="Freeform 97">
            <a:extLst>
              <a:ext uri="{FF2B5EF4-FFF2-40B4-BE49-F238E27FC236}">
                <a16:creationId xmlns:a16="http://schemas.microsoft.com/office/drawing/2014/main" id="{880D550A-2A0C-9B91-BC01-2F055CD55C3E}"/>
              </a:ext>
            </a:extLst>
          </p:cNvPr>
          <p:cNvSpPr/>
          <p:nvPr userDrawn="1"/>
        </p:nvSpPr>
        <p:spPr>
          <a:xfrm>
            <a:off x="8129588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101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#71014B</a:t>
            </a:r>
          </a:p>
        </p:txBody>
      </p:sp>
      <p:sp>
        <p:nvSpPr>
          <p:cNvPr id="44" name="Freeform 96">
            <a:extLst>
              <a:ext uri="{FF2B5EF4-FFF2-40B4-BE49-F238E27FC236}">
                <a16:creationId xmlns:a16="http://schemas.microsoft.com/office/drawing/2014/main" id="{B990BC40-0AED-879D-23F0-E5EC2B7BFC43}"/>
              </a:ext>
            </a:extLst>
          </p:cNvPr>
          <p:cNvSpPr/>
          <p:nvPr userDrawn="1"/>
        </p:nvSpPr>
        <p:spPr>
          <a:xfrm>
            <a:off x="10050689" y="4708011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13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Raspberry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#510136</a:t>
            </a:r>
          </a:p>
        </p:txBody>
      </p:sp>
      <p:sp>
        <p:nvSpPr>
          <p:cNvPr id="45" name="Freeform 101">
            <a:extLst>
              <a:ext uri="{FF2B5EF4-FFF2-40B4-BE49-F238E27FC236}">
                <a16:creationId xmlns:a16="http://schemas.microsoft.com/office/drawing/2014/main" id="{917F0007-E6BC-B6A0-B878-68DA78CFED8B}"/>
              </a:ext>
            </a:extLst>
          </p:cNvPr>
          <p:cNvSpPr/>
          <p:nvPr userDrawn="1"/>
        </p:nvSpPr>
        <p:spPr>
          <a:xfrm>
            <a:off x="50400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#FFDCF3</a:t>
            </a:r>
          </a:p>
        </p:txBody>
      </p:sp>
      <p:sp>
        <p:nvSpPr>
          <p:cNvPr id="46" name="Freeform 106">
            <a:extLst>
              <a:ext uri="{FF2B5EF4-FFF2-40B4-BE49-F238E27FC236}">
                <a16:creationId xmlns:a16="http://schemas.microsoft.com/office/drawing/2014/main" id="{0AD9E1EE-5506-751B-38EA-38841C8A80ED}"/>
              </a:ext>
            </a:extLst>
          </p:cNvPr>
          <p:cNvSpPr/>
          <p:nvPr userDrawn="1"/>
        </p:nvSpPr>
        <p:spPr>
          <a:xfrm>
            <a:off x="240516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AF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Pink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#FF8AF0</a:t>
            </a:r>
          </a:p>
        </p:txBody>
      </p:sp>
      <p:sp>
        <p:nvSpPr>
          <p:cNvPr id="47" name="Freeform 105">
            <a:extLst>
              <a:ext uri="{FF2B5EF4-FFF2-40B4-BE49-F238E27FC236}">
                <a16:creationId xmlns:a16="http://schemas.microsoft.com/office/drawing/2014/main" id="{33BC0809-597B-D705-027A-A75FF023724C}"/>
              </a:ext>
            </a:extLst>
          </p:cNvPr>
          <p:cNvSpPr/>
          <p:nvPr userDrawn="1"/>
        </p:nvSpPr>
        <p:spPr>
          <a:xfrm>
            <a:off x="4306321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31DE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latin typeface="72 Brand"/>
              </a:rPr>
              <a:t>Pink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#F31DED</a:t>
            </a:r>
          </a:p>
        </p:txBody>
      </p:sp>
      <p:sp>
        <p:nvSpPr>
          <p:cNvPr id="48" name="Freeform 104">
            <a:extLst>
              <a:ext uri="{FF2B5EF4-FFF2-40B4-BE49-F238E27FC236}">
                <a16:creationId xmlns:a16="http://schemas.microsoft.com/office/drawing/2014/main" id="{EA8325A0-3800-3844-7028-1335F7DA6DD4}"/>
              </a:ext>
            </a:extLst>
          </p:cNvPr>
          <p:cNvSpPr/>
          <p:nvPr userDrawn="1"/>
        </p:nvSpPr>
        <p:spPr>
          <a:xfrm>
            <a:off x="6227422" y="5303474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C00D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#CC00DC</a:t>
            </a:r>
          </a:p>
        </p:txBody>
      </p:sp>
      <p:sp>
        <p:nvSpPr>
          <p:cNvPr id="49" name="Freeform 103">
            <a:extLst>
              <a:ext uri="{FF2B5EF4-FFF2-40B4-BE49-F238E27FC236}">
                <a16:creationId xmlns:a16="http://schemas.microsoft.com/office/drawing/2014/main" id="{0FAC4B6B-3B2C-409E-6B7B-3332654C7A79}"/>
              </a:ext>
            </a:extLst>
          </p:cNvPr>
          <p:cNvSpPr/>
          <p:nvPr userDrawn="1"/>
        </p:nvSpPr>
        <p:spPr>
          <a:xfrm>
            <a:off x="8129588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08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#510080</a:t>
            </a:r>
          </a:p>
        </p:txBody>
      </p:sp>
      <p:sp>
        <p:nvSpPr>
          <p:cNvPr id="50" name="Freeform 102">
            <a:extLst>
              <a:ext uri="{FF2B5EF4-FFF2-40B4-BE49-F238E27FC236}">
                <a16:creationId xmlns:a16="http://schemas.microsoft.com/office/drawing/2014/main" id="{6A62005D-6E71-B214-2A29-BFD9F334AEF1}"/>
              </a:ext>
            </a:extLst>
          </p:cNvPr>
          <p:cNvSpPr/>
          <p:nvPr userDrawn="1"/>
        </p:nvSpPr>
        <p:spPr>
          <a:xfrm>
            <a:off x="10050689" y="5302649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800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Pink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#28004A</a:t>
            </a:r>
          </a:p>
        </p:txBody>
      </p:sp>
      <p:sp>
        <p:nvSpPr>
          <p:cNvPr id="51" name="Freeform 107">
            <a:extLst>
              <a:ext uri="{FF2B5EF4-FFF2-40B4-BE49-F238E27FC236}">
                <a16:creationId xmlns:a16="http://schemas.microsoft.com/office/drawing/2014/main" id="{F9558B7D-AA7B-F466-C1B6-364275904FF5}"/>
              </a:ext>
            </a:extLst>
          </p:cNvPr>
          <p:cNvSpPr/>
          <p:nvPr userDrawn="1"/>
        </p:nvSpPr>
        <p:spPr>
          <a:xfrm>
            <a:off x="50400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2D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#E2D8FF</a:t>
            </a:r>
          </a:p>
        </p:txBody>
      </p:sp>
      <p:sp>
        <p:nvSpPr>
          <p:cNvPr id="52" name="Freeform 112">
            <a:extLst>
              <a:ext uri="{FF2B5EF4-FFF2-40B4-BE49-F238E27FC236}">
                <a16:creationId xmlns:a16="http://schemas.microsoft.com/office/drawing/2014/main" id="{F58FB485-B376-0DC0-AC60-1825E34C0BFE}"/>
              </a:ext>
            </a:extLst>
          </p:cNvPr>
          <p:cNvSpPr/>
          <p:nvPr userDrawn="1"/>
        </p:nvSpPr>
        <p:spPr>
          <a:xfrm>
            <a:off x="240516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B894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000000"/>
                </a:solidFill>
                <a:latin typeface="72 Brand"/>
              </a:rPr>
              <a:t>Indigo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#B894FF</a:t>
            </a:r>
          </a:p>
        </p:txBody>
      </p:sp>
      <p:sp>
        <p:nvSpPr>
          <p:cNvPr id="53" name="Freeform 111">
            <a:extLst>
              <a:ext uri="{FF2B5EF4-FFF2-40B4-BE49-F238E27FC236}">
                <a16:creationId xmlns:a16="http://schemas.microsoft.com/office/drawing/2014/main" id="{E507AF13-4657-238A-2511-149A7719182F}"/>
              </a:ext>
            </a:extLst>
          </p:cNvPr>
          <p:cNvSpPr/>
          <p:nvPr userDrawn="1"/>
        </p:nvSpPr>
        <p:spPr>
          <a:xfrm>
            <a:off x="4306321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85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#7858FF</a:t>
            </a:r>
          </a:p>
        </p:txBody>
      </p:sp>
      <p:sp>
        <p:nvSpPr>
          <p:cNvPr id="54" name="Freeform 110">
            <a:extLst>
              <a:ext uri="{FF2B5EF4-FFF2-40B4-BE49-F238E27FC236}">
                <a16:creationId xmlns:a16="http://schemas.microsoft.com/office/drawing/2014/main" id="{D856B3A7-2366-B45C-16D0-FE87105F81DD}"/>
              </a:ext>
            </a:extLst>
          </p:cNvPr>
          <p:cNvSpPr/>
          <p:nvPr userDrawn="1"/>
        </p:nvSpPr>
        <p:spPr>
          <a:xfrm>
            <a:off x="6227422" y="5898112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D36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#5D36FF</a:t>
            </a:r>
          </a:p>
        </p:txBody>
      </p:sp>
      <p:sp>
        <p:nvSpPr>
          <p:cNvPr id="55" name="Freeform 109">
            <a:extLst>
              <a:ext uri="{FF2B5EF4-FFF2-40B4-BE49-F238E27FC236}">
                <a16:creationId xmlns:a16="http://schemas.microsoft.com/office/drawing/2014/main" id="{7799D5EF-EB56-B65F-BAE3-2C832902B6E1}"/>
              </a:ext>
            </a:extLst>
          </p:cNvPr>
          <p:cNvSpPr/>
          <p:nvPr userDrawn="1"/>
        </p:nvSpPr>
        <p:spPr>
          <a:xfrm>
            <a:off x="8129588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C0C6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#1C0C6E</a:t>
            </a:r>
          </a:p>
        </p:txBody>
      </p:sp>
      <p:sp>
        <p:nvSpPr>
          <p:cNvPr id="56" name="Freeform 108">
            <a:extLst>
              <a:ext uri="{FF2B5EF4-FFF2-40B4-BE49-F238E27FC236}">
                <a16:creationId xmlns:a16="http://schemas.microsoft.com/office/drawing/2014/main" id="{FEBFCC16-A965-7C12-80D6-5D77FCCE96ED}"/>
              </a:ext>
            </a:extLst>
          </p:cNvPr>
          <p:cNvSpPr/>
          <p:nvPr userDrawn="1"/>
        </p:nvSpPr>
        <p:spPr>
          <a:xfrm>
            <a:off x="10050689" y="5897287"/>
            <a:ext cx="1656000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063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449"/>
            <a:r>
              <a:rPr lang="en-US" sz="1200">
                <a:solidFill>
                  <a:srgbClr val="FFFFFF"/>
                </a:solidFill>
                <a:latin typeface="72 Brand"/>
              </a:rPr>
              <a:t>Indigo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#0E0637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7FA32D-3AB1-18F1-69D9-16F835A2D5D6}"/>
              </a:ext>
            </a:extLst>
          </p:cNvPr>
          <p:cNvSpPr txBox="1"/>
          <p:nvPr userDrawn="1"/>
        </p:nvSpPr>
        <p:spPr>
          <a:xfrm>
            <a:off x="504001" y="309985"/>
            <a:ext cx="5560809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+mn-lt"/>
              </a:rPr>
              <a:t>Delete this slide after 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0C01D-E3A8-4569-013D-D597865C884B}"/>
              </a:ext>
            </a:extLst>
          </p:cNvPr>
          <p:cNvSpPr txBox="1"/>
          <p:nvPr userDrawn="1"/>
        </p:nvSpPr>
        <p:spPr>
          <a:xfrm>
            <a:off x="505575" y="537299"/>
            <a:ext cx="10728000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400">
                <a:latin typeface="72 Brand Medium" panose="020B0604030603020204" pitchFamily="34" charset="0"/>
              </a:rPr>
              <a:t>Tips &amp; tricks – your user guide – </a:t>
            </a:r>
            <a:r>
              <a:rPr lang="en-GB" sz="2400" err="1">
                <a:latin typeface="72 Brand Medium" panose="020B0604030603020204" pitchFamily="34" charset="0"/>
              </a:rPr>
              <a:t>color</a:t>
            </a:r>
            <a:r>
              <a:rPr lang="en-GB" sz="2400">
                <a:latin typeface="72 Brand Medium" panose="020B0604030603020204" pitchFamily="34" charset="0"/>
              </a:rPr>
              <a:t> palette</a:t>
            </a:r>
          </a:p>
        </p:txBody>
      </p:sp>
    </p:spTree>
    <p:extLst>
      <p:ext uri="{BB962C8B-B14F-4D97-AF65-F5344CB8AC3E}">
        <p14:creationId xmlns:p14="http://schemas.microsoft.com/office/powerpoint/2010/main" val="1922348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1.xml"/><Relationship Id="rId31" Type="http://schemas.openxmlformats.org/officeDocument/2006/relationships/tags" Target="../tags/tag2.xml"/><Relationship Id="rId32" Type="http://schemas.openxmlformats.org/officeDocument/2006/relationships/tags" Target="../tags/tag3.xml"/><Relationship Id="rId33" Type="http://schemas.openxmlformats.org/officeDocument/2006/relationships/tags" Target="../tags/tag4.xml"/><Relationship Id="rId34" Type="http://schemas.openxmlformats.org/officeDocument/2006/relationships/tags" Target="../tags/tag5.xml"/><Relationship Id="rId35" Type="http://schemas.openxmlformats.org/officeDocument/2006/relationships/tags" Target="../tags/tag6.xml"/><Relationship Id="rId36" Type="http://schemas.openxmlformats.org/officeDocument/2006/relationships/tags" Target="../tags/tag7.xml"/><Relationship Id="rId37" Type="http://schemas.openxmlformats.org/officeDocument/2006/relationships/tags" Target="../tags/tag8.xml"/><Relationship Id="rId38" Type="http://schemas.openxmlformats.org/officeDocument/2006/relationships/tags" Target="../tags/tag9.xml"/><Relationship Id="rId39" Type="http://schemas.openxmlformats.org/officeDocument/2006/relationships/tags" Target="../tags/tag10.xml"/><Relationship Id="rId40" Type="http://schemas.openxmlformats.org/officeDocument/2006/relationships/tags" Target="../tags/tag11.xml"/><Relationship Id="rId41" Type="http://schemas.openxmlformats.org/officeDocument/2006/relationships/tags" Target="../tags/tag12.xml"/><Relationship Id="rId42" Type="http://schemas.openxmlformats.org/officeDocument/2006/relationships/tags" Target="../tags/tag13.xml"/><Relationship Id="rId43" Type="http://schemas.openxmlformats.org/officeDocument/2006/relationships/tags" Target="../tags/tag14.xml"/><Relationship Id="rId44" Type="http://schemas.openxmlformats.org/officeDocument/2006/relationships/tags" Target="../tags/tag15.xml"/><Relationship Id="rId45" Type="http://schemas.openxmlformats.org/officeDocument/2006/relationships/tags" Target="../tags/tag16.xml"/><Relationship Id="rId46" Type="http://schemas.openxmlformats.org/officeDocument/2006/relationships/tags" Target="../tags/tag17.xml"/><Relationship Id="rId47" Type="http://schemas.openxmlformats.org/officeDocument/2006/relationships/tags" Target="../tags/tag18.xml"/><Relationship Id="rId48" Type="http://schemas.openxmlformats.org/officeDocument/2006/relationships/tags" Target="../tags/tag19.xml"/><Relationship Id="rId49" Type="http://schemas.openxmlformats.org/officeDocument/2006/relationships/tags" Target="../tags/tag20.xml"/><Relationship Id="rId50" Type="http://schemas.openxmlformats.org/officeDocument/2006/relationships/tags" Target="../tags/tag21.xml"/><Relationship Id="rId51" Type="http://schemas.openxmlformats.org/officeDocument/2006/relationships/tags" Target="../tags/tag22.xml"/><Relationship Id="rId52" Type="http://schemas.openxmlformats.org/officeDocument/2006/relationships/tags" Target="../tags/tag23.xml"/><Relationship Id="rId53" Type="http://schemas.openxmlformats.org/officeDocument/2006/relationships/tags" Target="../tags/tag24.xml"/><Relationship Id="rId54" Type="http://schemas.openxmlformats.org/officeDocument/2006/relationships/tags" Target="../tags/tag25.xml"/><Relationship Id="rId55" Type="http://schemas.openxmlformats.org/officeDocument/2006/relationships/tags" Target="../tags/tag26.xml"/><Relationship Id="rId56" Type="http://schemas.openxmlformats.org/officeDocument/2006/relationships/tags" Target="../tags/tag27.xml"/><Relationship Id="rId57" Type="http://schemas.openxmlformats.org/officeDocument/2006/relationships/tags" Target="../tags/tag28.xml"/><Relationship Id="rId58" Type="http://schemas.openxmlformats.org/officeDocument/2006/relationships/tags" Target="../tags/tag29.xml"/><Relationship Id="rId59" Type="http://schemas.openxmlformats.org/officeDocument/2006/relationships/tags" Target="../tags/tag30.xml"/><Relationship Id="rId60" Type="http://schemas.openxmlformats.org/officeDocument/2006/relationships/tags" Target="../tags/tag31.xml"/><Relationship Id="rId61" Type="http://schemas.openxmlformats.org/officeDocument/2006/relationships/tags" Target="../tags/tag32.xml"/><Relationship Id="rId62" Type="http://schemas.openxmlformats.org/officeDocument/2006/relationships/tags" Target="../tags/tag33.xml"/><Relationship Id="rId63" Type="http://schemas.openxmlformats.org/officeDocument/2006/relationships/tags" Target="../tags/tag34.xml"/><Relationship Id="rId64" Type="http://schemas.openxmlformats.org/officeDocument/2006/relationships/tags" Target="../tags/tag35.xml"/><Relationship Id="rId65" Type="http://schemas.openxmlformats.org/officeDocument/2006/relationships/tags" Target="../tags/tag36.xml"/><Relationship Id="rId66" Type="http://schemas.openxmlformats.org/officeDocument/2006/relationships/tags" Target="../tags/tag37.xml"/><Relationship Id="rId67" Type="http://schemas.openxmlformats.org/officeDocument/2006/relationships/tags" Target="../tags/tag38.xml"/><Relationship Id="rId68" Type="http://schemas.openxmlformats.org/officeDocument/2006/relationships/tags" Target="../tags/tag39.xml"/><Relationship Id="rId69" Type="http://schemas.openxmlformats.org/officeDocument/2006/relationships/tags" Target="../tags/tag40.xml"/><Relationship Id="rId70" Type="http://schemas.openxmlformats.org/officeDocument/2006/relationships/tags" Target="../tags/tag41.xml"/><Relationship Id="rId71" Type="http://schemas.openxmlformats.org/officeDocument/2006/relationships/tags" Target="../tags/tag42.xml"/><Relationship Id="rId72" Type="http://schemas.openxmlformats.org/officeDocument/2006/relationships/tags" Target="../tags/tag43.xml"/><Relationship Id="rId73" Type="http://schemas.openxmlformats.org/officeDocument/2006/relationships/tags" Target="../tags/tag44.xml"/><Relationship Id="rId74" Type="http://schemas.openxmlformats.org/officeDocument/2006/relationships/tags" Target="../tags/tag45.xml"/><Relationship Id="rId75" Type="http://schemas.openxmlformats.org/officeDocument/2006/relationships/tags" Target="../tags/tag46.xml"/><Relationship Id="rId76" Type="http://schemas.openxmlformats.org/officeDocument/2006/relationships/tags" Target="../tags/tag47.xml"/><Relationship Id="rId77" Type="http://schemas.openxmlformats.org/officeDocument/2006/relationships/tags" Target="../tags/tag48.xml"/><Relationship Id="rId78" Type="http://schemas.openxmlformats.org/officeDocument/2006/relationships/tags" Target="../tags/tag49.xml"/><Relationship Id="rId79" Type="http://schemas.openxmlformats.org/officeDocument/2006/relationships/tags" Target="../tags/tag50.xml"/><Relationship Id="rId80" Type="http://schemas.openxmlformats.org/officeDocument/2006/relationships/tags" Target="../tags/tag51.xml"/><Relationship Id="rId81" Type="http://schemas.openxmlformats.org/officeDocument/2006/relationships/tags" Target="../tags/tag52.xml"/><Relationship Id="rId82" Type="http://schemas.openxmlformats.org/officeDocument/2006/relationships/tags" Target="../tags/tag53.xml"/><Relationship Id="rId83" Type="http://schemas.openxmlformats.org/officeDocument/2006/relationships/tags" Target="../tags/tag54.xml"/><Relationship Id="rId84" Type="http://schemas.openxmlformats.org/officeDocument/2006/relationships/tags" Target="../tags/tag55.xml"/><Relationship Id="rId85" Type="http://schemas.openxmlformats.org/officeDocument/2006/relationships/tags" Target="../tags/tag56.xml"/><Relationship Id="rId86" Type="http://schemas.openxmlformats.org/officeDocument/2006/relationships/tags" Target="../tags/tag57.xml"/><Relationship Id="rId87" Type="http://schemas.openxmlformats.org/officeDocument/2006/relationships/tags" Target="../tags/tag58.xml"/><Relationship Id="rId88" Type="http://schemas.openxmlformats.org/officeDocument/2006/relationships/tags" Target="../tags/tag59.xml"/><Relationship Id="rId89" Type="http://schemas.openxmlformats.org/officeDocument/2006/relationships/tags" Target="../tags/tag60.xml"/><Relationship Id="rId90" Type="http://schemas.openxmlformats.org/officeDocument/2006/relationships/tags" Target="../tags/tag61.xml"/><Relationship Id="rId91" Type="http://schemas.openxmlformats.org/officeDocument/2006/relationships/tags" Target="../tags/tag62.xml"/><Relationship Id="rId92" Type="http://schemas.openxmlformats.org/officeDocument/2006/relationships/tags" Target="../tags/tag63.xml"/><Relationship Id="rId93" Type="http://schemas.openxmlformats.org/officeDocument/2006/relationships/tags" Target="../tags/tag64.xml"/><Relationship Id="rId94" Type="http://schemas.openxmlformats.org/officeDocument/2006/relationships/tags" Target="../tags/tag65.xml"/><Relationship Id="rId95" Type="http://schemas.openxmlformats.org/officeDocument/2006/relationships/tags" Target="../tags/tag66.xml"/><Relationship Id="rId96" Type="http://schemas.openxmlformats.org/officeDocument/2006/relationships/tags" Target="../tags/tag67.xml"/><Relationship Id="rId97" Type="http://schemas.openxmlformats.org/officeDocument/2006/relationships/tags" Target="../tags/tag68.xml"/><Relationship Id="rId98" Type="http://schemas.openxmlformats.org/officeDocument/2006/relationships/tags" Target="../tags/tag69.xml"/><Relationship Id="rId99" Type="http://schemas.openxmlformats.org/officeDocument/2006/relationships/tags" Target="../tags/tag70.xml"/><Relationship Id="rId100" Type="http://schemas.openxmlformats.org/officeDocument/2006/relationships/tags" Target="../tags/tag71.xml"/><Relationship Id="rId101" Type="http://schemas.openxmlformats.org/officeDocument/2006/relationships/tags" Target="../tags/tag72.xml"/><Relationship Id="rId102" Type="http://schemas.openxmlformats.org/officeDocument/2006/relationships/tags" Target="../tags/tag73.xml"/><Relationship Id="rId103" Type="http://schemas.openxmlformats.org/officeDocument/2006/relationships/tags" Target="../tags/tag74.xml"/><Relationship Id="rId104" Type="http://schemas.openxmlformats.org/officeDocument/2006/relationships/tags" Target="../tags/tag75.xml"/><Relationship Id="rId105" Type="http://schemas.openxmlformats.org/officeDocument/2006/relationships/tags" Target="../tags/tag76.xml"/><Relationship Id="rId106" Type="http://schemas.openxmlformats.org/officeDocument/2006/relationships/tags" Target="../tags/tag77.xml"/><Relationship Id="rId107" Type="http://schemas.openxmlformats.org/officeDocument/2006/relationships/tags" Target="../tags/tag78.xml"/><Relationship Id="rId108" Type="http://schemas.openxmlformats.org/officeDocument/2006/relationships/tags" Target="../tags/tag79.xml"/><Relationship Id="rId109" Type="http://schemas.openxmlformats.org/officeDocument/2006/relationships/tags" Target="../tags/tag80.xml"/><Relationship Id="rId110" Type="http://schemas.openxmlformats.org/officeDocument/2006/relationships/tags" Target="../tags/tag81.xml"/><Relationship Id="rId111" Type="http://schemas.openxmlformats.org/officeDocument/2006/relationships/tags" Target="../tags/tag82.xml"/><Relationship Id="rId112" Type="http://schemas.openxmlformats.org/officeDocument/2006/relationships/tags" Target="../tags/tag83.xml"/><Relationship Id="rId113" Type="http://schemas.openxmlformats.org/officeDocument/2006/relationships/tags" Target="../tags/tag84.xml"/><Relationship Id="rId114" Type="http://schemas.openxmlformats.org/officeDocument/2006/relationships/tags" Target="../tags/tag85.xml"/><Relationship Id="rId115" Type="http://schemas.openxmlformats.org/officeDocument/2006/relationships/tags" Target="../tags/tag86.xml"/><Relationship Id="rId116" Type="http://schemas.openxmlformats.org/officeDocument/2006/relationships/tags" Target="../tags/tag87.xml"/><Relationship Id="rId117" Type="http://schemas.openxmlformats.org/officeDocument/2006/relationships/tags" Target="../tags/tag88.xml"/><Relationship Id="rId118" Type="http://schemas.openxmlformats.org/officeDocument/2006/relationships/tags" Target="../tags/tag89.xml"/><Relationship Id="rId119" Type="http://schemas.openxmlformats.org/officeDocument/2006/relationships/tags" Target="../tags/tag90.xml"/><Relationship Id="rId120" Type="http://schemas.openxmlformats.org/officeDocument/2006/relationships/tags" Target="../tags/tag91.xml"/><Relationship Id="rId121" Type="http://schemas.openxmlformats.org/officeDocument/2006/relationships/tags" Target="../tags/tag92.xml"/><Relationship Id="rId122" Type="http://schemas.openxmlformats.org/officeDocument/2006/relationships/tags" Target="../tags/tag93.xml"/><Relationship Id="rId123" Type="http://schemas.openxmlformats.org/officeDocument/2006/relationships/tags" Target="../tags/tag94.xml"/><Relationship Id="rId124" Type="http://schemas.openxmlformats.org/officeDocument/2006/relationships/tags" Target="../tags/tag95.xml"/><Relationship Id="rId125" Type="http://schemas.openxmlformats.org/officeDocument/2006/relationships/tags" Target="../tags/tag96.xml"/><Relationship Id="rId126" Type="http://schemas.openxmlformats.org/officeDocument/2006/relationships/tags" Target="../tags/tag97.xml"/><Relationship Id="rId127" Type="http://schemas.openxmlformats.org/officeDocument/2006/relationships/tags" Target="../tags/tag98.xml"/><Relationship Id="rId128" Type="http://schemas.openxmlformats.org/officeDocument/2006/relationships/tags" Target="../tags/tag99.xml"/><Relationship Id="rId129" Type="http://schemas.openxmlformats.org/officeDocument/2006/relationships/tags" Target="../tags/tag100.xml"/><Relationship Id="rId130" Type="http://schemas.openxmlformats.org/officeDocument/2006/relationships/tags" Target="../tags/tag101.xml"/><Relationship Id="rId131" Type="http://schemas.openxmlformats.org/officeDocument/2006/relationships/tags" Target="../tags/tag102.xml"/><Relationship Id="rId132" Type="http://schemas.openxmlformats.org/officeDocument/2006/relationships/tags" Target="../tags/tag103.xml"/><Relationship Id="rId133" Type="http://schemas.openxmlformats.org/officeDocument/2006/relationships/tags" Target="../tags/tag104.xml"/><Relationship Id="rId134" Type="http://schemas.openxmlformats.org/officeDocument/2006/relationships/tags" Target="../tags/tag105.xml"/><Relationship Id="rId135" Type="http://schemas.openxmlformats.org/officeDocument/2006/relationships/tags" Target="../tags/tag106.xml"/><Relationship Id="rId136" Type="http://schemas.openxmlformats.org/officeDocument/2006/relationships/tags" Target="../tags/tag107.xml"/><Relationship Id="rId137" Type="http://schemas.openxmlformats.org/officeDocument/2006/relationships/tags" Target="../tags/tag108.xml"/><Relationship Id="rId138" Type="http://schemas.openxmlformats.org/officeDocument/2006/relationships/tags" Target="../tags/tag109.xml"/><Relationship Id="rId139" Type="http://schemas.openxmlformats.org/officeDocument/2006/relationships/tags" Target="../tags/tag110.xml"/><Relationship Id="rId140" Type="http://schemas.openxmlformats.org/officeDocument/2006/relationships/tags" Target="../tags/tag111.xml"/><Relationship Id="rId141" Type="http://schemas.openxmlformats.org/officeDocument/2006/relationships/tags" Target="../tags/tag112.xml"/><Relationship Id="rId142" Type="http://schemas.openxmlformats.org/officeDocument/2006/relationships/tags" Target="../tags/tag113.xml"/><Relationship Id="rId143" Type="http://schemas.openxmlformats.org/officeDocument/2006/relationships/tags" Target="../tags/tag114.xml"/><Relationship Id="rId144" Type="http://schemas.openxmlformats.org/officeDocument/2006/relationships/tags" Target="../tags/tag115.xml"/><Relationship Id="rId145" Type="http://schemas.openxmlformats.org/officeDocument/2006/relationships/tags" Target="../tags/tag116.xml"/><Relationship Id="rId146" Type="http://schemas.openxmlformats.org/officeDocument/2006/relationships/tags" Target="../tags/tag117.xml"/><Relationship Id="rId147" Type="http://schemas.openxmlformats.org/officeDocument/2006/relationships/tags" Target="../tags/tag118.xml"/><Relationship Id="rId148" Type="http://schemas.openxmlformats.org/officeDocument/2006/relationships/tags" Target="../tags/tag119.xml"/><Relationship Id="rId149" Type="http://schemas.openxmlformats.org/officeDocument/2006/relationships/tags" Target="../tags/tag120.xml"/><Relationship Id="rId150" Type="http://schemas.openxmlformats.org/officeDocument/2006/relationships/tags" Target="../tags/tag121.xml"/><Relationship Id="rId151" Type="http://schemas.openxmlformats.org/officeDocument/2006/relationships/tags" Target="../tags/tag122.xml"/><Relationship Id="rId152" Type="http://schemas.openxmlformats.org/officeDocument/2006/relationships/tags" Target="../tags/tag123.xml"/><Relationship Id="rId153" Type="http://schemas.openxmlformats.org/officeDocument/2006/relationships/tags" Target="../tags/tag1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663657"/>
            <a:ext cx="11186476" cy="468951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Start typing to add text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</a:t>
            </a:r>
          </a:p>
          <a:p>
            <a:pPr lvl="4"/>
            <a:r>
              <a:rPr lang="en-US"/>
              <a:t>Level 5</a:t>
            </a:r>
          </a:p>
          <a:p>
            <a:pPr lvl="5"/>
            <a:r>
              <a:rPr lang="en-US"/>
              <a:t>Level 6</a:t>
            </a:r>
          </a:p>
          <a:p>
            <a:pPr lvl="6"/>
            <a:r>
              <a:rPr lang="en-US"/>
              <a:t>Level 7</a:t>
            </a:r>
          </a:p>
          <a:p>
            <a:pPr lvl="7"/>
            <a:r>
              <a:rPr lang="en-US"/>
              <a:t>Level 8</a:t>
            </a:r>
          </a:p>
          <a:p>
            <a:pPr lvl="8"/>
            <a:r>
              <a:rPr lang="en-US"/>
              <a:t>Level 9</a:t>
            </a:r>
          </a:p>
          <a:p>
            <a:pPr lvl="0"/>
            <a:endParaRPr lang="en-US" noProof="0"/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</p:nvPr>
        </p:nvSpPr>
        <p:spPr bwMode="black">
          <a:xfrm>
            <a:off x="504001" y="1079384"/>
            <a:ext cx="1118317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34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tx2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5" name="Draft [Sticker]" hidden="1">
            <a:extLst>
              <a:ext uri="{FF2B5EF4-FFF2-40B4-BE49-F238E27FC236}">
                <a16:creationId xmlns:a16="http://schemas.microsoft.com/office/drawing/2014/main" id="{4ED4653C-0BEF-C53F-2F44-0F4FC1038B4E}"/>
              </a:ext>
            </a:extLst>
          </p:cNvPr>
          <p:cNvSpPr/>
          <p:nvPr userDrawn="1"/>
        </p:nvSpPr>
        <p:spPr bwMode="gray">
          <a:xfrm rot="18900000">
            <a:off x="4491456" y="3089731"/>
            <a:ext cx="3211564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5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Arial" pitchFamily="34" charset="0"/>
                <a:cs typeface="Arial" pitchFamily="34" charset="0"/>
              </a:rPr>
              <a:t>DRAFT</a:t>
            </a:r>
          </a:p>
        </p:txBody>
      </p:sp>
      <p:sp>
        <p:nvSpPr>
          <p:cNvPr id="142" name="Content [Comment]" hidden="1">
            <a:extLst>
              <a:ext uri="{FF2B5EF4-FFF2-40B4-BE49-F238E27FC236}">
                <a16:creationId xmlns:a16="http://schemas.microsoft.com/office/drawing/2014/main" id="{D6760A1A-5249-0361-7543-4100DC0D89C0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3" name="Formatting [Comment]" hidden="1">
            <a:extLst>
              <a:ext uri="{FF2B5EF4-FFF2-40B4-BE49-F238E27FC236}">
                <a16:creationId xmlns:a16="http://schemas.microsoft.com/office/drawing/2014/main" id="{31370255-4446-E2E0-D475-0E9332BBA969}"/>
              </a:ext>
            </a:extLst>
          </p:cNvPr>
          <p:cNvSpPr>
            <a:spLocks/>
          </p:cNvSpPr>
          <p:nvPr userDrawn="1"/>
        </p:nvSpPr>
        <p:spPr>
          <a:xfrm>
            <a:off x="10620496" y="1126713"/>
            <a:ext cx="1322679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" tIns="36000" rIns="36000" bIns="36000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32" name="Final [Sticker]" hidden="1">
            <a:extLst>
              <a:ext uri="{FF2B5EF4-FFF2-40B4-BE49-F238E27FC236}">
                <a16:creationId xmlns:a16="http://schemas.microsoft.com/office/drawing/2014/main" id="{5402B19A-2F1E-0983-9BF4-848C4B7F0B87}"/>
              </a:ext>
            </a:extLst>
          </p:cNvPr>
          <p:cNvSpPr>
            <a:spLocks/>
          </p:cNvSpPr>
          <p:nvPr userDrawn="1"/>
        </p:nvSpPr>
        <p:spPr>
          <a:xfrm>
            <a:off x="10983300" y="210784"/>
            <a:ext cx="7070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SLIDE</a:t>
            </a:r>
          </a:p>
        </p:txBody>
      </p:sp>
      <p:sp>
        <p:nvSpPr>
          <p:cNvPr id="148" name="Internal [Sticker]" hidden="1">
            <a:extLst>
              <a:ext uri="{FF2B5EF4-FFF2-40B4-BE49-F238E27FC236}">
                <a16:creationId xmlns:a16="http://schemas.microsoft.com/office/drawing/2014/main" id="{28223912-D0A4-A620-A34F-518BD869E53F}"/>
              </a:ext>
            </a:extLst>
          </p:cNvPr>
          <p:cNvSpPr>
            <a:spLocks/>
          </p:cNvSpPr>
          <p:nvPr userDrawn="1"/>
        </p:nvSpPr>
        <p:spPr>
          <a:xfrm>
            <a:off x="10033000" y="210784"/>
            <a:ext cx="16573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49" name="Discussion [Sticker]" hidden="1">
            <a:extLst>
              <a:ext uri="{FF2B5EF4-FFF2-40B4-BE49-F238E27FC236}">
                <a16:creationId xmlns:a16="http://schemas.microsoft.com/office/drawing/2014/main" id="{D9D83DF6-771C-4C0C-6C7A-3A59B82BAD4A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DISCUSSION</a:t>
            </a:r>
          </a:p>
        </p:txBody>
      </p:sp>
      <p:sp>
        <p:nvSpPr>
          <p:cNvPr id="145" name="Dummy [Sticker]" hidden="1">
            <a:extLst>
              <a:ext uri="{FF2B5EF4-FFF2-40B4-BE49-F238E27FC236}">
                <a16:creationId xmlns:a16="http://schemas.microsoft.com/office/drawing/2014/main" id="{85BE85F9-1C84-5D9C-577F-40BFD680420C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5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DUMMY DATA</a:t>
            </a:r>
          </a:p>
        </p:txBody>
      </p:sp>
      <p:sp>
        <p:nvSpPr>
          <p:cNvPr id="146" name="Update [Sticker]" hidden="1">
            <a:extLst>
              <a:ext uri="{FF2B5EF4-FFF2-40B4-BE49-F238E27FC236}">
                <a16:creationId xmlns:a16="http://schemas.microsoft.com/office/drawing/2014/main" id="{DB5368A3-028B-BD89-843A-4055DAEC9BBE}"/>
              </a:ext>
            </a:extLst>
          </p:cNvPr>
          <p:cNvSpPr>
            <a:spLocks/>
          </p:cNvSpPr>
          <p:nvPr userDrawn="1"/>
        </p:nvSpPr>
        <p:spPr>
          <a:xfrm>
            <a:off x="10734674" y="210784"/>
            <a:ext cx="95567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DATA</a:t>
            </a:r>
          </a:p>
        </p:txBody>
      </p:sp>
      <p:sp>
        <p:nvSpPr>
          <p:cNvPr id="147" name="Backup [Sticker]" hidden="1">
            <a:extLst>
              <a:ext uri="{FF2B5EF4-FFF2-40B4-BE49-F238E27FC236}">
                <a16:creationId xmlns:a16="http://schemas.microsoft.com/office/drawing/2014/main" id="{308EDF7D-F287-A5B8-407B-AF543ACA9F1E}"/>
              </a:ext>
            </a:extLst>
          </p:cNvPr>
          <p:cNvSpPr>
            <a:spLocks/>
          </p:cNvSpPr>
          <p:nvPr userDrawn="1"/>
        </p:nvSpPr>
        <p:spPr>
          <a:xfrm>
            <a:off x="10985500" y="210784"/>
            <a:ext cx="704850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BACKUP</a:t>
            </a:r>
          </a:p>
        </p:txBody>
      </p:sp>
      <p:grpSp>
        <p:nvGrpSpPr>
          <p:cNvPr id="134" name="Responsible [Sticker]" hidden="1">
            <a:extLst>
              <a:ext uri="{FF2B5EF4-FFF2-40B4-BE49-F238E27FC236}">
                <a16:creationId xmlns:a16="http://schemas.microsoft.com/office/drawing/2014/main" id="{D807E524-FC1C-0CD6-4E84-F55B41ABF787}"/>
              </a:ext>
            </a:extLst>
          </p:cNvPr>
          <p:cNvGrpSpPr/>
          <p:nvPr userDrawn="1"/>
        </p:nvGrpSpPr>
        <p:grpSpPr>
          <a:xfrm>
            <a:off x="9050330" y="210783"/>
            <a:ext cx="2640147" cy="173118"/>
            <a:chOff x="9050330" y="210783"/>
            <a:chExt cx="2640147" cy="173118"/>
          </a:xfrm>
        </p:grpSpPr>
        <p:sp>
          <p:nvSpPr>
            <p:cNvPr id="135" name="Final [Sticker org.]">
              <a:extLst>
                <a:ext uri="{FF2B5EF4-FFF2-40B4-BE49-F238E27FC236}">
                  <a16:creationId xmlns:a16="http://schemas.microsoft.com/office/drawing/2014/main" id="{4440328B-E219-D57E-E076-5D09AD704156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3"/>
              <a:ext cx="2640147" cy="17311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wrap="square" lIns="900000" tIns="0" rIns="0" bIns="0" rtlCol="0"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TEXT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6" name="Final [Sticker org.]">
              <a:extLst>
                <a:ext uri="{FF2B5EF4-FFF2-40B4-BE49-F238E27FC236}">
                  <a16:creationId xmlns:a16="http://schemas.microsoft.com/office/drawing/2014/main" id="{E3A6C8D3-C105-250D-CC2B-D59A630EC485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4"/>
              <a:ext cx="853949" cy="1731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RESPONSIBLE: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7" name="Workspace [Presentation]" hidden="1">
            <a:extLst>
              <a:ext uri="{FF2B5EF4-FFF2-40B4-BE49-F238E27FC236}">
                <a16:creationId xmlns:a16="http://schemas.microsoft.com/office/drawing/2014/main" id="{94A6BE43-81F0-FA8E-2328-A068FC5E0F5F}"/>
              </a:ext>
            </a:extLst>
          </p:cNvPr>
          <p:cNvSpPr/>
          <p:nvPr userDrawn="1"/>
        </p:nvSpPr>
        <p:spPr bwMode="gray">
          <a:xfrm>
            <a:off x="504001" y="1548560"/>
            <a:ext cx="11186476" cy="4552203"/>
          </a:xfrm>
          <a:prstGeom prst="rect">
            <a:avLst/>
          </a:prstGeom>
          <a:noFill/>
          <a:ln w="12700" algn="ctr">
            <a:solidFill>
              <a:srgbClr val="D24726"/>
            </a:solidFill>
            <a:prstDash val="lgDash"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K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3804D4-CFCB-3760-6825-6437954DC9F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03238" y="6560280"/>
            <a:ext cx="2144713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DE" sz="600">
                <a:solidFill>
                  <a:srgbClr val="000000">
                    <a:alpha val="50000"/>
                  </a:srgbClr>
                </a:solidFill>
                <a:latin typeface="72 Brand" panose="020B0504030603020204" pitchFamily="34" charset="0"/>
              </a:rPr>
              <a:t>SAP Social Sabbatical x Ziyo Forum 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830" r:id="rId2"/>
    <p:sldLayoutId id="2147483780" r:id="rId3"/>
    <p:sldLayoutId id="2147483805" r:id="rId4"/>
    <p:sldLayoutId id="2147483818" r:id="rId5"/>
    <p:sldLayoutId id="2147483788" r:id="rId6"/>
    <p:sldLayoutId id="2147483823" r:id="rId7"/>
    <p:sldLayoutId id="2147483808" r:id="rId8"/>
    <p:sldLayoutId id="2147483741" r:id="rId9"/>
    <p:sldLayoutId id="2147483836" r:id="rId10"/>
    <p:sldLayoutId id="2147483765" r:id="rId11"/>
    <p:sldLayoutId id="2147483837" r:id="rId12"/>
    <p:sldLayoutId id="2147483811" r:id="rId13"/>
    <p:sldLayoutId id="2147483767" r:id="rId14"/>
    <p:sldLayoutId id="2147483815" r:id="rId15"/>
    <p:sldLayoutId id="2147483812" r:id="rId16"/>
    <p:sldLayoutId id="2147483774" r:id="rId17"/>
    <p:sldLayoutId id="2147483745" r:id="rId18"/>
    <p:sldLayoutId id="2147483760" r:id="rId19"/>
    <p:sldLayoutId id="2147483768" r:id="rId20"/>
    <p:sldLayoutId id="2147483769" r:id="rId21"/>
    <p:sldLayoutId id="2147483770" r:id="rId22"/>
    <p:sldLayoutId id="2147483771" r:id="rId23"/>
    <p:sldLayoutId id="2147483825" r:id="rId24"/>
    <p:sldLayoutId id="2147483826" r:id="rId25"/>
    <p:sldLayoutId id="2147483810" r:id="rId26"/>
    <p:sldLayoutId id="2147483824" r:id="rId27"/>
    <p:sldLayoutId id="2147483829" r:id="rId28"/>
    <p:sldLayoutId id="2147483828" r:id="rId29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600"/>
        </a:spcBef>
        <a:buClrTx/>
        <a:buSzPct val="100000"/>
        <a:buFont typeface="Arial" panose="020B0604020202020204" pitchFamily="34" charset="0"/>
        <a:buChar char="​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lang="en-US" sz="16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56000" indent="-25200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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​"/>
        <a:defRPr sz="1400" b="0" i="0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558" rtl="0" eaLnBrk="1" latinLnBrk="0" hangingPunct="1">
        <a:lnSpc>
          <a:spcPct val="120000"/>
        </a:lnSpc>
        <a:spcBef>
          <a:spcPts val="3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1088558" rtl="0" eaLnBrk="1" latinLnBrk="0" hangingPunct="1">
        <a:lnSpc>
          <a:spcPct val="120000"/>
        </a:lnSpc>
        <a:spcBef>
          <a:spcPts val="6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088558" rtl="0" eaLnBrk="1" latinLnBrk="0" hangingPunct="1">
        <a:spcBef>
          <a:spcPts val="600"/>
        </a:spcBef>
        <a:buFont typeface="Arial" pitchFamily="34" charset="0"/>
        <a:buChar char="​"/>
        <a:defRPr sz="36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A4A4A4"/>
          </p15:clr>
        </p15:guide>
        <p15:guide id="2" pos="759" userDrawn="1">
          <p15:clr>
            <a:srgbClr val="A4A4A4"/>
          </p15:clr>
        </p15:guide>
        <p15:guide id="3" orient="horz" pos="317" userDrawn="1">
          <p15:clr>
            <a:srgbClr val="A4A4A4"/>
          </p15:clr>
        </p15:guide>
        <p15:guide id="4" orient="horz" pos="4002" userDrawn="1">
          <p15:clr>
            <a:srgbClr val="A4A4A4"/>
          </p15:clr>
        </p15:guide>
        <p15:guide id="5" pos="917" userDrawn="1">
          <p15:clr>
            <a:srgbClr val="A4A4A4"/>
          </p15:clr>
        </p15:guide>
        <p15:guide id="6" pos="1359" userDrawn="1">
          <p15:clr>
            <a:srgbClr val="A4A4A4"/>
          </p15:clr>
        </p15:guide>
        <p15:guide id="7" pos="1518" userDrawn="1">
          <p15:clr>
            <a:srgbClr val="A4A4A4"/>
          </p15:clr>
        </p15:guide>
        <p15:guide id="8" pos="1960" userDrawn="1">
          <p15:clr>
            <a:srgbClr val="A4A4A4"/>
          </p15:clr>
        </p15:guide>
        <p15:guide id="9" pos="2118" userDrawn="1">
          <p15:clr>
            <a:srgbClr val="A4A4A4"/>
          </p15:clr>
        </p15:guide>
        <p15:guide id="10" pos="2560" userDrawn="1">
          <p15:clr>
            <a:srgbClr val="A4A4A4"/>
          </p15:clr>
        </p15:guide>
        <p15:guide id="11" pos="2719" userDrawn="1">
          <p15:clr>
            <a:srgbClr val="A4A4A4"/>
          </p15:clr>
        </p15:guide>
        <p15:guide id="12" pos="3161" userDrawn="1">
          <p15:clr>
            <a:srgbClr val="A4A4A4"/>
          </p15:clr>
        </p15:guide>
        <p15:guide id="13" pos="3319" userDrawn="1">
          <p15:clr>
            <a:srgbClr val="A4A4A4"/>
          </p15:clr>
        </p15:guide>
        <p15:guide id="14" pos="3761" userDrawn="1">
          <p15:clr>
            <a:srgbClr val="A4A4A4"/>
          </p15:clr>
        </p15:guide>
        <p15:guide id="15" pos="3920" userDrawn="1">
          <p15:clr>
            <a:srgbClr val="A4A4A4"/>
          </p15:clr>
        </p15:guide>
        <p15:guide id="16" pos="4362" userDrawn="1">
          <p15:clr>
            <a:srgbClr val="A4A4A4"/>
          </p15:clr>
        </p15:guide>
        <p15:guide id="17" pos="4520" userDrawn="1">
          <p15:clr>
            <a:srgbClr val="A4A4A4"/>
          </p15:clr>
        </p15:guide>
        <p15:guide id="18" pos="4962" userDrawn="1">
          <p15:clr>
            <a:srgbClr val="A4A4A4"/>
          </p15:clr>
        </p15:guide>
        <p15:guide id="19" pos="5121" userDrawn="1">
          <p15:clr>
            <a:srgbClr val="A4A4A4"/>
          </p15:clr>
        </p15:guide>
        <p15:guide id="20" pos="5563" userDrawn="1">
          <p15:clr>
            <a:srgbClr val="A4A4A4"/>
          </p15:clr>
        </p15:guide>
        <p15:guide id="21" pos="5721" userDrawn="1">
          <p15:clr>
            <a:srgbClr val="A4A4A4"/>
          </p15:clr>
        </p15:guide>
        <p15:guide id="22" pos="6163" userDrawn="1">
          <p15:clr>
            <a:srgbClr val="A4A4A4"/>
          </p15:clr>
        </p15:guide>
        <p15:guide id="23" pos="6322" userDrawn="1">
          <p15:clr>
            <a:srgbClr val="A4A4A4"/>
          </p15:clr>
        </p15:guide>
        <p15:guide id="24" pos="6764" userDrawn="1">
          <p15:clr>
            <a:srgbClr val="A4A4A4"/>
          </p15:clr>
        </p15:guide>
        <p15:guide id="25" pos="6922" userDrawn="1">
          <p15:clr>
            <a:srgbClr val="A4A4A4"/>
          </p15:clr>
        </p15:guide>
        <p15:guide id="26" pos="7364" userDrawn="1">
          <p15:clr>
            <a:srgbClr val="A4A4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76500"/>
                </a:solidFill>
                <a:latin typeface="Arial"/>
              </a:rPr>
              <a:t>FOYDALANUVCHI PORTRETI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0" y="301752"/>
            <a:ext cx="63825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Ziyo Forum  ·  Tadqiqot natijalari  ·  Oktyabr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76656"/>
            <a:ext cx="11365992" cy="18288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841248"/>
            <a:ext cx="3246120" cy="5596128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77339" y="1005840"/>
            <a:ext cx="914400" cy="914400"/>
          </a:xfrm>
          <a:prstGeom prst="ellipse">
            <a:avLst/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7339" y="100584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75104"/>
            <a:ext cx="30632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22252A"/>
                </a:solidFill>
                <a:latin typeface="Arial"/>
              </a:rPr>
              <a:t>Kamola Ergasheva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22576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670"/>
                </a:solidFill>
                <a:latin typeface="Arial"/>
              </a:rPr>
              <a:t>Italiya tili, 2-kurs talabasi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670"/>
                </a:solidFill>
                <a:latin typeface="Arial"/>
              </a:rPr>
              <a:t>O'zbekiston Jahon Tillari Universiteti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70048"/>
            <a:ext cx="2697479" cy="13716"/>
          </a:xfrm>
          <a:prstGeom prst="rect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761488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YOSHI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20 yosh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63824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JOYLASHUVI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Toshkent, O'zbekiston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5661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TA'LIMI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Italiya tili bakalavriat (2-kurs, 4 yillik)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968496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HOLATI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Bo'ydoq, talabalar yotoqxonasida yashaydi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370832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E76500"/>
                </a:solidFill>
                <a:latin typeface="Arial"/>
              </a:rPr>
              <a:t>TAJRIBASI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2252A"/>
                </a:solidFill>
                <a:latin typeface="Arial"/>
              </a:rPr>
              <a:t>Vaqti-vaqti bilan tarjima ishlari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791456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0070F2"/>
                </a:solidFill>
                <a:latin typeface="Arial"/>
              </a:rPr>
              <a:t>QIZIQISHLARI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5010912"/>
            <a:ext cx="1318564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5010912"/>
            <a:ext cx="131856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Italiya madaniyati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5220" y="5010912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95220" y="5010912"/>
            <a:ext cx="68762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Seriya 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6857" y="5010912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6857" y="5010912"/>
            <a:ext cx="561441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Tillar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5294376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5294376"/>
            <a:ext cx="68762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O'yinlar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64284" y="5294376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4284" y="5294376"/>
            <a:ext cx="561441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Musiqa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89734" y="5294376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89734" y="5294376"/>
            <a:ext cx="62453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002A86"/>
                </a:solidFill>
                <a:latin typeface="Arial"/>
              </a:rPr>
              <a:t>Sayohat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5596128"/>
            <a:ext cx="2880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1" i="0">
                <a:solidFill>
                  <a:srgbClr val="0070F2"/>
                </a:solidFill>
                <a:latin typeface="Arial"/>
              </a:rPr>
              <a:t>QAYERDAN IZLAYDI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5815584"/>
            <a:ext cx="687628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5815584"/>
            <a:ext cx="68762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Telegram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64284" y="5815584"/>
            <a:ext cx="750722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64284" y="5815584"/>
            <a:ext cx="75072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Instagram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79015" y="5815584"/>
            <a:ext cx="624535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79015" y="5815584"/>
            <a:ext cx="624535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YouTube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" y="6099048"/>
            <a:ext cx="1444752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" y="6099048"/>
            <a:ext cx="144475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Universitet chatlari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21408" y="6099048"/>
            <a:ext cx="561441" cy="219456"/>
          </a:xfrm>
          <a:prstGeom prst="roundRect">
            <a:avLst>
              <a:gd name="adj" fmla="val 50000"/>
            </a:avLst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21408" y="6099048"/>
            <a:ext cx="561441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Google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58768" y="841248"/>
            <a:ext cx="7918704" cy="914400"/>
          </a:xfrm>
          <a:prstGeom prst="roundRect">
            <a:avLst>
              <a:gd name="adj" fmla="val 6000"/>
            </a:avLst>
          </a:prstGeom>
          <a:solidFill>
            <a:srgbClr val="002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0" y="822960"/>
            <a:ext cx="548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89D1FF"/>
                </a:solidFill>
                <a:latin typeface="Arial"/>
              </a:rPr>
              <a:t>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17136" y="932688"/>
            <a:ext cx="70043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FFFFF"/>
                </a:solidFill>
                <a:latin typeface="Arial"/>
              </a:rPr>
              <a:t>Imkoniyatlar hamma joyda — lekin shuncha kanalda tarqalganki, men ko’pincha to‘g‘risini topishdan oldin voz kechaman.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17136" y="1444752"/>
            <a:ext cx="7004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89D1FF"/>
                </a:solidFill>
                <a:latin typeface="Arial"/>
              </a:rPr>
              <a:t>— Kamola Ergasheva, 20  ·  Til talabasi, Toshkent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58768" y="190195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05072" y="2011680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36A41D"/>
                </a:solidFill>
                <a:latin typeface="Arial"/>
              </a:rPr>
              <a:t>Maqsadlar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05072" y="2304288"/>
            <a:ext cx="502920" cy="32004"/>
          </a:xfrm>
          <a:prstGeom prst="rect">
            <a:avLst/>
          </a:prstGeom>
          <a:solidFill>
            <a:srgbClr val="36A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05072" y="2414016"/>
            <a:ext cx="35661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A41D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Italiya tilida mukammal gapirish va uni haqiqiy karyerada qo‘llash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A41D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Italiyada stipendiya yoki almashinuv semestri yutib olish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A41D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Tillarini qo‘llaydigan qo‘shimcha ish yoki amaliyot topish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36A41D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Soatlab qidirib o‘tirmasdan haqiqiy tajriba orttirish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18704" y="190195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65008" y="2011680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070F2"/>
                </a:solidFill>
                <a:latin typeface="Arial"/>
              </a:rPr>
              <a:t>Ziyodan kutganlar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65008" y="2304288"/>
            <a:ext cx="502920" cy="32004"/>
          </a:xfrm>
          <a:prstGeom prst="rect">
            <a:avLst/>
          </a:prstGeom>
          <a:solidFill>
            <a:srgbClr val="007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65008" y="2414016"/>
            <a:ext cx="35661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70F2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Imkoniyatlarni jamlovchi yagona joy — kanallarni aylanishni to‘xtatish uchun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70F2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Til va gumanitar yo‘nalish talabalari uchun shaxsiylashtirilgan takliflar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70F2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Muhim narsalarni o‘tkazib yubormaydi uchun muddat eslatmalari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070F2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Soat emas, daqiqa sarflanadigan qisqa va oddiy ariza berish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58768" y="363931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05072" y="3749039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76500"/>
                </a:solidFill>
                <a:latin typeface="Arial"/>
              </a:rPr>
              <a:t>Bugungi muammolar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05072" y="4041648"/>
            <a:ext cx="502920" cy="32004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05072" y="4151376"/>
            <a:ext cx="35661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6500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Imkoniyatlar o‘nlab Telegram kanallarida tarqoq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6500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Qidirish uzoqqa cho‘zilsa yoki qiyin tuyulsa voz kechadi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6500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Muhim ma’lumot chatlarda ko‘milgan bo‘lgani uchun muddatlarni o‘tkazib yuboradi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E76500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Til yo‘nalishi talabasi uchun mos e’lonlar juda kam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18704" y="3639312"/>
            <a:ext cx="3858768" cy="1645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65008" y="3749039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49F9A"/>
                </a:solidFill>
                <a:latin typeface="Arial"/>
              </a:rPr>
              <a:t>Qiyinchiliklar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65008" y="4041648"/>
            <a:ext cx="502920" cy="32004"/>
          </a:xfrm>
          <a:prstGeom prst="rect">
            <a:avLst/>
          </a:prstGeom>
          <a:solidFill>
            <a:srgbClr val="049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65008" y="4151376"/>
            <a:ext cx="3566160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9F9A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Imkoniyatlarni faol qidirishga motivatsiya past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9F9A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Ko‘p kanallarda muhim ma’lumotni ortiqchasidan ajratish qiyin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9F9A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Ariza berishni keyinga qoldirish odati bor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 i="0">
                <a:solidFill>
                  <a:srgbClr val="049F9A"/>
                </a:solidFill>
                <a:latin typeface="Arial"/>
              </a:rPr>
              <a:t>•  </a:t>
            </a:r>
            <a:r>
              <a:rPr sz="850" b="0" i="0">
                <a:solidFill>
                  <a:srgbClr val="22252A"/>
                </a:solidFill>
                <a:latin typeface="Arial"/>
              </a:rPr>
              <a:t>Qaysi imkoniyatlar uning sohasiga mos kelishini bilmaydi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858768" y="5413248"/>
            <a:ext cx="7918704" cy="841248"/>
          </a:xfrm>
          <a:prstGeom prst="roundRect">
            <a:avLst>
              <a:gd name="adj" fmla="val 7000"/>
            </a:avLst>
          </a:prstGeom>
          <a:solidFill>
            <a:srgbClr val="D1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858768" y="5413248"/>
            <a:ext cx="82296" cy="841248"/>
          </a:xfrm>
          <a:prstGeom prst="rect">
            <a:avLst/>
          </a:prstGeom>
          <a:solidFill>
            <a:srgbClr val="E7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96511" y="5522976"/>
            <a:ext cx="7461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E76500"/>
                </a:solidFill>
                <a:latin typeface="Arial"/>
              </a:rPr>
              <a:t>DIZAYN XULOSASI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96511" y="5751576"/>
            <a:ext cx="74615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00144A"/>
                </a:solidFill>
                <a:latin typeface="Arial"/>
              </a:rPr>
              <a:t>Kamola imkoniyat izlab qazimaydi — harakat talab qilsa, u ulanishdan uziladi. Bunday foydalanuvchilar uchun Ziyo o‘zi qidirishi kerak: hamma narsani bir joyga jamlash, unga mos takliflarni yuborish va ularga amal qilishni osonlashtirish. Uni jalb qiladigan narsa — qulaylik, ko‘proq kontent emas.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" y="6528816"/>
            <a:ext cx="11365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5B6670"/>
                </a:solidFill>
                <a:latin typeface="Arial"/>
              </a:rPr>
              <a:t>Ziyo Forum  ·  SAP Social Sabbatical  ·  Toshkent, O‘zbekiston  ·  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8575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8575">
          <a:noFill/>
        </a:ln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4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SAP Corp.pptx" id="{587A00B1-B031-4433-B0F7-B777BBFCD3C9}" vid="{939EAAA2-FFD9-487D-9C18-F9CDCFEEE913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TemplafySlideTemplateConfiguration><![CDATA[{"slideVersion":3,"isValidatorEnabled":false,"isLocked":false,"elementsMetadata":[],"slideId":"1328131217384275979","enableDocumentContentUpdater":false,"version":"2.0"}]]></TemplafySlideTemplateConfiguration>
</file>

<file path=customXml/item3.xml><?xml version="1.0" encoding="utf-8"?>
<TemplafySlideTemplateConfiguration><![CDATA[{"slideVersion":3,"isValidatorEnabled":false,"isLocked":false,"elementsMetadata":[],"slideId":"1328131217384275976","enableDocumentContentUpdater":false,"version":"2.0"}]]></TemplafySlideTemplate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TemplateConfiguration><![CDATA[{"slideVersion":3,"isValidatorEnabled":false,"isLocked":false,"elementsMetadata":[],"slideId":"1328131217384275981","enableDocumentContentUpdater":false,"version":"2.0"}]]></TemplafySlideTemplateConfiguration>
</file>

<file path=customXml/item6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,{"helpTexts":{},"spacing":{},"type":"instructions","name":"Following_information_will_appear_on_the_Thank_You_slide","label":"Following information will appear on the Thank You slide: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{"name":"SAPLogo","value":"pxB0tb4qiCEYCgGk2fAV86fXsKRk9ZMKiRC3VaLJ5C8="},{"name":"SpeakerName","value":"YnPwfaWtJd9yqRikMcavEg=="},{"name":"Date","value":"u7dVzEP5xrCymksMpLsL/Q=="},{"name":"Position","value":"hYE270aCl4QYJbxjf8yhcg=="},{"name":"Address","value":"J74SXewwIr7FPA+NOqR3Bw=="},{"name":"City","value":"0MNcblTGsky7bw1+X2Efyg=="},{"name":"Email","value":"v35+JSpO6F5yjM5PrFdVwQ=="}]}]]></TemplafyForm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slideVersion":3,"isValidatorEnabled":false,"isLocked":false,"elementsMetadata":[],"slideId":"1328131217384275982","enableDocumentContentUpdater":false,"version":"2.0"}]]></TemplafySlideTemplateConfiguration>
</file>

<file path=customXml/item9.xml><?xml version="1.0" encoding="utf-8"?>
<TemplafyTemplateConfiguration><![CDATA[{"elementsMetadata":[{"type":"shape","id":"ac503453-961c-454e-a265-acc820b54c40","elementConfiguration":{"inheritDimensions":"{{InheritDimensions.InheritNone}}","width":"","height":"1 cm","image":"{{Form.SAPLogo.SubbrandWhite}}","visibility":"","type":"image","disableUpdates":false}},{"type":"shape","id":"1cf9044e-8f82-4d5c-ab78-a92a55d758fe","elementConfiguration":{"inheritDimensions":"{{InheritDimensions.InheritNone}}","width":"","height":"1 cm","image":"{{Form.SAPLogo.SubbrandWhite}}","visibility":"","type":"image","disableUpdates":false}},{"type":"shape","id":"8031e150-e28c-48f5-bc23-d95cac3a2902","elementConfiguration":{"inheritDimensions":"{{InheritDimensions.InheritNone}}","width":"","height":"1 cm","image":"{{Form.SAPLogo.SubbrandBlue}}","visibility":"","type":"image","disableUpdates":false}},{"type":"shape","id":"357ff70f-1de5-4d51-aad2-51c0cf9b5611","elementConfiguration":{"inheritDimensions":"{{InheritDimensions.InheritNone}}","width":"","height":"1 cm","image":"{{Form.SAPLogo.SubbrandBlue}}","visibility":"","type":"image","disableUpdates":false}},{"type":"shape","id":"3072eac8-f615-4573-af48-f8bf691d6b9e","elementConfiguration":{"inheritDimensions":"{{InheritDimensions.InheritNone}}","width":"","height":"1 cm","image":"{{Form.SAPLogo.SubbrandBlack}}","visibility":"","type":"image","disableUpdates":false}},{"type":"shape","id":"f6b63be9-146f-4355-b4ef-6e3d37222459","elementConfiguration":{"inheritDimensions":"{{InheritDimensions.InheritNone}}","width":"","height":"1 cm","image":"{{Form.SAPLogo.SubbrandWhite}}","visibility":"","type":"image","disableUpdates":false}},{"type":"shape","id":"12118f0b-7745-4ea5-85c3-1b3b6bda4036","elementConfiguration":{"inheritDimensions":"{{InheritDimensions.InheritNone}}","width":"","height":"1 cm","image":"{{Form.SAPLogo.SubbrandBlue}}","visibility":"","type":"image","disableUpdates":false}},{"type":"shape","id":"6d5d147f-96be-424e-b54a-e907ed10c5df","elementConfiguration":{"inheritDimensions":"{{InheritDimensions.InheritNone}}","width":"","height":"1 cm","image":"{{Form.SAPLogo.SubbrandWhite}}","visibility":"","type":"image","disableUpdates":false}},{"type":"shape","id":"b40c0a34-001f-4cc8-810a-ebf1d48ddb8c","elementConfiguration":{"inheritDimensions":"{{InheritDimensions.InheritNone}}","width":"","height":"1 cm","image":"{{Form.SAPLogo.SubbrandWhite}}","visibility":"","type":"image","disableUpdates":false}},{"type":"shape","id":"206ae7fd-1375-41f0-b48b-3fc15a29814a","elementConfiguration":{"inheritDimensions":"{{InheritDimensions.InheritNone}}","width":"","height":"1 cm","image":"{{Form.SAPLogo.SubbrandBlack}}","visibility":"","type":"image","disableUpdates":false}},{"type":"shape","id":"031deffc-9edd-4fe1-83f3-0f1f73dcf271","elementConfiguration":{"inheritDimensions":"{{InheritDimensions.InheritNone}}","width":"","height":"1 cm","image":"{{Form.SAPLogo.SubbrandWhite}}","visibility":"","type":"image","disableUpdates":false}},{"type":"shape","id":"89d1f4dd-6a63-4473-8ce3-1481fdb46ccc","elementConfiguration":{"inheritDimensions":"{{InheritDimensions.InheritNone}}","width":"","height":"1 cm","image":"{{Form.SAPLogo.SubbrandBlue}}","visibility":"","type":"image","disableUpdates":false}},{"type":"shape","id":"f2f0d456-09a2-4d34-bcfc-b21343af3ff7","elementConfiguration":{"inheritDimensions":"{{InheritDimensions.InheritNone}}","width":"","height":"1 cm","image":"{{Form.SAPLogo.SubbrandBlack}}","visibility":"","type":"image","disableUpdates":false}},{"type":"shape","id":"7f2d7a43-4808-4134-a166-f24dfb88d30b","elementConfiguration":{"inheritDimensions":"{{InheritDimensions.InheritNone}}","width":"","height":"1 cm","image":"{{Form.SAPLogo.SubbrandBlue}}","visibility":"","type":"image","disableUpdates":false}},{"type":"shape","id":"13eca31f-2a44-4c6a-9a55-c2072cea1787","elementConfiguration":{"binding":"{{StringJoin(\", \", Form.SpeakerName,\"SAP\")}}","visibility":"","type":"text","disableUpdates":false,"renderAsMarkdown":false}},{"type":"shape","id":"7ab1e498-28f2-40e5-ad60-841aaaef527a","elementConfiguration":{"binding":"{{FormatDateTime(Form.Date,\"MMMM dd, yyyy\",\"en-US\")}}","visibility":"","type":"text","disableUpdates":false,"renderAsMarkdown":false}},{"type":"shape","id":"7943004a-110b-43f5-94a5-62a19d81b9fa","elementConfiguration":{"binding":"{{Form.SpeakerName}}","visibility":"","type":"text","disableUpdates":false,"renderAsMarkdown":false}},{"type":"shape","id":"90d1cd6e-26f4-46ba-ba31-fa49bdddf9df","elementConfiguration":{"binding":"{{Form.Position}}\n{{Form.Address}}\n{{Form.City}} \n{{Form.Email}}","visibility":"","type":"text","disableUpdates":false,"renderAsMarkdown":false}},{"type":"shape","id":"2887f854-7cf1-46b3-a100-cf982aae99a5","elementConfiguration":{"binding":"{{StringJoin(\", \", Form.SpeakerName,\"SAP\")}}","visibility":"","type":"text","disableUpdates":false,"renderAsMarkdown":false}},{"type":"shape","id":"b6f542c5-3834-451b-a281-2121cac5132a","elementConfiguration":{"binding":"{{FormatDateTime(Form.Date,\"MMMM dd, yyyy\",\"en-US\")}}","visibility":"","type":"text","disableUpdates":false,"renderAsMarkdown":false}},{"type":"shape","id":"abd1b381-9a30-44bf-ac22-103b28c5edcc","elementConfiguration":{"binding":"{{StringJoin(\", \", Form.SpeakerName,\"SAP\")}}","visibility":"","type":"text","disableUpdates":false,"renderAsMarkdown":false}},{"type":"shape","id":"41a42eb8-1d53-4f94-b875-8ba9fe7e18b7","elementConfiguration":{"binding":"{{FormatDateTime(Form.Date,\"MMMM dd, yyyy\",\"en-US\")}}","visibility":"","type":"text","disableUpdates":false,"renderAsMarkdown":false}},{"type":"shape","id":"070432c1-3aeb-48f1-93d2-d434891fff5a","elementConfiguration":{"binding":"{{StringJoin(\", \", Form.SpeakerName,\"SAP\")}}","visibility":"","type":"text","disableUpdates":false,"renderAsMarkdown":false}},{"type":"shape","id":"9d9224ff-bbdc-4a3e-a31c-6fcbb18846c9","elementConfiguration":{"binding":"{{FormatDateTime(Form.Date,\"MMMM dd, yyyy\",\"en-US\")}}","visibility":"","type":"text","disableUpdates":false,"renderAsMarkdown":false}}],"transformationConfigurations":[],"templateName":"SAP Corp","templateDescription":"","enableDocumentContentUpdater":true,"version":"2.0"}]]></TemplafyTemplateConfiguration>
</file>

<file path=customXml/item10.xml><?xml version="1.0" encoding="utf-8"?>
<TemplafySlideTemplateConfiguration><![CDATA[{"slideVersion":3,"isValidatorEnabled":false,"isLocked":false,"elementsMetadata":[],"slideId":"1328131217384275980","enableDocumentContentUpdater":false,"version":"2.0"}]]></TemplafySlideTemplateConfiguration>
</file>

<file path=customXml/item11.xml><?xml version="1.0" encoding="utf-8"?>
<TemplafySlideTemplateConfiguration><![CDATA[{"slideVersion":3,"isValidatorEnabled":false,"isLocked":false,"elementsMetadata":[{"type":"shape","elementConfiguration":{"binding":"{{Form.SpeakerName}}","visibility":"","type":"text","disableUpdates":false,"renderAsMarkdown":false}},{"type":"shape","elementConfiguration":{"binding":"{{Form.Position}}\n{{Form.Address}}\n{{Form.City}} \n{{Form.Email}}","visibility":"","type":"text","disableUpdates":false,"renderAsMarkdown":false}}],"slideId":"1328131217384275984","enableDocumentContentUpdater":false,"version":"2.0"}]]></TemplafySlideTemplateConfiguration>
</file>

<file path=customXml/item12.xml><?xml version="1.0" encoding="utf-8"?>
<TemplafySlideTemplateConfiguration><![CDATA[{"slideVersion":3,"isValidatorEnabled":false,"isLocked":false,"elementsMetadata":[],"slideId":"1328131217384275985","enableDocumentContentUpdater":false,"version":"2.0"}]]></TemplafySlideTemplateConfiguration>
</file>

<file path=customXml/item13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White}}","visibility":"","type":"image","disableUpdates":false}}],"slideId":"1328131217384275970","enableDocumentContentUpdater":false,"version":"2.0"}]]></TemplafySlideTemplateConfiguration>
</file>

<file path=customXml/item14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8.xml><?xml version="1.0" encoding="utf-8"?>
<TemplafySlideTemplateConfiguration><![CDATA[{"slideVersion":3,"isValidatorEnabled":false,"isLocked":false,"elementsMetadata":[],"slideId":"1328131217384275986","enableDocumentContentUpdater":false,"version":"2.0"}]]></TemplafySlideTemplateConfiguration>
</file>

<file path=customXml/item19.xml><?xml version="1.0" encoding="utf-8"?>
<TemplafySlideFormConfiguration><![CDATA[{"formFields":[],"formDataEntries":[]}]]></TemplafySlideFormConfiguration>
</file>

<file path=customXml/item20.xml><?xml version="1.0" encoding="utf-8"?>
<TemplafySlideTemplateConfiguration><![CDATA[{"slideVersion":3,"isValidatorEnabled":false,"isLocked":false,"elementsMetadata":[],"slideId":"1328131217384275974","enableDocumentContentUpdater":false,"version":"2.0"}]]></TemplafySlideTemplateConfiguration>
</file>

<file path=customXml/item21.xml><?xml version="1.0" encoding="utf-8"?>
<TemplafySlideTemplateConfiguration><![CDATA[{"slideVersion":3,"isValidatorEnabled":false,"isLocked":false,"elementsMetadata":[],"slideId":"1328131217384275983","enableDocumentContentUpdater":false,"version":"2.0"}]]></TemplafySlideTemplateConfiguration>
</file>

<file path=customXml/item22.xml><?xml version="1.0" encoding="utf-8"?>
<TemplafySlideTemplateConfiguration><![CDATA[{"slideVersion":3,"isValidatorEnabled":false,"isLocked":false,"elementsMetadata":[],"slideId":"1328131217384275978","enableDocumentContentUpdater":false,"version":"2.0"}]]></TemplafySlideTemplateConfiguration>
</file>

<file path=customXml/item23.xml><?xml version="1.0" encoding="utf-8"?>
<TemplafySlideFormConfiguration><![CDATA[{"formFields":[],"formDataEntries":[]}]]></TemplafySlideFormConfiguration>
</file>

<file path=customXml/item24.xml><?xml version="1.0" encoding="utf-8"?>
<TemplafySlideTemplateConfiguration><![CDATA[{"slideVersion":3,"isValidatorEnabled":false,"isLocked":false,"elementsMetadata":[],"slideId":"1328131217384275987","enableDocumentContentUpdater":false,"version":"2.0"}]]></TemplafySlideTemplateConfiguration>
</file>

<file path=customXml/item25.xml><?xml version="1.0" encoding="utf-8"?>
<TemplafySlideFormConfiguration><![CDATA[{"formFields":[],"formDataEntries":[]}]]></TemplafySlideFormConfiguration>
</file>

<file path=customXml/item26.xml><?xml version="1.0" encoding="utf-8"?>
<TemplafySlideFormConfiguration><![CDATA[{"formFields":[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JobTitle}}","helpTexts":{},"spacing":{},"shareValue":false,"type":"textBox","name":"Position","label":"Job title"},{"required":false,"placeholder":"","lines":1,"defaultValue":"{{UserProfile.Address.Address}}","helpTexts":{},"spacing":{},"shareValue":false,"type":"textBox","name":"Address","label":"Address"},{"required":false,"placeholder":"","lines":1,"defaultValue":"{{UserProfile.Address.Zip}} {{UserProfile.City.Name}}","helpTexts":{},"spacing":{},"shareValue":false,"type":"textBox","name":"City","label":"City"},{"required":false,"placeholder":"","lines":1,"defaultValue":"{{UserProfile.Email}}","shareValue":false,"type":"textBox","name":"Email","label":"Email"}],"formDataEntries":[]}]]></TemplafySlideFormConfiguration>
</file>

<file path=customXml/item27.xml><?xml version="1.0" encoding="utf-8"?>
<TemplafySlideFormConfiguration><![CDATA[{"formFields":[],"formDataEntries":[]}]]></TemplafySlideFormConfiguration>
</file>

<file path=customXml/item28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382BC52CB2D4794C5FE8ABF2F1E6D" ma:contentTypeVersion="6" ma:contentTypeDescription="Create a new document." ma:contentTypeScope="" ma:versionID="18e5cefb5ebdf23343a260348ecafc49">
  <xsd:schema xmlns:xsd="http://www.w3.org/2001/XMLSchema" xmlns:xs="http://www.w3.org/2001/XMLSchema" xmlns:p="http://schemas.microsoft.com/office/2006/metadata/properties" xmlns:ns2="c76864f1-b314-4248-9b56-a31ecd826e67" targetNamespace="http://schemas.microsoft.com/office/2006/metadata/properties" ma:root="true" ma:fieldsID="18ad78736499b6b0f3e19affaa75288d" ns2:_="">
    <xsd:import namespace="c76864f1-b314-4248-9b56-a31ecd826e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6864f1-b314-4248-9b56-a31ecd826e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9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71","enableDocumentContentUpdater":false,"version":"2.0"}]]></TemplafySlideTemplateConfiguration>
</file>

<file path=customXml/item30.xml><?xml version="1.0" encoding="utf-8"?>
<TemplafySlideFormConfiguration><![CDATA[{"formFields":[],"formDataEntries":[]}]]></TemplafySlideFormConfiguration>
</file>

<file path=customXml/item31.xml><?xml version="1.0" encoding="utf-8"?>
<TemplafySlideTemplateConfiguration><![CDATA[{"slideVersion":3,"isValidatorEnabled":false,"isLocked":false,"elementsMetadata":[{"type":"shape","elementConfiguration":{"binding":"{{StringJoin(\", \", Form.SpeakerName,\"SAP\")}}","visibility":"","type":"text","disableUpdates":false,"renderAsMarkdown":false}},{"type":"shape","elementConfiguration":{"binding":"{{FormatDateTime(Form.Date,\"MMMM dd, yyyy\",\"en-US\")}}","visibility":"","type":"text","disableUpdates":false,"renderAsMarkdown":false}},{"type":"shape","elementConfiguration":{"inheritDimensions":"{{InheritDimensions.InheritNone}}","width":"","height":"1 cm","image":"{{Form.SAPLogo.SubbrandBlue}}","visibility":"","type":"image","disableUpdates":false}}],"slideId":"1328131217384275969","enableDocumentContentUpdater":false,"version":"2.0"}]]></TemplafySlideTemplateConfiguration>
</file>

<file path=customXml/item32.xml><?xml version="1.0" encoding="utf-8"?>
<TemplafySlideFormConfiguration><![CDATA[{"formFields":[],"formDataEntries":[]}]]></TemplafySlideFormConfiguration>
</file>

<file path=customXml/item33.xml><?xml version="1.0" encoding="utf-8"?>
<TemplafySlideFormConfiguration><![CDATA[{"formFields":[],"formDataEntries":[]}]]></TemplafySlideFormConfiguration>
</file>

<file path=customXml/item34.xml><?xml version="1.0" encoding="utf-8"?>
<TemplafySlideTemplateConfiguration><![CDATA[{"slideVersion":3,"isValidatorEnabled":false,"isLocked":false,"elementsMetadata":[],"slideId":"1328131217384275977","enableDocumentContentUpdater":false,"version":"2.0"}]]></TemplafySlideTemplateConfiguration>
</file>

<file path=customXml/item35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36.xml><?xml version="1.0" encoding="utf-8"?>
<TemplafySlideFormConfiguration><![CDATA[{"formFields":[],"formDataEntries":[]}]]></TemplafySlideFormConfiguration>
</file>

<file path=customXml/item37.xml><?xml version="1.0" encoding="utf-8"?>
<TemplafySlideTemplateConfiguration><![CDATA[{"slideVersion":3,"isValidatorEnabled":false,"isLocked":false,"elementsMetadata":[],"slideId":"1328131217384275975","enableDocumentContentUpdater":false,"version":"2.0"}]]></TemplafySlideTemplateConfiguration>
</file>

<file path=customXml/item38.xml><?xml version="1.0" encoding="utf-8"?>
<TemplafySlide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shareValue":false,"type":"datePicker","name":"Date","label":"Date"}],"formDataEntries":[]}]]></TemplafySlideFormConfiguration>
</file>

<file path=customXml/item39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C1422F45-04DB-421D-8796-270006657806}">
  <ds:schemaRefs>
    <ds:schemaRef ds:uri="http://purl.org/dc/elements/1.1/"/>
    <ds:schemaRef ds:uri="http://www.w3.org/XML/1998/namespace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c76864f1-b314-4248-9b56-a31ecd826e67"/>
  </ds:schemaRefs>
</ds:datastoreItem>
</file>

<file path=customXml/itemProps2.xml><?xml version="1.0" encoding="utf-8"?>
<ds:datastoreItem xmlns:ds="http://schemas.openxmlformats.org/officeDocument/2006/customXml" ds:itemID="{69B73946-F389-40E3-A533-45A6D07B0A63}">
  <ds:schemaRefs/>
</ds:datastoreItem>
</file>

<file path=customXml/itemProps3.xml><?xml version="1.0" encoding="utf-8"?>
<ds:datastoreItem xmlns:ds="http://schemas.openxmlformats.org/officeDocument/2006/customXml" ds:itemID="{0C2F541D-F419-4D97-8F50-8CFBB40B0EC7}">
  <ds:schemaRefs/>
</ds:datastoreItem>
</file>

<file path=customXml/itemProps4.xml><?xml version="1.0" encoding="utf-8"?>
<ds:datastoreItem xmlns:ds="http://schemas.openxmlformats.org/officeDocument/2006/customXml" ds:itemID="{1949C97A-F2E4-44DC-BFCA-6630B6534B78}">
  <ds:schemaRefs/>
</ds:datastoreItem>
</file>

<file path=customXml/itemProps5.xml><?xml version="1.0" encoding="utf-8"?>
<ds:datastoreItem xmlns:ds="http://schemas.openxmlformats.org/officeDocument/2006/customXml" ds:itemID="{13FD8C04-EC58-4965-B798-8E6CBDD39C2A}">
  <ds:schemaRefs/>
</ds:datastoreItem>
</file>

<file path=customXml/itemProps6.xml><?xml version="1.0" encoding="utf-8"?>
<ds:datastoreItem xmlns:ds="http://schemas.openxmlformats.org/officeDocument/2006/customXml" ds:itemID="{CC49FFC8-2FF3-4057-96F0-3BCD1A4F0351}">
  <ds:schemaRefs/>
</ds:datastoreItem>
</file>

<file path=customXml/itemProps7.xml><?xml version="1.0" encoding="utf-8"?>
<ds:datastoreItem xmlns:ds="http://schemas.openxmlformats.org/officeDocument/2006/customXml" ds:itemID="{E9FE88B9-0BAC-45E1-B2FC-EC88A09A227D}">
  <ds:schemaRefs/>
</ds:datastoreItem>
</file>

<file path=customXml/itemProps8.xml><?xml version="1.0" encoding="utf-8"?>
<ds:datastoreItem xmlns:ds="http://schemas.openxmlformats.org/officeDocument/2006/customXml" ds:itemID="{7A3DE86C-37E5-43A2-A674-30AE8DECAC0E}">
  <ds:schemaRefs/>
</ds:datastoreItem>
</file>

<file path=customXml/itemProps9.xml><?xml version="1.0" encoding="utf-8"?>
<ds:datastoreItem xmlns:ds="http://schemas.openxmlformats.org/officeDocument/2006/customXml" ds:itemID="{626BBCBB-1894-4E66-BA48-9E91CE3ACBA0}">
  <ds:schemaRefs/>
</ds:datastoreItem>
</file>

<file path=customXml/itemProps10.xml><?xml version="1.0" encoding="utf-8"?>
<ds:datastoreItem xmlns:ds="http://schemas.openxmlformats.org/officeDocument/2006/customXml" ds:itemID="{4B1D4426-9BD0-4BD3-8094-CA9B884388C6}">
  <ds:schemaRefs/>
</ds:datastoreItem>
</file>

<file path=customXml/itemProps11.xml><?xml version="1.0" encoding="utf-8"?>
<ds:datastoreItem xmlns:ds="http://schemas.openxmlformats.org/officeDocument/2006/customXml" ds:itemID="{8DB0A96E-6777-4404-88E8-A679525071C5}">
  <ds:schemaRefs/>
</ds:datastoreItem>
</file>

<file path=customXml/itemProps12.xml><?xml version="1.0" encoding="utf-8"?>
<ds:datastoreItem xmlns:ds="http://schemas.openxmlformats.org/officeDocument/2006/customXml" ds:itemID="{340F98CC-F8FA-4257-87D3-FCE825196D17}">
  <ds:schemaRefs/>
</ds:datastoreItem>
</file>

<file path=customXml/itemProps13.xml><?xml version="1.0" encoding="utf-8"?>
<ds:datastoreItem xmlns:ds="http://schemas.openxmlformats.org/officeDocument/2006/customXml" ds:itemID="{59E029D4-81CC-4017-8B00-9264DBE7ED46}">
  <ds:schemaRefs/>
</ds:datastoreItem>
</file>

<file path=customXml/itemProps14.xml><?xml version="1.0" encoding="utf-8"?>
<ds:datastoreItem xmlns:ds="http://schemas.openxmlformats.org/officeDocument/2006/customXml" ds:itemID="{79008009-A77E-4DE3-9C15-4B84BFC772CD}">
  <ds:schemaRefs/>
</ds:datastoreItem>
</file>

<file path=customXml/itemProps15.xml><?xml version="1.0" encoding="utf-8"?>
<ds:datastoreItem xmlns:ds="http://schemas.openxmlformats.org/officeDocument/2006/customXml" ds:itemID="{262F285F-827C-4183-96DE-8531462DE52A}">
  <ds:schemaRefs/>
</ds:datastoreItem>
</file>

<file path=customXml/itemProps16.xml><?xml version="1.0" encoding="utf-8"?>
<ds:datastoreItem xmlns:ds="http://schemas.openxmlformats.org/officeDocument/2006/customXml" ds:itemID="{313EF5B0-5BFC-4E19-9E61-13C85B6C6127}">
  <ds:schemaRefs/>
</ds:datastoreItem>
</file>

<file path=customXml/itemProps17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18.xml><?xml version="1.0" encoding="utf-8"?>
<ds:datastoreItem xmlns:ds="http://schemas.openxmlformats.org/officeDocument/2006/customXml" ds:itemID="{2E9C140C-7F7C-4BAD-BCD9-F2636157DE78}">
  <ds:schemaRefs/>
</ds:datastoreItem>
</file>

<file path=customXml/itemProps19.xml><?xml version="1.0" encoding="utf-8"?>
<ds:datastoreItem xmlns:ds="http://schemas.openxmlformats.org/officeDocument/2006/customXml" ds:itemID="{7D282FA9-D486-4277-833F-E9AC54F00B25}">
  <ds:schemaRefs/>
</ds:datastoreItem>
</file>

<file path=customXml/itemProps20.xml><?xml version="1.0" encoding="utf-8"?>
<ds:datastoreItem xmlns:ds="http://schemas.openxmlformats.org/officeDocument/2006/customXml" ds:itemID="{7CE852FA-A08C-42DD-AE0D-B4ACD5BB86CC}">
  <ds:schemaRefs/>
</ds:datastoreItem>
</file>

<file path=customXml/itemProps21.xml><?xml version="1.0" encoding="utf-8"?>
<ds:datastoreItem xmlns:ds="http://schemas.openxmlformats.org/officeDocument/2006/customXml" ds:itemID="{E54232B7-ECAB-41A6-AF8E-F8AA8F67AA91}">
  <ds:schemaRefs/>
</ds:datastoreItem>
</file>

<file path=customXml/itemProps22.xml><?xml version="1.0" encoding="utf-8"?>
<ds:datastoreItem xmlns:ds="http://schemas.openxmlformats.org/officeDocument/2006/customXml" ds:itemID="{5E11CF51-A506-4F35-8D30-27CC6B312382}">
  <ds:schemaRefs/>
</ds:datastoreItem>
</file>

<file path=customXml/itemProps23.xml><?xml version="1.0" encoding="utf-8"?>
<ds:datastoreItem xmlns:ds="http://schemas.openxmlformats.org/officeDocument/2006/customXml" ds:itemID="{7191A31C-0001-4F47-9681-3BF2CDE82779}">
  <ds:schemaRefs/>
</ds:datastoreItem>
</file>

<file path=customXml/itemProps24.xml><?xml version="1.0" encoding="utf-8"?>
<ds:datastoreItem xmlns:ds="http://schemas.openxmlformats.org/officeDocument/2006/customXml" ds:itemID="{969E2946-A68D-494C-938D-9F4AFD67C432}">
  <ds:schemaRefs/>
</ds:datastoreItem>
</file>

<file path=customXml/itemProps25.xml><?xml version="1.0" encoding="utf-8"?>
<ds:datastoreItem xmlns:ds="http://schemas.openxmlformats.org/officeDocument/2006/customXml" ds:itemID="{72F8570F-162E-4E77-8F0F-6DD87409B9AF}">
  <ds:schemaRefs/>
</ds:datastoreItem>
</file>

<file path=customXml/itemProps26.xml><?xml version="1.0" encoding="utf-8"?>
<ds:datastoreItem xmlns:ds="http://schemas.openxmlformats.org/officeDocument/2006/customXml" ds:itemID="{9F687104-044A-49FD-BBC2-8EEC24DE651C}">
  <ds:schemaRefs/>
</ds:datastoreItem>
</file>

<file path=customXml/itemProps27.xml><?xml version="1.0" encoding="utf-8"?>
<ds:datastoreItem xmlns:ds="http://schemas.openxmlformats.org/officeDocument/2006/customXml" ds:itemID="{8F54209D-E2B9-45C1-850A-8060F1CC8CCA}">
  <ds:schemaRefs/>
</ds:datastoreItem>
</file>

<file path=customXml/itemProps28.xml><?xml version="1.0" encoding="utf-8"?>
<ds:datastoreItem xmlns:ds="http://schemas.openxmlformats.org/officeDocument/2006/customXml" ds:itemID="{360F074B-5A41-4252-A56A-CE9CC718E820}">
  <ds:schemaRefs>
    <ds:schemaRef ds:uri="c76864f1-b314-4248-9b56-a31ecd826e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9.xml><?xml version="1.0" encoding="utf-8"?>
<ds:datastoreItem xmlns:ds="http://schemas.openxmlformats.org/officeDocument/2006/customXml" ds:itemID="{0AA29E1A-4DC8-446C-8155-596424E2EB1E}">
  <ds:schemaRefs/>
</ds:datastoreItem>
</file>

<file path=customXml/itemProps30.xml><?xml version="1.0" encoding="utf-8"?>
<ds:datastoreItem xmlns:ds="http://schemas.openxmlformats.org/officeDocument/2006/customXml" ds:itemID="{4938B8D1-5EB7-4009-8CFB-FCE4DBF00B70}">
  <ds:schemaRefs/>
</ds:datastoreItem>
</file>

<file path=customXml/itemProps31.xml><?xml version="1.0" encoding="utf-8"?>
<ds:datastoreItem xmlns:ds="http://schemas.openxmlformats.org/officeDocument/2006/customXml" ds:itemID="{D0AC3308-50B2-461B-AD01-41C9501C41AA}">
  <ds:schemaRefs/>
</ds:datastoreItem>
</file>

<file path=customXml/itemProps32.xml><?xml version="1.0" encoding="utf-8"?>
<ds:datastoreItem xmlns:ds="http://schemas.openxmlformats.org/officeDocument/2006/customXml" ds:itemID="{02A76EF8-E055-4175-8D2D-5B9E60211AF6}">
  <ds:schemaRefs/>
</ds:datastoreItem>
</file>

<file path=customXml/itemProps33.xml><?xml version="1.0" encoding="utf-8"?>
<ds:datastoreItem xmlns:ds="http://schemas.openxmlformats.org/officeDocument/2006/customXml" ds:itemID="{9B5A6145-50FD-46B5-882B-DCFCB8024129}">
  <ds:schemaRefs/>
</ds:datastoreItem>
</file>

<file path=customXml/itemProps34.xml><?xml version="1.0" encoding="utf-8"?>
<ds:datastoreItem xmlns:ds="http://schemas.openxmlformats.org/officeDocument/2006/customXml" ds:itemID="{CE396CF5-D378-4212-9654-B79AC7E3DDF2}">
  <ds:schemaRefs/>
</ds:datastoreItem>
</file>

<file path=customXml/itemProps35.xml><?xml version="1.0" encoding="utf-8"?>
<ds:datastoreItem xmlns:ds="http://schemas.openxmlformats.org/officeDocument/2006/customXml" ds:itemID="{3A81E9BA-12B9-46B7-AEAA-BB534997284F}">
  <ds:schemaRefs/>
</ds:datastoreItem>
</file>

<file path=customXml/itemProps36.xml><?xml version="1.0" encoding="utf-8"?>
<ds:datastoreItem xmlns:ds="http://schemas.openxmlformats.org/officeDocument/2006/customXml" ds:itemID="{A7B291CB-4C44-41B3-9B37-CCBAC5621AB0}">
  <ds:schemaRefs/>
</ds:datastoreItem>
</file>

<file path=customXml/itemProps37.xml><?xml version="1.0" encoding="utf-8"?>
<ds:datastoreItem xmlns:ds="http://schemas.openxmlformats.org/officeDocument/2006/customXml" ds:itemID="{F0F8AAF3-4544-44DE-8D65-07578647B51F}">
  <ds:schemaRefs/>
</ds:datastoreItem>
</file>

<file path=customXml/itemProps38.xml><?xml version="1.0" encoding="utf-8"?>
<ds:datastoreItem xmlns:ds="http://schemas.openxmlformats.org/officeDocument/2006/customXml" ds:itemID="{A701461A-A2EC-4086-A128-227E1E7767C4}">
  <ds:schemaRefs/>
</ds:datastoreItem>
</file>

<file path=customXml/itemProps39.xml><?xml version="1.0" encoding="utf-8"?>
<ds:datastoreItem xmlns:ds="http://schemas.openxmlformats.org/officeDocument/2006/customXml" ds:itemID="{54FE47D6-A0B5-433B-A8EF-42136D6623C1}">
  <ds:schemaRefs/>
</ds:datastoreItem>
</file>

<file path=docMetadata/LabelInfo.xml><?xml version="1.0" encoding="utf-8"?>
<clbl:labelList xmlns:clbl="http://schemas.microsoft.com/office/2020/mipLabelMetadata">
  <clbl:label id="{0d3b1b9e-ad63-40af-8c4f-1c93d6bb86a8}" enabled="1" method="Privilege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SAP Template</Template>
  <TotalTime>199</TotalTime>
  <Words>2640</Words>
  <Application>Microsoft Macintosh PowerPoint</Application>
  <PresentationFormat>Custom</PresentationFormat>
  <Paragraphs>430</Paragraphs>
  <Slides>51</Slides>
  <Notes>14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Symbol</vt:lpstr>
      <vt:lpstr>72 Brand</vt:lpstr>
      <vt:lpstr>Wingdings</vt:lpstr>
      <vt:lpstr>72 Brand Medium</vt:lpstr>
      <vt:lpstr>Wingdings</vt:lpstr>
      <vt:lpstr>SAP Template</vt:lpstr>
      <vt:lpstr>Discovery Insights &amp; Final Scope of Work</vt:lpstr>
      <vt:lpstr>Agenda</vt:lpstr>
      <vt:lpstr>Insights from Discovery Phase</vt:lpstr>
      <vt:lpstr>PowerPoint Presentation</vt:lpstr>
      <vt:lpstr>Prioritized SoW and Deliverables</vt:lpstr>
      <vt:lpstr>Prioritzed Deliverables Overview</vt:lpstr>
      <vt:lpstr>2. Product Vision</vt:lpstr>
      <vt:lpstr>xxx</vt:lpstr>
      <vt:lpstr>PowerPoint Presentation</vt:lpstr>
      <vt:lpstr>Thank you!</vt:lpstr>
      <vt:lpstr>Appendix / Parking Lot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 Спасибо Rahmat</vt:lpstr>
      <vt:lpstr>Headline</vt:lpstr>
      <vt:lpstr>Headline Sub-Headline</vt:lpstr>
      <vt:lpstr>Headline Sub-Headline</vt:lpstr>
      <vt:lpstr>Agenda</vt:lpstr>
      <vt:lpstr>PowerPoint Presentation</vt:lpstr>
      <vt:lpstr>PowerPoint Presentation</vt:lpstr>
      <vt:lpstr>Logos</vt:lpstr>
      <vt:lpstr>Ziyo Branding</vt:lpstr>
      <vt:lpstr>PowerPoint Presentation</vt:lpstr>
      <vt:lpstr>Title goes here and here and here</vt:lpstr>
      <vt:lpstr>Title goes here and here and here</vt:lpstr>
      <vt:lpstr>Title goes here and here and here</vt:lpstr>
      <vt:lpstr>Text with image</vt:lpstr>
      <vt:lpstr>Data points</vt:lpstr>
      <vt:lpstr>Text with icons</vt:lpstr>
      <vt:lpstr>Roadmap</vt:lpstr>
      <vt:lpstr>Table – four columns</vt:lpstr>
      <vt:lpstr>Diagram with icons</vt:lpstr>
      <vt:lpstr>Team slide </vt:lpstr>
      <vt:lpstr>Meet our team</vt:lpstr>
      <vt:lpstr>“Lorem ipsum dolor sit amet, consetetur tempor sadipscing elitr, sed diam nonumy eirmod tempor invidunt ut labore et dolore magna aliquyam erat, sed diam voluptua. Lorem ipsum dolor sit amet.”</vt:lpstr>
      <vt:lpstr>Join the conversation</vt:lpstr>
      <vt:lpstr>Thank you.</vt:lpstr>
      <vt:lpstr>Tips &amp; tricks – your user guide</vt:lpstr>
      <vt:lpstr>Tips &amp; tricks – your user guide – SAP brand site</vt:lpstr>
      <vt:lpstr>Tips &amp; tricks – your user guide – color palette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Fehlau, Anja</dc:creator>
  <dc:description/>
  <cp:lastModifiedBy>Bisht, Pankaj</cp:lastModifiedBy>
  <cp:revision>3</cp:revision>
  <dcterms:created xsi:type="dcterms:W3CDTF">2026-09-25T13:39:56Z</dcterms:created>
  <dcterms:modified xsi:type="dcterms:W3CDTF">2026-10-12T08:55:11Z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0x01010038A382BC52CB2D4794C5FE8ABF2F1E6D</vt:lpwstr>
  </property>
  <property fmtid="{D5CDD505-2E9C-101B-9397-08002B2CF9AE}" pid="4" name="Created by">
    <vt:lpwstr>omnidocs.com</vt:lpwstr>
  </property>
  <property fmtid="{D5CDD505-2E9C-101B-9397-08002B2CF9AE}" pid="5" name="ClassificationContentMarkingFooterLocations">
    <vt:lpwstr>SAP Template:12</vt:lpwstr>
  </property>
  <property fmtid="{D5CDD505-2E9C-101B-9397-08002B2CF9AE}" pid="6" name="ClassificationContentMarkingFooterText">
    <vt:lpwstr>                 INTERNAL ‒ SAP and External Parties under NDA Only</vt:lpwstr>
  </property>
  <property fmtid="{D5CDD505-2E9C-101B-9397-08002B2CF9AE}" pid="7" name="TemplafyTimeStamp">
    <vt:lpwstr>2025-12-14T08:56:23</vt:lpwstr>
  </property>
  <property fmtid="{D5CDD505-2E9C-101B-9397-08002B2CF9AE}" pid="8" name="TemplafyTenantId">
    <vt:lpwstr>sap</vt:lpwstr>
  </property>
  <property fmtid="{D5CDD505-2E9C-101B-9397-08002B2CF9AE}" pid="9" name="TemplafyTemplateId">
    <vt:lpwstr>1328131190817294516</vt:lpwstr>
  </property>
  <property fmtid="{D5CDD505-2E9C-101B-9397-08002B2CF9AE}" pid="10" name="TemplafyUserProfileId">
    <vt:lpwstr>637710449012726268</vt:lpwstr>
  </property>
  <property fmtid="{D5CDD505-2E9C-101B-9397-08002B2CF9AE}" pid="11" name="TemplafyLanguageCode">
    <vt:lpwstr>en-US</vt:lpwstr>
  </property>
  <property fmtid="{D5CDD505-2E9C-101B-9397-08002B2CF9AE}" pid="12" name="TemplafyFromBlank">
    <vt:bool>false</vt:bool>
  </property>
</Properties>
</file>