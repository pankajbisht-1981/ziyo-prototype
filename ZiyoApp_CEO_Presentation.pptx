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" y="2743200"/>
            <a:ext cx="8531352" cy="36576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36576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C41E"/>
                </a:solidFill>
                <a:latin typeface="Calibri"/>
              </a:rPr>
              <a:t>ZIYO FORUM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749808"/>
            <a:ext cx="7772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CONNECTING UZBEK YOUTH WITH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298448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PRESENTATION OF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810512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7C41E"/>
                </a:solidFill>
                <a:latin typeface="Calibri"/>
              </a:rPr>
              <a:t>ZIYO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3035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3877056"/>
            <a:ext cx="5029200" cy="4572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404164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SAP Social Sabbatical  ·  Tashkent, Uzbekistan  · 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8552" y="1371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📱  iOS &amp; Android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187451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🗓  Launched June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2377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🇺🇿  Focus: Uzbekistan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8803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🎯  Ages 15–30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3383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🪙  Ziyo Coin Rewards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3886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🤝  SAP × Ziyo Forum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83680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Ziyo Forum  ·  SAP Social Sabbatical  ·  Tashkent, Uzbekistan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11731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7C41E"/>
                </a:solidFill>
                <a:latin typeface="Calibri"/>
              </a:rPr>
              <a:t>WHAT IS THE ZIYO APP?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3891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A digital platform for young people aged 15–30 in Uzbekistan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ZIYO APP is a digital platform developed by Ziyo Forum to connect young people in Uzbekistan with free educational, cultural and career opportunities.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2011680" cy="5943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2011680" cy="6400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6642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785"/>
                </a:solidFill>
                <a:latin typeface="Calibri"/>
              </a:rPr>
              <a:t>LAUNCHED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56231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June 1,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2888" y="1554480"/>
            <a:ext cx="2011680" cy="5943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2888" y="1554480"/>
            <a:ext cx="2011680" cy="6400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6" y="16642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785"/>
                </a:solidFill>
                <a:latin typeface="Calibri"/>
              </a:rPr>
              <a:t>PLATFORMS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1856231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iOS &amp; Android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5736" y="1554480"/>
            <a:ext cx="2011680" cy="5943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45736" y="1554480"/>
            <a:ext cx="2011680" cy="6400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55464" y="16642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785"/>
                </a:solidFill>
                <a:latin typeface="Calibri"/>
              </a:rPr>
              <a:t>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1856231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Uzbekistan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286000"/>
            <a:ext cx="6309360" cy="566928"/>
          </a:xfrm>
          <a:prstGeom prst="rect">
            <a:avLst/>
          </a:prstGeom>
          <a:solidFill>
            <a:srgbClr val="E6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286000"/>
            <a:ext cx="64008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340864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8A12"/>
                </a:solidFill>
                <a:latin typeface="Calibri"/>
              </a:rPr>
              <a:t>OUR 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2542032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To make ZIYO APP the first place young people in Uzbekistan go to find opportunities to learn, develop and grow.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914400"/>
            <a:ext cx="4983480" cy="10058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914400"/>
            <a:ext cx="54864" cy="100584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6872" y="99669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📅  Free Educational &amp; Cultural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1261872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Discover and register for events across Uzbekistan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011680"/>
            <a:ext cx="4983480" cy="10058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2011680"/>
            <a:ext cx="54864" cy="100584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6872" y="209397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🎓  Grants, Internships &amp; Opportunities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2359152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All opportunities in one trusted place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3108960"/>
            <a:ext cx="4983480" cy="10058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3108960"/>
            <a:ext cx="54864" cy="100584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6872" y="319125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📰  Youth News &amp; Useful Content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3456432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Relevant news and stories for young people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4206240"/>
            <a:ext cx="4983480" cy="10058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0" y="4206240"/>
            <a:ext cx="54864" cy="100584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76872" y="428853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📲  Event Registration &amp; QR Check-In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6872" y="4553712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Register and confirm attendance digitally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5303520"/>
            <a:ext cx="4983480" cy="10058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0" y="5303520"/>
            <a:ext cx="54864" cy="100584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76872" y="538581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🪙  Ziyo Coin Reward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872" y="5650992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Earn coins for participation; exchange for rewards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83680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Ziyo Forum  ·  SAP Social Sabbatical  ·  Tashkent, Uzbekistan  ·  October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11731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7C41E"/>
                </a:solidFill>
                <a:latin typeface="Calibri"/>
              </a:rPr>
              <a:t>WHAT MAKES ZIYO APP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3891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From discovering opportunities to taking action — one connected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950976"/>
            <a:ext cx="2029968" cy="47548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42415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DISCOVER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231136" y="1115568"/>
            <a:ext cx="365760" cy="146304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96896" y="950976"/>
            <a:ext cx="2029968" cy="475488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1042415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REGISTER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6864" y="1115568"/>
            <a:ext cx="365760" cy="146304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92624" y="950976"/>
            <a:ext cx="2029968" cy="47548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5776" y="1042415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PARTICIPATE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22592" y="1115568"/>
            <a:ext cx="365760" cy="146304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88352" y="950976"/>
            <a:ext cx="2029968" cy="475488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1042415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EARN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1115568"/>
            <a:ext cx="365760" cy="146304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84080" y="950976"/>
            <a:ext cx="2029968" cy="47548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7232" y="1042415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1572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C41E"/>
                </a:solidFill>
                <a:latin typeface="Calibri"/>
              </a:rPr>
              <a:t>WHAT USERS CAN 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901952"/>
            <a:ext cx="5257800" cy="603504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54864" cy="603504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1965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Discover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975104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Browse free opportunities across events, grants and internships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596896"/>
            <a:ext cx="5257800" cy="603504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596896"/>
            <a:ext cx="54864" cy="603504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266090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Register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2670048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Sign up directly in the app — no external websites or forms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291840"/>
            <a:ext cx="5257800" cy="603504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291840"/>
            <a:ext cx="54864" cy="603504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33558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Participate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364992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Confirm attendance with QR code at the venue entrance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986784"/>
            <a:ext cx="5257800" cy="603504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986784"/>
            <a:ext cx="54864" cy="603504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40507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Earn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4059936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Collect Ziyo Coins for every event attended and completed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681728"/>
            <a:ext cx="5257800" cy="603504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4681728"/>
            <a:ext cx="54864" cy="603504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47457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Exchange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4754880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Spend Ziyo Coins in the reward store for real-world rewards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6440" y="1572768"/>
            <a:ext cx="6035040" cy="4206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06440" y="1572768"/>
            <a:ext cx="6035040" cy="7315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61888" y="171907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C41E"/>
                </a:solidFill>
                <a:latin typeface="Calibri"/>
              </a:rPr>
              <a:t>OUR CORE VALUE PROPOSITION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2048256"/>
            <a:ext cx="5669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One focused platform for free opportunities for young people — with participation and motivation built into the same experience.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61888" y="2907792"/>
            <a:ext cx="5303520" cy="36576"/>
          </a:xfrm>
          <a:prstGeom prst="rect">
            <a:avLst/>
          </a:prstGeom>
          <a:solidFill>
            <a:srgbClr val="0D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61888" y="303580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C41E"/>
                </a:solidFill>
                <a:latin typeface="Calibri"/>
              </a:rPr>
              <a:t>NOT A SOCIAL MEDIA. NOT A JOB BOARD.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61888" y="3346704"/>
            <a:ext cx="566928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ZIYO APP focuses exclusively on free educational, cultural and career development — free from commercial noise, built for young people in Uzbekistan.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83680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Ziyo Forum  ·  SAP Social Sabbatical  ·  Tashkent, Uzbekistan  ·  October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11731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7C41E"/>
                </a:solidFill>
                <a:latin typeface="Calibri"/>
              </a:rPr>
              <a:t>WHAT WE HAVE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3891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From an idea to a functioning digital product · Launched June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960120"/>
            <a:ext cx="5394960" cy="8046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960120"/>
            <a:ext cx="64008" cy="80467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51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051560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iOS &amp; Android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07592"/>
            <a:ext cx="4590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Live on both app stores since June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960120"/>
            <a:ext cx="5394960" cy="8046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960120"/>
            <a:ext cx="64008" cy="80467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051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51560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SMS Registration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1307592"/>
            <a:ext cx="4590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Phone-based sign-up — no email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1856232"/>
            <a:ext cx="5394960" cy="8046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1856232"/>
            <a:ext cx="64008" cy="80467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19476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947672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Event Discovery &amp; Registration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203704"/>
            <a:ext cx="4590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Core event flow: browse → RSVP → attend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856232"/>
            <a:ext cx="5394960" cy="8046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856232"/>
            <a:ext cx="64008" cy="80467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9476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1947672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QR Self Check-In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2203704"/>
            <a:ext cx="4590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Contactless attendance confirmation at events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2752344"/>
            <a:ext cx="5394960" cy="8046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2752344"/>
            <a:ext cx="64008" cy="80467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84378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843784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Ziyo Coin Rewards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099815"/>
            <a:ext cx="4590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Gamified participation incentive system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752344"/>
            <a:ext cx="5394960" cy="8046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2752344"/>
            <a:ext cx="64008" cy="80467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84378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2843784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Reward 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3099815"/>
            <a:ext cx="4590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Coins redeemable for real-world rewards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3648456"/>
            <a:ext cx="5394960" cy="8046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3648456"/>
            <a:ext cx="64008" cy="80467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37398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739896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Push Notifications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995928"/>
            <a:ext cx="4590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Pre-event reminders sent automatically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648456"/>
            <a:ext cx="5394960" cy="8046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3648456"/>
            <a:ext cx="64008" cy="80467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7398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84848" y="3739896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Grants &amp; Opportunities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84848" y="3995928"/>
            <a:ext cx="4590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Beyond events: scholarships and career listings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" y="4544568"/>
            <a:ext cx="5394960" cy="8046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6032" y="4544568"/>
            <a:ext cx="64008" cy="80467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463600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4636007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News &amp; Stories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4892040"/>
            <a:ext cx="4590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Educational content and youth-relevant news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4544568"/>
            <a:ext cx="5394960" cy="8046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26480" y="4544568"/>
            <a:ext cx="64008" cy="80467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463600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4848" y="4636007"/>
            <a:ext cx="4590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Partner Network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4848" y="4892040"/>
            <a:ext cx="4590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Conect, Human House, Khokimiyat, Women in Tech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" y="5596128"/>
            <a:ext cx="11676888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6032" y="5596128"/>
            <a:ext cx="64008" cy="62179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C41E"/>
                </a:solidFill>
                <a:latin typeface="Calibri"/>
              </a:rPr>
              <a:t>~1,500 REGISTRATIONS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0" y="5669280"/>
            <a:ext cx="8074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Reached before the server migration in summer 2026. Rebuilding and growing this base is the #1 priority for 2026.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583680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Ziyo Forum  ·  SAP Social Sabbatical  ·  Tashkent, Uzbekistan  ·  October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548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7C41E"/>
                </a:solidFill>
                <a:latin typeface="Calibri"/>
              </a:rPr>
              <a:t>WHERE WE ARE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86384"/>
            <a:ext cx="11548872" cy="658368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786384"/>
            <a:ext cx="73152" cy="65836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841248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Our main challenge — The platform needs a consistent flow of opportunities and a growing active audience. Breaking this cycle is our biggest strategic priority.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828800"/>
            <a:ext cx="2148840" cy="9601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1828800"/>
            <a:ext cx="73152" cy="96012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0116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MORE
OPPORTUNITIES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828800"/>
            <a:ext cx="2148840" cy="9601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73152" cy="96012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MORE
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3840480"/>
            <a:ext cx="2148840" cy="9601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0" y="3840480"/>
            <a:ext cx="73152" cy="96012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4023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MORE VALUE
FOR PARTNERS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840480"/>
            <a:ext cx="2148840" cy="9601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3840480"/>
            <a:ext cx="73152" cy="96012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023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MORE
PARTNERS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2212848"/>
            <a:ext cx="4434840" cy="6400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78440" y="2788920"/>
            <a:ext cx="64008" cy="105156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94760" y="4233672"/>
            <a:ext cx="4434840" cy="6400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9072" y="2788920"/>
            <a:ext cx="64008" cy="105156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1436" y="2944368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C41E"/>
                </a:solidFill>
                <a:latin typeface="Calibri"/>
              </a:rPr>
              <a:t>THE GROWTH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029200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The SAP collaboration is focused exactly on breaking this cycle — building the flywheel through better product, more partners, and smarter growth.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Ziyo Forum  ·  SAP Social Sabbatical  ·  Tashkent, Uzbekistan  ·  October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11731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7C41E"/>
                </a:solidFill>
                <a:latin typeface="Calibri"/>
              </a:rPr>
              <a:t>WHAT WE NEED TO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3891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Our 6 key strategic challenges that the SAP engagement will address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" y="941832"/>
            <a:ext cx="3712463" cy="21579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" y="941832"/>
            <a:ext cx="3712463" cy="6400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06424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C41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47672"/>
            <a:ext cx="3383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Rebuild and grow the active user base after the server migration incident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2231" y="941832"/>
            <a:ext cx="3712463" cy="21579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42231" y="941832"/>
            <a:ext cx="3712463" cy="6400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3" y="1106424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C41E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3" y="1600200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Partner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3" y="1947672"/>
            <a:ext cx="3383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Move from manual one-off outreach to a scalable partner acquisition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5" y="941832"/>
            <a:ext cx="3712463" cy="21579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7575" y="941832"/>
            <a:ext cx="3712463" cy="6400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7" y="1106424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C41E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1600200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Content Supply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1947672"/>
            <a:ext cx="3383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Ensure a stable and diverse flow of events, grants, internships and opportunities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" y="3246120"/>
            <a:ext cx="3712463" cy="21579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8" y="3246120"/>
            <a:ext cx="3712463" cy="6400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410712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C41E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904487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Product &amp; 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251960"/>
            <a:ext cx="3383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Make ZIYO APP more engaging and encourage users to return regularly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42231" y="3246120"/>
            <a:ext cx="3712463" cy="21579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42231" y="3246120"/>
            <a:ext cx="3712463" cy="6400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06823" y="3410712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C41E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6823" y="3904487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&amp;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6823" y="4251960"/>
            <a:ext cx="3383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Introduce clear KPIs and regular reporting to understand what drives growth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7575" y="3246120"/>
            <a:ext cx="3712463" cy="21579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37575" y="3246120"/>
            <a:ext cx="3712463" cy="6400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7" y="3410712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C41E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7" y="3904487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Operational Scalability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7" y="4251960"/>
            <a:ext cx="3383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Standardise cooperation between content, IT, media, partners and event teams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83680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Ziyo Forum  ·  SAP Social Sabbatical  ·  Tashkent, Uzbekistan  ·  October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48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7C41E"/>
                </a:solidFill>
                <a:latin typeface="Calibri"/>
              </a:rPr>
              <a:t>WHAT WE EXPECT FROM SAP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85216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We see this collaboration as the opportunity to move from building the product → to building a scalable growth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1005840"/>
            <a:ext cx="3712463" cy="199339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192" y="1170432"/>
            <a:ext cx="438912" cy="43891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170432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1188720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Growth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664208"/>
            <a:ext cx="34198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Identify the most effective ways to attract, activate and retain young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2231" y="1005840"/>
            <a:ext cx="3712463" cy="199339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170432"/>
            <a:ext cx="438912" cy="43891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8536" y="1170432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1188720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Product &amp;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8536" y="1664208"/>
            <a:ext cx="34198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Identify the most important product and user-experience improvements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1005840"/>
            <a:ext cx="3712463" cy="199339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170432"/>
            <a:ext cx="438912" cy="43891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170432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1188720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Partner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664208"/>
            <a:ext cx="34198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Develop a scalable approach to acquiring and managing universities, companies, NGOs and cultural institutions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" y="3145536"/>
            <a:ext cx="3712463" cy="199339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3192" y="3310128"/>
            <a:ext cx="438912" cy="43891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3310128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" y="3328416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Analytics &amp; KPIs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" y="3803904"/>
            <a:ext cx="34198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Define the metrics and dashboards needed to manage growth based on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2231" y="3145536"/>
            <a:ext cx="3712463" cy="199339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88536" y="3310128"/>
            <a:ext cx="438912" cy="43891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8536" y="3310128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3328416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Operating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8536" y="3803904"/>
            <a:ext cx="34198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Make our internal processes more structured and scalable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7575" y="3145536"/>
            <a:ext cx="3712463" cy="199339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310128"/>
            <a:ext cx="438912" cy="438912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3310128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4232" y="3328416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3-Year Roadmap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803904"/>
            <a:ext cx="34198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Translate all findings into clear priorities, responsibilities and milestones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83680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Ziyo Forum  ·  SAP Social Sabbatical  ·  Tashkent, Uzbekistan  ·  October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11731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7C41E"/>
                </a:solidFill>
                <a:latin typeface="Calibri"/>
              </a:rPr>
              <a:t>WHERE WE WANT TO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3891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We want ZIYO APP to become the leading platform connecting young people with free opportunities in Uzbekistan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" y="941832"/>
            <a:ext cx="3712463" cy="84124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005840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335024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STABILIZE &amp;
REACTIVATE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" y="1901952"/>
            <a:ext cx="3712463" cy="56692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" y="1901952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93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Recover the active user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" y="2542032"/>
            <a:ext cx="3712463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8" y="2542032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633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Expand the partner 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" y="3182112"/>
            <a:ext cx="3712463" cy="56692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" y="3182112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27355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Establish analytics &amp; KPIs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" y="3822191"/>
            <a:ext cx="3712463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6888" y="3822191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913631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Improve operational processes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" y="4462272"/>
            <a:ext cx="3712463" cy="56692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8" y="4462272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5537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Increase flow of opportunities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19" y="941832"/>
            <a:ext cx="3712463" cy="841248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79" y="1005840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7C41E"/>
                </a:solidFill>
                <a:latin typeface="Calibri"/>
              </a:rPr>
              <a:t>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79" y="1335024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C41E"/>
                </a:solidFill>
                <a:latin typeface="Calibri"/>
              </a:rPr>
              <a:t>GROW &amp;
ENGAGE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19" y="1901952"/>
            <a:ext cx="3712463" cy="56692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19" y="1901952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5111" y="1993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Expand to new cities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19" y="2542032"/>
            <a:ext cx="3712463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19" y="2542032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5111" y="2633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Build local partner networks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19" y="3182112"/>
            <a:ext cx="3712463" cy="56692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60519" y="3182112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5111" y="327355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Launch competitions &amp; exclusive events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19" y="3822191"/>
            <a:ext cx="3712463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60519" y="3822191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5111" y="3913631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Develop gamification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19" y="4462272"/>
            <a:ext cx="3712463" cy="56692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60519" y="4462272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25111" y="45537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Expand the Ziyo Coin ecosystem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0519" y="5102352"/>
            <a:ext cx="3712463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60519" y="5102352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25111" y="51937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Grow the ambassador network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4151" y="941832"/>
            <a:ext cx="3712463" cy="841248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1" y="1005840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7C41E"/>
                </a:solidFill>
                <a:latin typeface="Calibri"/>
              </a:rPr>
              <a:t>LONG-TERM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1" y="1335024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C41E"/>
                </a:solidFill>
                <a:latin typeface="Calibri"/>
              </a:rPr>
              <a:t>SCALE THE
ECOSYSTEM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74151" y="1901952"/>
            <a:ext cx="3712463" cy="56692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74151" y="1901952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38743" y="1993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Strong national partner network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74151" y="2542032"/>
            <a:ext cx="3712463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74151" y="2542032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38743" y="2633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Active returning user base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74151" y="3182112"/>
            <a:ext cx="3712463" cy="56692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74151" y="3182112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38743" y="327355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Sustainable operating model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74151" y="3822191"/>
            <a:ext cx="3712463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74151" y="3822191"/>
            <a:ext cx="54864" cy="5669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38743" y="3913631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More opportunities across all of Uzbekistan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59352" y="1298448"/>
            <a:ext cx="201168" cy="1097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872983" y="1298448"/>
            <a:ext cx="201168" cy="109728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6583680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Ziyo Forum  ·  SAP Social Sabbatical  ·  Tashkent, Uzbekistan  ·  October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9943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00" b="1" i="0">
                <a:solidFill>
                  <a:srgbClr val="17C41E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4156" y="3200400"/>
            <a:ext cx="5120640" cy="54864"/>
          </a:xfrm>
          <a:prstGeom prst="rect">
            <a:avLst/>
          </a:prstGeom>
          <a:solidFill>
            <a:srgbClr val="17C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01568"/>
            <a:ext cx="9994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ZIYO FORUM  ×  SAP SOCIAL SABBATICAL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9994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Tashkent, Uzbekistan  ·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99943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0D8A12"/>
                </a:solidFill>
                <a:latin typeface="Calibri"/>
              </a:rPr>
              <a:t>Connecting Uzbek Youth with Opportunity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